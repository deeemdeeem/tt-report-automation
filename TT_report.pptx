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customXml/itemProps134.xml" ContentType="application/vnd.openxmlformats-officedocument.customXmlProperties+xml"/>
  <Override PartName="/customXml/itemProps135.xml" ContentType="application/vnd.openxmlformats-officedocument.customXmlProperties+xml"/>
  <Override PartName="/customXml/itemProps136.xml" ContentType="application/vnd.openxmlformats-officedocument.customXmlProperties+xml"/>
  <Override PartName="/customXml/itemProps137.xml" ContentType="application/vnd.openxmlformats-officedocument.customXmlProperties+xml"/>
  <Override PartName="/customXml/itemProps138.xml" ContentType="application/vnd.openxmlformats-officedocument.customXmlProperties+xml"/>
  <Override PartName="/customXml/itemProps139.xml" ContentType="application/vnd.openxmlformats-officedocument.customXmlProperties+xml"/>
  <Override PartName="/customXml/itemProps140.xml" ContentType="application/vnd.openxmlformats-officedocument.customXmlProperties+xml"/>
  <Override PartName="/customXml/itemProps141.xml" ContentType="application/vnd.openxmlformats-officedocument.customXmlProperties+xml"/>
  <Override PartName="/customXml/itemProps142.xml" ContentType="application/vnd.openxmlformats-officedocument.customXmlProperties+xml"/>
  <Override PartName="/customXml/itemProps143.xml" ContentType="application/vnd.openxmlformats-officedocument.customXmlProperties+xml"/>
  <Override PartName="/customXml/itemProps144.xml" ContentType="application/vnd.openxmlformats-officedocument.customXmlProperties+xml"/>
  <Override PartName="/customXml/itemProps145.xml" ContentType="application/vnd.openxmlformats-officedocument.customXmlProperties+xml"/>
  <Override PartName="/customXml/itemProps146.xml" ContentType="application/vnd.openxmlformats-officedocument.customXmlProperties+xml"/>
  <Override PartName="/customXml/itemProps147.xml" ContentType="application/vnd.openxmlformats-officedocument.customXmlProperties+xml"/>
  <Override PartName="/customXml/itemProps148.xml" ContentType="application/vnd.openxmlformats-officedocument.customXmlProperties+xml"/>
  <Override PartName="/customXml/itemProps149.xml" ContentType="application/vnd.openxmlformats-officedocument.customXmlProperties+xml"/>
  <Override PartName="/customXml/itemProps150.xml" ContentType="application/vnd.openxmlformats-officedocument.customXmlProperties+xml"/>
  <Override PartName="/customXml/itemProps151.xml" ContentType="application/vnd.openxmlformats-officedocument.customXmlProperties+xml"/>
  <Override PartName="/customXml/itemProps152.xml" ContentType="application/vnd.openxmlformats-officedocument.customXmlProperties+xml"/>
  <Override PartName="/customXml/itemProps153.xml" ContentType="application/vnd.openxmlformats-officedocument.customXmlProperties+xml"/>
  <Override PartName="/customXml/itemProps154.xml" ContentType="application/vnd.openxmlformats-officedocument.customXmlProperties+xml"/>
  <Override PartName="/customXml/itemProps155.xml" ContentType="application/vnd.openxmlformats-officedocument.customXmlProperties+xml"/>
  <Override PartName="/customXml/itemProps156.xml" ContentType="application/vnd.openxmlformats-officedocument.customXmlProperties+xml"/>
  <Override PartName="/customXml/itemProps157.xml" ContentType="application/vnd.openxmlformats-officedocument.customXmlProperties+xml"/>
  <Override PartName="/customXml/itemProps158.xml" ContentType="application/vnd.openxmlformats-officedocument.customXmlProperties+xml"/>
  <Override PartName="/customXml/itemProps159.xml" ContentType="application/vnd.openxmlformats-officedocument.customXmlProperties+xml"/>
  <Override PartName="/customXml/itemProps160.xml" ContentType="application/vnd.openxmlformats-officedocument.customXmlProperties+xml"/>
  <Override PartName="/customXml/itemProps161.xml" ContentType="application/vnd.openxmlformats-officedocument.customXmlProperties+xml"/>
  <Override PartName="/customXml/itemProps162.xml" ContentType="application/vnd.openxmlformats-officedocument.customXmlProperties+xml"/>
  <Override PartName="/customXml/itemProps163.xml" ContentType="application/vnd.openxmlformats-officedocument.customXmlProperties+xml"/>
  <Override PartName="/customXml/itemProps164.xml" ContentType="application/vnd.openxmlformats-officedocument.customXmlProperties+xml"/>
  <Override PartName="/customXml/itemProps165.xml" ContentType="application/vnd.openxmlformats-officedocument.customXmlProperties+xml"/>
  <Override PartName="/customXml/itemProps166.xml" ContentType="application/vnd.openxmlformats-officedocument.customXmlProperties+xml"/>
  <Override PartName="/customXml/itemProps167.xml" ContentType="application/vnd.openxmlformats-officedocument.customXmlProperties+xml"/>
  <Override PartName="/customXml/itemProps168.xml" ContentType="application/vnd.openxmlformats-officedocument.customXmlProperties+xml"/>
  <Override PartName="/customXml/itemProps169.xml" ContentType="application/vnd.openxmlformats-officedocument.customXmlProperties+xml"/>
  <Override PartName="/customXml/itemProps170.xml" ContentType="application/vnd.openxmlformats-officedocument.customXmlProperties+xml"/>
  <Override PartName="/customXml/itemProps171.xml" ContentType="application/vnd.openxmlformats-officedocument.customXmlProperties+xml"/>
  <Override PartName="/customXml/itemProps172.xml" ContentType="application/vnd.openxmlformats-officedocument.customXmlProperties+xml"/>
  <Override PartName="/customXml/itemProps173.xml" ContentType="application/vnd.openxmlformats-officedocument.customXmlProperties+xml"/>
  <Override PartName="/customXml/itemProps174.xml" ContentType="application/vnd.openxmlformats-officedocument.customXmlProperties+xml"/>
  <Override PartName="/customXml/itemProps175.xml" ContentType="application/vnd.openxmlformats-officedocument.customXmlProperties+xml"/>
  <Override PartName="/customXml/itemProps176.xml" ContentType="application/vnd.openxmlformats-officedocument.customXmlProperties+xml"/>
  <Override PartName="/customXml/itemProps177.xml" ContentType="application/vnd.openxmlformats-officedocument.customXmlProperties+xml"/>
  <Override PartName="/customXml/itemProps178.xml" ContentType="application/vnd.openxmlformats-officedocument.customXmlProperties+xml"/>
  <Override PartName="/customXml/itemProps179.xml" ContentType="application/vnd.openxmlformats-officedocument.customXmlProperties+xml"/>
  <Override PartName="/customXml/itemProps180.xml" ContentType="application/vnd.openxmlformats-officedocument.customXmlProperties+xml"/>
  <Override PartName="/customXml/itemProps181.xml" ContentType="application/vnd.openxmlformats-officedocument.customXmlProperties+xml"/>
  <Override PartName="/customXml/itemProps182.xml" ContentType="application/vnd.openxmlformats-officedocument.customXmlProperties+xml"/>
  <Override PartName="/customXml/itemProps183.xml" ContentType="application/vnd.openxmlformats-officedocument.customXmlProperties+xml"/>
  <Override PartName="/customXml/itemProps184.xml" ContentType="application/vnd.openxmlformats-officedocument.customXmlProperties+xml"/>
  <Override PartName="/customXml/itemProps185.xml" ContentType="application/vnd.openxmlformats-officedocument.customXmlProperties+xml"/>
  <Override PartName="/customXml/itemProps186.xml" ContentType="application/vnd.openxmlformats-officedocument.customXmlProperties+xml"/>
  <Override PartName="/customXml/itemProps187.xml" ContentType="application/vnd.openxmlformats-officedocument.customXmlProperties+xml"/>
  <Override PartName="/customXml/itemProps188.xml" ContentType="application/vnd.openxmlformats-officedocument.customXmlProperties+xml"/>
  <Override PartName="/customXml/itemProps189.xml" ContentType="application/vnd.openxmlformats-officedocument.customXmlProperties+xml"/>
  <Override PartName="/customXml/itemProps190.xml" ContentType="application/vnd.openxmlformats-officedocument.customXmlProperties+xml"/>
  <Override PartName="/customXml/itemProps191.xml" ContentType="application/vnd.openxmlformats-officedocument.customXmlProperties+xml"/>
  <Override PartName="/customXml/itemProps192.xml" ContentType="application/vnd.openxmlformats-officedocument.customXmlProperties+xml"/>
  <Override PartName="/customXml/itemProps193.xml" ContentType="application/vnd.openxmlformats-officedocument.customXmlProperties+xml"/>
  <Override PartName="/customXml/itemProps194.xml" ContentType="application/vnd.openxmlformats-officedocument.customXmlProperties+xml"/>
  <Override PartName="/customXml/itemProps195.xml" ContentType="application/vnd.openxmlformats-officedocument.customXmlProperties+xml"/>
  <Override PartName="/customXml/itemProps196.xml" ContentType="application/vnd.openxmlformats-officedocument.customXmlProperties+xml"/>
  <Override PartName="/customXml/itemProps197.xml" ContentType="application/vnd.openxmlformats-officedocument.customXmlProperties+xml"/>
  <Override PartName="/customXml/itemProps198.xml" ContentType="application/vnd.openxmlformats-officedocument.customXmlProperties+xml"/>
  <Override PartName="/customXml/itemProps199.xml" ContentType="application/vnd.openxmlformats-officedocument.customXmlProperties+xml"/>
  <Override PartName="/customXml/itemProps200.xml" ContentType="application/vnd.openxmlformats-officedocument.customXmlProperties+xml"/>
  <Override PartName="/customXml/itemProps201.xml" ContentType="application/vnd.openxmlformats-officedocument.customXmlProperties+xml"/>
  <Override PartName="/customXml/itemProps202.xml" ContentType="application/vnd.openxmlformats-officedocument.customXmlProperties+xml"/>
  <Override PartName="/customXml/itemProps203.xml" ContentType="application/vnd.openxmlformats-officedocument.customXmlProperties+xml"/>
  <Override PartName="/customXml/itemProps204.xml" ContentType="application/vnd.openxmlformats-officedocument.customXmlProperties+xml"/>
  <Override PartName="/customXml/itemProps205.xml" ContentType="application/vnd.openxmlformats-officedocument.customXmlProperties+xml"/>
  <Override PartName="/customXml/itemProps206.xml" ContentType="application/vnd.openxmlformats-officedocument.customXmlProperties+xml"/>
  <Override PartName="/customXml/itemProps207.xml" ContentType="application/vnd.openxmlformats-officedocument.customXmlProperties+xml"/>
  <Override PartName="/customXml/itemProps208.xml" ContentType="application/vnd.openxmlformats-officedocument.customXmlProperties+xml"/>
  <Override PartName="/customXml/itemProps209.xml" ContentType="application/vnd.openxmlformats-officedocument.customXmlProperties+xml"/>
  <Override PartName="/customXml/itemProps210.xml" ContentType="application/vnd.openxmlformats-officedocument.customXmlProperties+xml"/>
  <Override PartName="/customXml/itemProps211.xml" ContentType="application/vnd.openxmlformats-officedocument.customXmlProperties+xml"/>
  <Override PartName="/customXml/itemProps212.xml" ContentType="application/vnd.openxmlformats-officedocument.customXmlProperties+xml"/>
  <Override PartName="/customXml/itemProps213.xml" ContentType="application/vnd.openxmlformats-officedocument.customXmlProperties+xml"/>
  <Override PartName="/customXml/itemProps214.xml" ContentType="application/vnd.openxmlformats-officedocument.customXmlProperties+xml"/>
  <Override PartName="/customXml/itemProps215.xml" ContentType="application/vnd.openxmlformats-officedocument.customXmlProperties+xml"/>
  <Override PartName="/customXml/itemProps216.xml" ContentType="application/vnd.openxmlformats-officedocument.customXmlProperties+xml"/>
  <Override PartName="/customXml/itemProps217.xml" ContentType="application/vnd.openxmlformats-officedocument.customXmlProperties+xml"/>
  <Override PartName="/customXml/itemProps218.xml" ContentType="application/vnd.openxmlformats-officedocument.customXmlProperties+xml"/>
  <Override PartName="/customXml/itemProps219.xml" ContentType="application/vnd.openxmlformats-officedocument.customXmlProperties+xml"/>
  <Override PartName="/customXml/itemProps220.xml" ContentType="application/vnd.openxmlformats-officedocument.customXmlProperties+xml"/>
  <Override PartName="/customXml/itemProps221.xml" ContentType="application/vnd.openxmlformats-officedocument.customXmlProperties+xml"/>
  <Override PartName="/customXml/itemProps222.xml" ContentType="application/vnd.openxmlformats-officedocument.customXmlProperties+xml"/>
  <Override PartName="/customXml/itemProps223.xml" ContentType="application/vnd.openxmlformats-officedocument.customXmlProperties+xml"/>
  <Override PartName="/customXml/itemProps224.xml" ContentType="application/vnd.openxmlformats-officedocument.customXmlProperties+xml"/>
  <Override PartName="/customXml/itemProps225.xml" ContentType="application/vnd.openxmlformats-officedocument.customXmlProperties+xml"/>
  <Override PartName="/customXml/itemProps226.xml" ContentType="application/vnd.openxmlformats-officedocument.customXmlProperties+xml"/>
  <Override PartName="/customXml/itemProps227.xml" ContentType="application/vnd.openxmlformats-officedocument.customXmlProperties+xml"/>
  <Override PartName="/customXml/itemProps228.xml" ContentType="application/vnd.openxmlformats-officedocument.customXmlProperties+xml"/>
  <Override PartName="/customXml/itemProps229.xml" ContentType="application/vnd.openxmlformats-officedocument.customXmlProperties+xml"/>
  <Override PartName="/customXml/itemProps230.xml" ContentType="application/vnd.openxmlformats-officedocument.customXmlProperties+xml"/>
  <Override PartName="/customXml/itemProps231.xml" ContentType="application/vnd.openxmlformats-officedocument.customXmlProperties+xml"/>
  <Override PartName="/customXml/itemProps232.xml" ContentType="application/vnd.openxmlformats-officedocument.customXmlProperties+xml"/>
  <Override PartName="/customXml/itemProps233.xml" ContentType="application/vnd.openxmlformats-officedocument.customXmlProperties+xml"/>
  <Override PartName="/customXml/itemProps234.xml" ContentType="application/vnd.openxmlformats-officedocument.customXmlProperties+xml"/>
  <Override PartName="/customXml/itemProps235.xml" ContentType="application/vnd.openxmlformats-officedocument.customXmlProperties+xml"/>
  <Override PartName="/customXml/itemProps236.xml" ContentType="application/vnd.openxmlformats-officedocument.customXmlProperties+xml"/>
  <Override PartName="/customXml/itemProps237.xml" ContentType="application/vnd.openxmlformats-officedocument.customXmlProperties+xml"/>
  <Override PartName="/customXml/itemProps238.xml" ContentType="application/vnd.openxmlformats-officedocument.customXmlProperties+xml"/>
  <Override PartName="/customXml/itemProps239.xml" ContentType="application/vnd.openxmlformats-officedocument.customXmlProperties+xml"/>
  <Override PartName="/customXml/itemProps240.xml" ContentType="application/vnd.openxmlformats-officedocument.customXmlProperties+xml"/>
  <Override PartName="/customXml/itemProps241.xml" ContentType="application/vnd.openxmlformats-officedocument.customXmlProperties+xml"/>
  <Override PartName="/customXml/itemProps242.xml" ContentType="application/vnd.openxmlformats-officedocument.customXmlProperties+xml"/>
  <Override PartName="/customXml/itemProps243.xml" ContentType="application/vnd.openxmlformats-officedocument.customXmlProperties+xml"/>
  <Override PartName="/customXml/itemProps244.xml" ContentType="application/vnd.openxmlformats-officedocument.customXmlProperties+xml"/>
  <Override PartName="/customXml/itemProps245.xml" ContentType="application/vnd.openxmlformats-officedocument.customXmlProperties+xml"/>
  <Override PartName="/customXml/itemProps246.xml" ContentType="application/vnd.openxmlformats-officedocument.customXmlProperties+xml"/>
  <Override PartName="/customXml/itemProps247.xml" ContentType="application/vnd.openxmlformats-officedocument.customXmlProperties+xml"/>
  <Override PartName="/customXml/itemProps248.xml" ContentType="application/vnd.openxmlformats-officedocument.customXmlProperties+xml"/>
  <Override PartName="/customXml/itemProps249.xml" ContentType="application/vnd.openxmlformats-officedocument.customXmlProperties+xml"/>
  <Override PartName="/customXml/itemProps250.xml" ContentType="application/vnd.openxmlformats-officedocument.customXmlProperties+xml"/>
  <Override PartName="/customXml/itemProps251.xml" ContentType="application/vnd.openxmlformats-officedocument.customXmlProperties+xml"/>
  <Override PartName="/customXml/itemProps252.xml" ContentType="application/vnd.openxmlformats-officedocument.customXmlProperties+xml"/>
  <Override PartName="/customXml/itemProps253.xml" ContentType="application/vnd.openxmlformats-officedocument.customXmlProperties+xml"/>
  <Override PartName="/customXml/itemProps254.xml" ContentType="application/vnd.openxmlformats-officedocument.customXmlProperties+xml"/>
  <Override PartName="/customXml/itemProps255.xml" ContentType="application/vnd.openxmlformats-officedocument.customXmlProperties+xml"/>
  <Override PartName="/customXml/itemProps256.xml" ContentType="application/vnd.openxmlformats-officedocument.customXmlProperties+xml"/>
  <Override PartName="/customXml/itemProps257.xml" ContentType="application/vnd.openxmlformats-officedocument.customXmlProperties+xml"/>
  <Override PartName="/customXml/itemProps258.xml" ContentType="application/vnd.openxmlformats-officedocument.customXmlProperties+xml"/>
  <Override PartName="/customXml/itemProps259.xml" ContentType="application/vnd.openxmlformats-officedocument.customXmlProperties+xml"/>
  <Override PartName="/customXml/itemProps260.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61"/>
    <p:sldMasterId id="2147483706" r:id="rId262"/>
    <p:sldMasterId id="2147483670" r:id="rId263"/>
    <p:sldMasterId id="2147483688" r:id="rId264"/>
  </p:sldMasterIdLst>
  <p:notesMasterIdLst>
    <p:notesMasterId r:id="rId300"/>
  </p:notesMasterIdLst>
  <p:handoutMasterIdLst>
    <p:handoutMasterId r:id="rId301"/>
  </p:handoutMasterIdLst>
  <p:sldIdLst>
    <p:sldId id="1227" r:id="rId265"/>
    <p:sldId id="315" r:id="rId266"/>
    <p:sldId id="1110" r:id="rId267"/>
    <p:sldId id="295" r:id="rId268"/>
    <p:sldId id="1228" r:id="rId269"/>
    <p:sldId id="1229" r:id="rId270"/>
    <p:sldId id="662" r:id="rId271"/>
    <p:sldId id="1204" r:id="rId272"/>
    <p:sldId id="1234" r:id="rId273"/>
    <p:sldId id="1154" r:id="rId274"/>
    <p:sldId id="1168" r:id="rId275"/>
    <p:sldId id="617" r:id="rId276"/>
    <p:sldId id="580" r:id="rId277"/>
    <p:sldId id="1159" r:id="rId278"/>
    <p:sldId id="504" r:id="rId279"/>
    <p:sldId id="589" r:id="rId280"/>
    <p:sldId id="1216" r:id="rId281"/>
    <p:sldId id="551" r:id="rId282"/>
    <p:sldId id="530" r:id="rId283"/>
    <p:sldId id="586" r:id="rId284"/>
    <p:sldId id="1187" r:id="rId285"/>
    <p:sldId id="1219" r:id="rId286"/>
    <p:sldId id="1205" r:id="rId287"/>
    <p:sldId id="1215" r:id="rId288"/>
    <p:sldId id="1207" r:id="rId289"/>
    <p:sldId id="1161" r:id="rId290"/>
    <p:sldId id="1235" r:id="rId291"/>
    <p:sldId id="1213" r:id="rId292"/>
    <p:sldId id="1214" r:id="rId293"/>
    <p:sldId id="333" r:id="rId294"/>
    <p:sldId id="1230" r:id="rId295"/>
    <p:sldId id="1231" r:id="rId296"/>
    <p:sldId id="1232" r:id="rId297"/>
    <p:sldId id="297" r:id="rId298"/>
    <p:sldId id="1233" r:id="rId299"/>
  </p:sldIdLst>
  <p:sldSz cx="12801600" cy="7772400"/>
  <p:notesSz cx="7010400" cy="9236075"/>
  <p:defaultTextStyle>
    <a:defPPr>
      <a:defRPr lang="en-US"/>
    </a:defPPr>
    <a:lvl1pPr marL="0" algn="l" defTabSz="1175644" rtl="0" eaLnBrk="1" latinLnBrk="0" hangingPunct="1">
      <a:defRPr sz="2300" kern="1200">
        <a:solidFill>
          <a:schemeClr val="tx1"/>
        </a:solidFill>
        <a:latin typeface="+mn-lt"/>
        <a:ea typeface="+mn-ea"/>
        <a:cs typeface="+mn-cs"/>
      </a:defRPr>
    </a:lvl1pPr>
    <a:lvl2pPr marL="587822" algn="l" defTabSz="1175644" rtl="0" eaLnBrk="1" latinLnBrk="0" hangingPunct="1">
      <a:defRPr sz="2300" kern="1200">
        <a:solidFill>
          <a:schemeClr val="tx1"/>
        </a:solidFill>
        <a:latin typeface="+mn-lt"/>
        <a:ea typeface="+mn-ea"/>
        <a:cs typeface="+mn-cs"/>
      </a:defRPr>
    </a:lvl2pPr>
    <a:lvl3pPr marL="1175644" algn="l" defTabSz="1175644" rtl="0" eaLnBrk="1" latinLnBrk="0" hangingPunct="1">
      <a:defRPr sz="2300" kern="1200">
        <a:solidFill>
          <a:schemeClr val="tx1"/>
        </a:solidFill>
        <a:latin typeface="+mn-lt"/>
        <a:ea typeface="+mn-ea"/>
        <a:cs typeface="+mn-cs"/>
      </a:defRPr>
    </a:lvl3pPr>
    <a:lvl4pPr marL="1763466" algn="l" defTabSz="1175644" rtl="0" eaLnBrk="1" latinLnBrk="0" hangingPunct="1">
      <a:defRPr sz="2300" kern="1200">
        <a:solidFill>
          <a:schemeClr val="tx1"/>
        </a:solidFill>
        <a:latin typeface="+mn-lt"/>
        <a:ea typeface="+mn-ea"/>
        <a:cs typeface="+mn-cs"/>
      </a:defRPr>
    </a:lvl4pPr>
    <a:lvl5pPr marL="2351288" algn="l" defTabSz="1175644" rtl="0" eaLnBrk="1" latinLnBrk="0" hangingPunct="1">
      <a:defRPr sz="2300" kern="1200">
        <a:solidFill>
          <a:schemeClr val="tx1"/>
        </a:solidFill>
        <a:latin typeface="+mn-lt"/>
        <a:ea typeface="+mn-ea"/>
        <a:cs typeface="+mn-cs"/>
      </a:defRPr>
    </a:lvl5pPr>
    <a:lvl6pPr marL="2939110" algn="l" defTabSz="1175644" rtl="0" eaLnBrk="1" latinLnBrk="0" hangingPunct="1">
      <a:defRPr sz="2300" kern="1200">
        <a:solidFill>
          <a:schemeClr val="tx1"/>
        </a:solidFill>
        <a:latin typeface="+mn-lt"/>
        <a:ea typeface="+mn-ea"/>
        <a:cs typeface="+mn-cs"/>
      </a:defRPr>
    </a:lvl6pPr>
    <a:lvl7pPr marL="3526932" algn="l" defTabSz="1175644" rtl="0" eaLnBrk="1" latinLnBrk="0" hangingPunct="1">
      <a:defRPr sz="2300" kern="1200">
        <a:solidFill>
          <a:schemeClr val="tx1"/>
        </a:solidFill>
        <a:latin typeface="+mn-lt"/>
        <a:ea typeface="+mn-ea"/>
        <a:cs typeface="+mn-cs"/>
      </a:defRPr>
    </a:lvl7pPr>
    <a:lvl8pPr marL="4114754" algn="l" defTabSz="1175644" rtl="0" eaLnBrk="1" latinLnBrk="0" hangingPunct="1">
      <a:defRPr sz="2300" kern="1200">
        <a:solidFill>
          <a:schemeClr val="tx1"/>
        </a:solidFill>
        <a:latin typeface="+mn-lt"/>
        <a:ea typeface="+mn-ea"/>
        <a:cs typeface="+mn-cs"/>
      </a:defRPr>
    </a:lvl8pPr>
    <a:lvl9pPr marL="4702576" algn="l" defTabSz="1175644"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04">
          <p15:clr>
            <a:srgbClr val="A4A3A4"/>
          </p15:clr>
        </p15:guide>
        <p15:guide id="2" pos="528">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C25360F-EB43-2902-7B56-8017DDC6F6DE}" name="Daniel Galang" initials="" userId="S::dgalang@alexanderbabbage.com::65bc98dd-abe1-4d57-890a-657d18af9b3a" providerId="AD"/>
  <p188:author id="{27BAB71E-D90A-5B83-8076-486F23B90890}" name="Christy Loudermilk" initials="CL" userId="S::cloudermilk@alexanderbabbage.com::2c24f908-4dfd-4849-a1b6-bb3197b8e3c9" providerId="AD"/>
  <p188:author id="{726C9326-A9CB-E27A-ECB1-DDF1C04CE21F}" name="Erica Brown" initials="EB" userId="S::ebrown@alexanderbabbage.com::05d1928c-ad6b-4122-a9f7-358d9f1b7709" providerId="AD"/>
  <p188:author id="{2C3B8E2E-4BC0-BA7F-81EC-B23A708CC141}" name="Stacy Sheldon" initials="SS" userId="S::ssheldon@alexanderbabbage.com::d7033119-9b53-4876-865d-b6e98168878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990548"/>
    <a:srgbClr val="DCE6F1"/>
    <a:srgbClr val="FFFFFF"/>
    <a:srgbClr val="D8D8D8"/>
    <a:srgbClr val="FEE983"/>
    <a:srgbClr val="7EC0F2"/>
    <a:srgbClr val="CCFFFF"/>
    <a:srgbClr val="66FFFF"/>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A22846-C1E9-4D49-92BC-68666D2CE3CC}" v="11" dt="2025-05-15T13:19:18.8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90" y="684"/>
      </p:cViewPr>
      <p:guideLst>
        <p:guide orient="horz" pos="1104"/>
        <p:guide pos="52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99" Type="http://schemas.openxmlformats.org/officeDocument/2006/relationships/slide" Target="slides/slide35.xml"/><Relationship Id="rId21" Type="http://schemas.openxmlformats.org/officeDocument/2006/relationships/customXml" Target="../customXml/item21.xml"/><Relationship Id="rId63" Type="http://schemas.openxmlformats.org/officeDocument/2006/relationships/customXml" Target="../customXml/item63.xml"/><Relationship Id="rId159" Type="http://schemas.openxmlformats.org/officeDocument/2006/relationships/customXml" Target="../customXml/item159.xml"/><Relationship Id="rId170" Type="http://schemas.openxmlformats.org/officeDocument/2006/relationships/customXml" Target="../customXml/item170.xml"/><Relationship Id="rId226" Type="http://schemas.openxmlformats.org/officeDocument/2006/relationships/customXml" Target="../customXml/item226.xml"/><Relationship Id="rId268" Type="http://schemas.openxmlformats.org/officeDocument/2006/relationships/slide" Target="slides/slide4.xml"/><Relationship Id="rId32" Type="http://schemas.openxmlformats.org/officeDocument/2006/relationships/customXml" Target="../customXml/item32.xml"/><Relationship Id="rId74" Type="http://schemas.openxmlformats.org/officeDocument/2006/relationships/customXml" Target="../customXml/item74.xml"/><Relationship Id="rId128" Type="http://schemas.openxmlformats.org/officeDocument/2006/relationships/customXml" Target="../customXml/item128.xml"/><Relationship Id="rId5" Type="http://schemas.openxmlformats.org/officeDocument/2006/relationships/customXml" Target="../customXml/item5.xml"/><Relationship Id="rId181" Type="http://schemas.openxmlformats.org/officeDocument/2006/relationships/customXml" Target="../customXml/item181.xml"/><Relationship Id="rId237" Type="http://schemas.openxmlformats.org/officeDocument/2006/relationships/customXml" Target="../customXml/item237.xml"/><Relationship Id="rId279" Type="http://schemas.openxmlformats.org/officeDocument/2006/relationships/slide" Target="slides/slide15.xml"/><Relationship Id="rId43" Type="http://schemas.openxmlformats.org/officeDocument/2006/relationships/customXml" Target="../customXml/item43.xml"/><Relationship Id="rId139" Type="http://schemas.openxmlformats.org/officeDocument/2006/relationships/customXml" Target="../customXml/item139.xml"/><Relationship Id="rId290" Type="http://schemas.openxmlformats.org/officeDocument/2006/relationships/slide" Target="slides/slide26.xml"/><Relationship Id="rId304" Type="http://schemas.openxmlformats.org/officeDocument/2006/relationships/theme" Target="theme/theme1.xml"/><Relationship Id="rId85" Type="http://schemas.openxmlformats.org/officeDocument/2006/relationships/customXml" Target="../customXml/item85.xml"/><Relationship Id="rId150" Type="http://schemas.openxmlformats.org/officeDocument/2006/relationships/customXml" Target="../customXml/item150.xml"/><Relationship Id="rId192" Type="http://schemas.openxmlformats.org/officeDocument/2006/relationships/customXml" Target="../customXml/item192.xml"/><Relationship Id="rId206" Type="http://schemas.openxmlformats.org/officeDocument/2006/relationships/customXml" Target="../customXml/item206.xml"/><Relationship Id="rId248" Type="http://schemas.openxmlformats.org/officeDocument/2006/relationships/customXml" Target="../customXml/item248.xml"/><Relationship Id="rId12" Type="http://schemas.openxmlformats.org/officeDocument/2006/relationships/customXml" Target="../customXml/item12.xml"/><Relationship Id="rId108" Type="http://schemas.openxmlformats.org/officeDocument/2006/relationships/customXml" Target="../customXml/item108.xml"/><Relationship Id="rId54" Type="http://schemas.openxmlformats.org/officeDocument/2006/relationships/customXml" Target="../customXml/item54.xml"/><Relationship Id="rId96" Type="http://schemas.openxmlformats.org/officeDocument/2006/relationships/customXml" Target="../customXml/item96.xml"/><Relationship Id="rId161" Type="http://schemas.openxmlformats.org/officeDocument/2006/relationships/customXml" Target="../customXml/item161.xml"/><Relationship Id="rId217" Type="http://schemas.openxmlformats.org/officeDocument/2006/relationships/customXml" Target="../customXml/item217.xml"/><Relationship Id="rId259" Type="http://schemas.openxmlformats.org/officeDocument/2006/relationships/customXml" Target="../customXml/item259.xml"/><Relationship Id="rId23" Type="http://schemas.openxmlformats.org/officeDocument/2006/relationships/customXml" Target="../customXml/item23.xml"/><Relationship Id="rId119" Type="http://schemas.openxmlformats.org/officeDocument/2006/relationships/customXml" Target="../customXml/item119.xml"/><Relationship Id="rId270" Type="http://schemas.openxmlformats.org/officeDocument/2006/relationships/slide" Target="slides/slide6.xml"/><Relationship Id="rId291" Type="http://schemas.openxmlformats.org/officeDocument/2006/relationships/slide" Target="slides/slide27.xml"/><Relationship Id="rId305" Type="http://schemas.openxmlformats.org/officeDocument/2006/relationships/tableStyles" Target="tableStyles.xml"/><Relationship Id="rId44" Type="http://schemas.openxmlformats.org/officeDocument/2006/relationships/customXml" Target="../customXml/item44.xml"/><Relationship Id="rId65" Type="http://schemas.openxmlformats.org/officeDocument/2006/relationships/customXml" Target="../customXml/item65.xml"/><Relationship Id="rId86" Type="http://schemas.openxmlformats.org/officeDocument/2006/relationships/customXml" Target="../customXml/item86.xml"/><Relationship Id="rId130" Type="http://schemas.openxmlformats.org/officeDocument/2006/relationships/customXml" Target="../customXml/item130.xml"/><Relationship Id="rId151" Type="http://schemas.openxmlformats.org/officeDocument/2006/relationships/customXml" Target="../customXml/item151.xml"/><Relationship Id="rId172" Type="http://schemas.openxmlformats.org/officeDocument/2006/relationships/customXml" Target="../customXml/item172.xml"/><Relationship Id="rId193" Type="http://schemas.openxmlformats.org/officeDocument/2006/relationships/customXml" Target="../customXml/item193.xml"/><Relationship Id="rId207" Type="http://schemas.openxmlformats.org/officeDocument/2006/relationships/customXml" Target="../customXml/item207.xml"/><Relationship Id="rId228" Type="http://schemas.openxmlformats.org/officeDocument/2006/relationships/customXml" Target="../customXml/item228.xml"/><Relationship Id="rId249" Type="http://schemas.openxmlformats.org/officeDocument/2006/relationships/customXml" Target="../customXml/item249.xml"/><Relationship Id="rId13" Type="http://schemas.openxmlformats.org/officeDocument/2006/relationships/customXml" Target="../customXml/item13.xml"/><Relationship Id="rId109" Type="http://schemas.openxmlformats.org/officeDocument/2006/relationships/customXml" Target="../customXml/item109.xml"/><Relationship Id="rId260" Type="http://schemas.openxmlformats.org/officeDocument/2006/relationships/customXml" Target="../customXml/item260.xml"/><Relationship Id="rId281" Type="http://schemas.openxmlformats.org/officeDocument/2006/relationships/slide" Target="slides/slide17.xml"/><Relationship Id="rId34" Type="http://schemas.openxmlformats.org/officeDocument/2006/relationships/customXml" Target="../customXml/item34.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20" Type="http://schemas.openxmlformats.org/officeDocument/2006/relationships/customXml" Target="../customXml/item120.xml"/><Relationship Id="rId141" Type="http://schemas.openxmlformats.org/officeDocument/2006/relationships/customXml" Target="../customXml/item141.xml"/><Relationship Id="rId7" Type="http://schemas.openxmlformats.org/officeDocument/2006/relationships/customXml" Target="../customXml/item7.xml"/><Relationship Id="rId162" Type="http://schemas.openxmlformats.org/officeDocument/2006/relationships/customXml" Target="../customXml/item162.xml"/><Relationship Id="rId183" Type="http://schemas.openxmlformats.org/officeDocument/2006/relationships/customXml" Target="../customXml/item183.xml"/><Relationship Id="rId218" Type="http://schemas.openxmlformats.org/officeDocument/2006/relationships/customXml" Target="../customXml/item218.xml"/><Relationship Id="rId239" Type="http://schemas.openxmlformats.org/officeDocument/2006/relationships/customXml" Target="../customXml/item239.xml"/><Relationship Id="rId250" Type="http://schemas.openxmlformats.org/officeDocument/2006/relationships/customXml" Target="../customXml/item250.xml"/><Relationship Id="rId271" Type="http://schemas.openxmlformats.org/officeDocument/2006/relationships/slide" Target="slides/slide7.xml"/><Relationship Id="rId292" Type="http://schemas.openxmlformats.org/officeDocument/2006/relationships/slide" Target="slides/slide28.xml"/><Relationship Id="rId306" Type="http://schemas.microsoft.com/office/2016/11/relationships/changesInfo" Target="changesInfos/changesInfo1.xml"/><Relationship Id="rId24" Type="http://schemas.openxmlformats.org/officeDocument/2006/relationships/customXml" Target="../customXml/item24.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31" Type="http://schemas.openxmlformats.org/officeDocument/2006/relationships/customXml" Target="../customXml/item131.xml"/><Relationship Id="rId152" Type="http://schemas.openxmlformats.org/officeDocument/2006/relationships/customXml" Target="../customXml/item152.xml"/><Relationship Id="rId173" Type="http://schemas.openxmlformats.org/officeDocument/2006/relationships/customXml" Target="../customXml/item173.xml"/><Relationship Id="rId194" Type="http://schemas.openxmlformats.org/officeDocument/2006/relationships/customXml" Target="../customXml/item194.xml"/><Relationship Id="rId208" Type="http://schemas.openxmlformats.org/officeDocument/2006/relationships/customXml" Target="../customXml/item208.xml"/><Relationship Id="rId229" Type="http://schemas.openxmlformats.org/officeDocument/2006/relationships/customXml" Target="../customXml/item229.xml"/><Relationship Id="rId240" Type="http://schemas.openxmlformats.org/officeDocument/2006/relationships/customXml" Target="../customXml/item240.xml"/><Relationship Id="rId261" Type="http://schemas.openxmlformats.org/officeDocument/2006/relationships/slideMaster" Target="slideMasters/slideMaster1.xml"/><Relationship Id="rId14" Type="http://schemas.openxmlformats.org/officeDocument/2006/relationships/customXml" Target="../customXml/item14.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282" Type="http://schemas.openxmlformats.org/officeDocument/2006/relationships/slide" Target="slides/slide18.xml"/><Relationship Id="rId8" Type="http://schemas.openxmlformats.org/officeDocument/2006/relationships/customXml" Target="../customXml/item8.xml"/><Relationship Id="rId98" Type="http://schemas.openxmlformats.org/officeDocument/2006/relationships/customXml" Target="../customXml/item98.xml"/><Relationship Id="rId121" Type="http://schemas.openxmlformats.org/officeDocument/2006/relationships/customXml" Target="../customXml/item121.xml"/><Relationship Id="rId142" Type="http://schemas.openxmlformats.org/officeDocument/2006/relationships/customXml" Target="../customXml/item142.xml"/><Relationship Id="rId163" Type="http://schemas.openxmlformats.org/officeDocument/2006/relationships/customXml" Target="../customXml/item163.xml"/><Relationship Id="rId184" Type="http://schemas.openxmlformats.org/officeDocument/2006/relationships/customXml" Target="../customXml/item184.xml"/><Relationship Id="rId219" Type="http://schemas.openxmlformats.org/officeDocument/2006/relationships/customXml" Target="../customXml/item219.xml"/><Relationship Id="rId230" Type="http://schemas.openxmlformats.org/officeDocument/2006/relationships/customXml" Target="../customXml/item230.xml"/><Relationship Id="rId251" Type="http://schemas.openxmlformats.org/officeDocument/2006/relationships/customXml" Target="../customXml/item251.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272" Type="http://schemas.openxmlformats.org/officeDocument/2006/relationships/slide" Target="slides/slide8.xml"/><Relationship Id="rId293" Type="http://schemas.openxmlformats.org/officeDocument/2006/relationships/slide" Target="slides/slide29.xml"/><Relationship Id="rId307" Type="http://schemas.microsoft.com/office/2015/10/relationships/revisionInfo" Target="revisionInfo.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customXml" Target="../customXml/item132.xml"/><Relationship Id="rId153" Type="http://schemas.openxmlformats.org/officeDocument/2006/relationships/customXml" Target="../customXml/item153.xml"/><Relationship Id="rId174" Type="http://schemas.openxmlformats.org/officeDocument/2006/relationships/customXml" Target="../customXml/item174.xml"/><Relationship Id="rId195" Type="http://schemas.openxmlformats.org/officeDocument/2006/relationships/customXml" Target="../customXml/item195.xml"/><Relationship Id="rId209" Type="http://schemas.openxmlformats.org/officeDocument/2006/relationships/customXml" Target="../customXml/item209.xml"/><Relationship Id="rId220" Type="http://schemas.openxmlformats.org/officeDocument/2006/relationships/customXml" Target="../customXml/item220.xml"/><Relationship Id="rId241" Type="http://schemas.openxmlformats.org/officeDocument/2006/relationships/customXml" Target="../customXml/item241.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262" Type="http://schemas.openxmlformats.org/officeDocument/2006/relationships/slideMaster" Target="slideMasters/slideMaster2.xml"/><Relationship Id="rId283" Type="http://schemas.openxmlformats.org/officeDocument/2006/relationships/slide" Target="slides/slide19.xml"/><Relationship Id="rId78" Type="http://schemas.openxmlformats.org/officeDocument/2006/relationships/customXml" Target="../customXml/item78.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customXml" Target="../customXml/item122.xml"/><Relationship Id="rId143" Type="http://schemas.openxmlformats.org/officeDocument/2006/relationships/customXml" Target="../customXml/item143.xml"/><Relationship Id="rId164" Type="http://schemas.openxmlformats.org/officeDocument/2006/relationships/customXml" Target="../customXml/item164.xml"/><Relationship Id="rId185" Type="http://schemas.openxmlformats.org/officeDocument/2006/relationships/customXml" Target="../customXml/item185.xml"/><Relationship Id="rId9" Type="http://schemas.openxmlformats.org/officeDocument/2006/relationships/customXml" Target="../customXml/item9.xml"/><Relationship Id="rId210" Type="http://schemas.openxmlformats.org/officeDocument/2006/relationships/customXml" Target="../customXml/item210.xml"/><Relationship Id="rId26" Type="http://schemas.openxmlformats.org/officeDocument/2006/relationships/customXml" Target="../customXml/item26.xml"/><Relationship Id="rId231" Type="http://schemas.openxmlformats.org/officeDocument/2006/relationships/customXml" Target="../customXml/item231.xml"/><Relationship Id="rId252" Type="http://schemas.openxmlformats.org/officeDocument/2006/relationships/customXml" Target="../customXml/item252.xml"/><Relationship Id="rId273" Type="http://schemas.openxmlformats.org/officeDocument/2006/relationships/slide" Target="slides/slide9.xml"/><Relationship Id="rId294" Type="http://schemas.openxmlformats.org/officeDocument/2006/relationships/slide" Target="slides/slide30.xml"/><Relationship Id="rId308" Type="http://schemas.microsoft.com/office/2018/10/relationships/authors" Target="authors.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customXml" Target="../customXml/item133.xml"/><Relationship Id="rId154" Type="http://schemas.openxmlformats.org/officeDocument/2006/relationships/customXml" Target="../customXml/item154.xml"/><Relationship Id="rId175" Type="http://schemas.openxmlformats.org/officeDocument/2006/relationships/customXml" Target="../customXml/item175.xml"/><Relationship Id="rId196" Type="http://schemas.openxmlformats.org/officeDocument/2006/relationships/customXml" Target="../customXml/item196.xml"/><Relationship Id="rId200" Type="http://schemas.openxmlformats.org/officeDocument/2006/relationships/customXml" Target="../customXml/item200.xml"/><Relationship Id="rId16" Type="http://schemas.openxmlformats.org/officeDocument/2006/relationships/customXml" Target="../customXml/item16.xml"/><Relationship Id="rId221" Type="http://schemas.openxmlformats.org/officeDocument/2006/relationships/customXml" Target="../customXml/item221.xml"/><Relationship Id="rId242" Type="http://schemas.openxmlformats.org/officeDocument/2006/relationships/customXml" Target="../customXml/item242.xml"/><Relationship Id="rId263" Type="http://schemas.openxmlformats.org/officeDocument/2006/relationships/slideMaster" Target="slideMasters/slideMaster3.xml"/><Relationship Id="rId284" Type="http://schemas.openxmlformats.org/officeDocument/2006/relationships/slide" Target="slides/slide20.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customXml" Target="../customXml/item123.xml"/><Relationship Id="rId144" Type="http://schemas.openxmlformats.org/officeDocument/2006/relationships/customXml" Target="../customXml/item144.xml"/><Relationship Id="rId90" Type="http://schemas.openxmlformats.org/officeDocument/2006/relationships/customXml" Target="../customXml/item90.xml"/><Relationship Id="rId165" Type="http://schemas.openxmlformats.org/officeDocument/2006/relationships/customXml" Target="../customXml/item165.xml"/><Relationship Id="rId186" Type="http://schemas.openxmlformats.org/officeDocument/2006/relationships/customXml" Target="../customXml/item186.xml"/><Relationship Id="rId211" Type="http://schemas.openxmlformats.org/officeDocument/2006/relationships/customXml" Target="../customXml/item211.xml"/><Relationship Id="rId232" Type="http://schemas.openxmlformats.org/officeDocument/2006/relationships/customXml" Target="../customXml/item232.xml"/><Relationship Id="rId253" Type="http://schemas.openxmlformats.org/officeDocument/2006/relationships/customXml" Target="../customXml/item253.xml"/><Relationship Id="rId274" Type="http://schemas.openxmlformats.org/officeDocument/2006/relationships/slide" Target="slides/slide10.xml"/><Relationship Id="rId295" Type="http://schemas.openxmlformats.org/officeDocument/2006/relationships/slide" Target="slides/slide31.xml"/><Relationship Id="rId27" Type="http://schemas.openxmlformats.org/officeDocument/2006/relationships/customXml" Target="../customXml/item27.xml"/><Relationship Id="rId48" Type="http://schemas.openxmlformats.org/officeDocument/2006/relationships/customXml" Target="../customXml/item48.xml"/><Relationship Id="rId69" Type="http://schemas.openxmlformats.org/officeDocument/2006/relationships/customXml" Target="../customXml/item69.xml"/><Relationship Id="rId113" Type="http://schemas.openxmlformats.org/officeDocument/2006/relationships/customXml" Target="../customXml/item113.xml"/><Relationship Id="rId134" Type="http://schemas.openxmlformats.org/officeDocument/2006/relationships/customXml" Target="../customXml/item134.xml"/><Relationship Id="rId80" Type="http://schemas.openxmlformats.org/officeDocument/2006/relationships/customXml" Target="../customXml/item80.xml"/><Relationship Id="rId155" Type="http://schemas.openxmlformats.org/officeDocument/2006/relationships/customXml" Target="../customXml/item155.xml"/><Relationship Id="rId176" Type="http://schemas.openxmlformats.org/officeDocument/2006/relationships/customXml" Target="../customXml/item176.xml"/><Relationship Id="rId197" Type="http://schemas.openxmlformats.org/officeDocument/2006/relationships/customXml" Target="../customXml/item197.xml"/><Relationship Id="rId201" Type="http://schemas.openxmlformats.org/officeDocument/2006/relationships/customXml" Target="../customXml/item201.xml"/><Relationship Id="rId222" Type="http://schemas.openxmlformats.org/officeDocument/2006/relationships/customXml" Target="../customXml/item222.xml"/><Relationship Id="rId243" Type="http://schemas.openxmlformats.org/officeDocument/2006/relationships/customXml" Target="../customXml/item243.xml"/><Relationship Id="rId264" Type="http://schemas.openxmlformats.org/officeDocument/2006/relationships/slideMaster" Target="slideMasters/slideMaster4.xml"/><Relationship Id="rId285" Type="http://schemas.openxmlformats.org/officeDocument/2006/relationships/slide" Target="slides/slide21.xml"/><Relationship Id="rId17" Type="http://schemas.openxmlformats.org/officeDocument/2006/relationships/customXml" Target="../customXml/item17.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24" Type="http://schemas.openxmlformats.org/officeDocument/2006/relationships/customXml" Target="../customXml/item124.xml"/><Relationship Id="rId70" Type="http://schemas.openxmlformats.org/officeDocument/2006/relationships/customXml" Target="../customXml/item70.xml"/><Relationship Id="rId91" Type="http://schemas.openxmlformats.org/officeDocument/2006/relationships/customXml" Target="../customXml/item91.xml"/><Relationship Id="rId145" Type="http://schemas.openxmlformats.org/officeDocument/2006/relationships/customXml" Target="../customXml/item145.xml"/><Relationship Id="rId166" Type="http://schemas.openxmlformats.org/officeDocument/2006/relationships/customXml" Target="../customXml/item166.xml"/><Relationship Id="rId187" Type="http://schemas.openxmlformats.org/officeDocument/2006/relationships/customXml" Target="../customXml/item187.xml"/><Relationship Id="rId1" Type="http://schemas.openxmlformats.org/officeDocument/2006/relationships/customXml" Target="../customXml/item1.xml"/><Relationship Id="rId212" Type="http://schemas.openxmlformats.org/officeDocument/2006/relationships/customXml" Target="../customXml/item212.xml"/><Relationship Id="rId233" Type="http://schemas.openxmlformats.org/officeDocument/2006/relationships/customXml" Target="../customXml/item233.xml"/><Relationship Id="rId254" Type="http://schemas.openxmlformats.org/officeDocument/2006/relationships/customXml" Target="../customXml/item254.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275" Type="http://schemas.openxmlformats.org/officeDocument/2006/relationships/slide" Target="slides/slide11.xml"/><Relationship Id="rId296" Type="http://schemas.openxmlformats.org/officeDocument/2006/relationships/slide" Target="slides/slide32.xml"/><Relationship Id="rId300" Type="http://schemas.openxmlformats.org/officeDocument/2006/relationships/notesMaster" Target="notesMasters/notesMaster1.xml"/><Relationship Id="rId60" Type="http://schemas.openxmlformats.org/officeDocument/2006/relationships/customXml" Target="../customXml/item60.xml"/><Relationship Id="rId81" Type="http://schemas.openxmlformats.org/officeDocument/2006/relationships/customXml" Target="../customXml/item81.xml"/><Relationship Id="rId135" Type="http://schemas.openxmlformats.org/officeDocument/2006/relationships/customXml" Target="../customXml/item135.xml"/><Relationship Id="rId156" Type="http://schemas.openxmlformats.org/officeDocument/2006/relationships/customXml" Target="../customXml/item156.xml"/><Relationship Id="rId177" Type="http://schemas.openxmlformats.org/officeDocument/2006/relationships/customXml" Target="../customXml/item177.xml"/><Relationship Id="rId198" Type="http://schemas.openxmlformats.org/officeDocument/2006/relationships/customXml" Target="../customXml/item198.xml"/><Relationship Id="rId202" Type="http://schemas.openxmlformats.org/officeDocument/2006/relationships/customXml" Target="../customXml/item202.xml"/><Relationship Id="rId223" Type="http://schemas.openxmlformats.org/officeDocument/2006/relationships/customXml" Target="../customXml/item223.xml"/><Relationship Id="rId244" Type="http://schemas.openxmlformats.org/officeDocument/2006/relationships/customXml" Target="../customXml/item244.xml"/><Relationship Id="rId18" Type="http://schemas.openxmlformats.org/officeDocument/2006/relationships/customXml" Target="../customXml/item18.xml"/><Relationship Id="rId39" Type="http://schemas.openxmlformats.org/officeDocument/2006/relationships/customXml" Target="../customXml/item39.xml"/><Relationship Id="rId265" Type="http://schemas.openxmlformats.org/officeDocument/2006/relationships/slide" Target="slides/slide1.xml"/><Relationship Id="rId286" Type="http://schemas.openxmlformats.org/officeDocument/2006/relationships/slide" Target="slides/slide22.xml"/><Relationship Id="rId50" Type="http://schemas.openxmlformats.org/officeDocument/2006/relationships/customXml" Target="../customXml/item50.xml"/><Relationship Id="rId104" Type="http://schemas.openxmlformats.org/officeDocument/2006/relationships/customXml" Target="../customXml/item104.xml"/><Relationship Id="rId125" Type="http://schemas.openxmlformats.org/officeDocument/2006/relationships/customXml" Target="../customXml/item125.xml"/><Relationship Id="rId146" Type="http://schemas.openxmlformats.org/officeDocument/2006/relationships/customXml" Target="../customXml/item146.xml"/><Relationship Id="rId167" Type="http://schemas.openxmlformats.org/officeDocument/2006/relationships/customXml" Target="../customXml/item167.xml"/><Relationship Id="rId188" Type="http://schemas.openxmlformats.org/officeDocument/2006/relationships/customXml" Target="../customXml/item188.xml"/><Relationship Id="rId71" Type="http://schemas.openxmlformats.org/officeDocument/2006/relationships/customXml" Target="../customXml/item71.xml"/><Relationship Id="rId92" Type="http://schemas.openxmlformats.org/officeDocument/2006/relationships/customXml" Target="../customXml/item92.xml"/><Relationship Id="rId213" Type="http://schemas.openxmlformats.org/officeDocument/2006/relationships/customXml" Target="../customXml/item213.xml"/><Relationship Id="rId234" Type="http://schemas.openxmlformats.org/officeDocument/2006/relationships/customXml" Target="../customXml/item234.xml"/><Relationship Id="rId2" Type="http://schemas.openxmlformats.org/officeDocument/2006/relationships/customXml" Target="../customXml/item2.xml"/><Relationship Id="rId29" Type="http://schemas.openxmlformats.org/officeDocument/2006/relationships/customXml" Target="../customXml/item29.xml"/><Relationship Id="rId255" Type="http://schemas.openxmlformats.org/officeDocument/2006/relationships/customXml" Target="../customXml/item255.xml"/><Relationship Id="rId276" Type="http://schemas.openxmlformats.org/officeDocument/2006/relationships/slide" Target="slides/slide12.xml"/><Relationship Id="rId297" Type="http://schemas.openxmlformats.org/officeDocument/2006/relationships/slide" Target="slides/slide33.xml"/><Relationship Id="rId40" Type="http://schemas.openxmlformats.org/officeDocument/2006/relationships/customXml" Target="../customXml/item40.xml"/><Relationship Id="rId115" Type="http://schemas.openxmlformats.org/officeDocument/2006/relationships/customXml" Target="../customXml/item115.xml"/><Relationship Id="rId136" Type="http://schemas.openxmlformats.org/officeDocument/2006/relationships/customXml" Target="../customXml/item136.xml"/><Relationship Id="rId157" Type="http://schemas.openxmlformats.org/officeDocument/2006/relationships/customXml" Target="../customXml/item157.xml"/><Relationship Id="rId178" Type="http://schemas.openxmlformats.org/officeDocument/2006/relationships/customXml" Target="../customXml/item178.xml"/><Relationship Id="rId301" Type="http://schemas.openxmlformats.org/officeDocument/2006/relationships/handoutMaster" Target="handoutMasters/handoutMaster1.xml"/><Relationship Id="rId61" Type="http://schemas.openxmlformats.org/officeDocument/2006/relationships/customXml" Target="../customXml/item61.xml"/><Relationship Id="rId82" Type="http://schemas.openxmlformats.org/officeDocument/2006/relationships/customXml" Target="../customXml/item82.xml"/><Relationship Id="rId199" Type="http://schemas.openxmlformats.org/officeDocument/2006/relationships/customXml" Target="../customXml/item199.xml"/><Relationship Id="rId203" Type="http://schemas.openxmlformats.org/officeDocument/2006/relationships/customXml" Target="../customXml/item203.xml"/><Relationship Id="rId19" Type="http://schemas.openxmlformats.org/officeDocument/2006/relationships/customXml" Target="../customXml/item19.xml"/><Relationship Id="rId224" Type="http://schemas.openxmlformats.org/officeDocument/2006/relationships/customXml" Target="../customXml/item224.xml"/><Relationship Id="rId245" Type="http://schemas.openxmlformats.org/officeDocument/2006/relationships/customXml" Target="../customXml/item245.xml"/><Relationship Id="rId266" Type="http://schemas.openxmlformats.org/officeDocument/2006/relationships/slide" Target="slides/slide2.xml"/><Relationship Id="rId287" Type="http://schemas.openxmlformats.org/officeDocument/2006/relationships/slide" Target="slides/slide23.xml"/><Relationship Id="rId30" Type="http://schemas.openxmlformats.org/officeDocument/2006/relationships/customXml" Target="../customXml/item30.xml"/><Relationship Id="rId105" Type="http://schemas.openxmlformats.org/officeDocument/2006/relationships/customXml" Target="../customXml/item105.xml"/><Relationship Id="rId126" Type="http://schemas.openxmlformats.org/officeDocument/2006/relationships/customXml" Target="../customXml/item126.xml"/><Relationship Id="rId147" Type="http://schemas.openxmlformats.org/officeDocument/2006/relationships/customXml" Target="../customXml/item147.xml"/><Relationship Id="rId168" Type="http://schemas.openxmlformats.org/officeDocument/2006/relationships/customXml" Target="../customXml/item16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189" Type="http://schemas.openxmlformats.org/officeDocument/2006/relationships/customXml" Target="../customXml/item189.xml"/><Relationship Id="rId3" Type="http://schemas.openxmlformats.org/officeDocument/2006/relationships/customXml" Target="../customXml/item3.xml"/><Relationship Id="rId214" Type="http://schemas.openxmlformats.org/officeDocument/2006/relationships/customXml" Target="../customXml/item214.xml"/><Relationship Id="rId235" Type="http://schemas.openxmlformats.org/officeDocument/2006/relationships/customXml" Target="../customXml/item235.xml"/><Relationship Id="rId256" Type="http://schemas.openxmlformats.org/officeDocument/2006/relationships/customXml" Target="../customXml/item256.xml"/><Relationship Id="rId277" Type="http://schemas.openxmlformats.org/officeDocument/2006/relationships/slide" Target="slides/slide13.xml"/><Relationship Id="rId298" Type="http://schemas.openxmlformats.org/officeDocument/2006/relationships/slide" Target="slides/slide34.xml"/><Relationship Id="rId116" Type="http://schemas.openxmlformats.org/officeDocument/2006/relationships/customXml" Target="../customXml/item116.xml"/><Relationship Id="rId137" Type="http://schemas.openxmlformats.org/officeDocument/2006/relationships/customXml" Target="../customXml/item137.xml"/><Relationship Id="rId158" Type="http://schemas.openxmlformats.org/officeDocument/2006/relationships/customXml" Target="../customXml/item158.xml"/><Relationship Id="rId302" Type="http://schemas.openxmlformats.org/officeDocument/2006/relationships/presProps" Target="presProps.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179" Type="http://schemas.openxmlformats.org/officeDocument/2006/relationships/customXml" Target="../customXml/item179.xml"/><Relationship Id="rId190" Type="http://schemas.openxmlformats.org/officeDocument/2006/relationships/customXml" Target="../customXml/item190.xml"/><Relationship Id="rId204" Type="http://schemas.openxmlformats.org/officeDocument/2006/relationships/customXml" Target="../customXml/item204.xml"/><Relationship Id="rId225" Type="http://schemas.openxmlformats.org/officeDocument/2006/relationships/customXml" Target="../customXml/item225.xml"/><Relationship Id="rId246" Type="http://schemas.openxmlformats.org/officeDocument/2006/relationships/customXml" Target="../customXml/item246.xml"/><Relationship Id="rId267" Type="http://schemas.openxmlformats.org/officeDocument/2006/relationships/slide" Target="slides/slide3.xml"/><Relationship Id="rId288" Type="http://schemas.openxmlformats.org/officeDocument/2006/relationships/slide" Target="slides/slide24.xml"/><Relationship Id="rId106" Type="http://schemas.openxmlformats.org/officeDocument/2006/relationships/customXml" Target="../customXml/item106.xml"/><Relationship Id="rId127" Type="http://schemas.openxmlformats.org/officeDocument/2006/relationships/customXml" Target="../customXml/item127.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94" Type="http://schemas.openxmlformats.org/officeDocument/2006/relationships/customXml" Target="../customXml/item94.xml"/><Relationship Id="rId148" Type="http://schemas.openxmlformats.org/officeDocument/2006/relationships/customXml" Target="../customXml/item148.xml"/><Relationship Id="rId169" Type="http://schemas.openxmlformats.org/officeDocument/2006/relationships/customXml" Target="../customXml/item169.xml"/><Relationship Id="rId4" Type="http://schemas.openxmlformats.org/officeDocument/2006/relationships/customXml" Target="../customXml/item4.xml"/><Relationship Id="rId180" Type="http://schemas.openxmlformats.org/officeDocument/2006/relationships/customXml" Target="../customXml/item180.xml"/><Relationship Id="rId215" Type="http://schemas.openxmlformats.org/officeDocument/2006/relationships/customXml" Target="../customXml/item215.xml"/><Relationship Id="rId236" Type="http://schemas.openxmlformats.org/officeDocument/2006/relationships/customXml" Target="../customXml/item236.xml"/><Relationship Id="rId257" Type="http://schemas.openxmlformats.org/officeDocument/2006/relationships/customXml" Target="../customXml/item257.xml"/><Relationship Id="rId278" Type="http://schemas.openxmlformats.org/officeDocument/2006/relationships/slide" Target="slides/slide14.xml"/><Relationship Id="rId303" Type="http://schemas.openxmlformats.org/officeDocument/2006/relationships/viewProps" Target="viewProps.xml"/><Relationship Id="rId42" Type="http://schemas.openxmlformats.org/officeDocument/2006/relationships/customXml" Target="../customXml/item42.xml"/><Relationship Id="rId84" Type="http://schemas.openxmlformats.org/officeDocument/2006/relationships/customXml" Target="../customXml/item84.xml"/><Relationship Id="rId138" Type="http://schemas.openxmlformats.org/officeDocument/2006/relationships/customXml" Target="../customXml/item138.xml"/><Relationship Id="rId191" Type="http://schemas.openxmlformats.org/officeDocument/2006/relationships/customXml" Target="../customXml/item191.xml"/><Relationship Id="rId205" Type="http://schemas.openxmlformats.org/officeDocument/2006/relationships/customXml" Target="../customXml/item205.xml"/><Relationship Id="rId247" Type="http://schemas.openxmlformats.org/officeDocument/2006/relationships/customXml" Target="../customXml/item247.xml"/><Relationship Id="rId107" Type="http://schemas.openxmlformats.org/officeDocument/2006/relationships/customXml" Target="../customXml/item107.xml"/><Relationship Id="rId289" Type="http://schemas.openxmlformats.org/officeDocument/2006/relationships/slide" Target="slides/slide25.xml"/><Relationship Id="rId11" Type="http://schemas.openxmlformats.org/officeDocument/2006/relationships/customXml" Target="../customXml/item11.xml"/><Relationship Id="rId53" Type="http://schemas.openxmlformats.org/officeDocument/2006/relationships/customXml" Target="../customXml/item53.xml"/><Relationship Id="rId149" Type="http://schemas.openxmlformats.org/officeDocument/2006/relationships/customXml" Target="../customXml/item149.xml"/><Relationship Id="rId95" Type="http://schemas.openxmlformats.org/officeDocument/2006/relationships/customXml" Target="../customXml/item95.xml"/><Relationship Id="rId160" Type="http://schemas.openxmlformats.org/officeDocument/2006/relationships/customXml" Target="../customXml/item160.xml"/><Relationship Id="rId216" Type="http://schemas.openxmlformats.org/officeDocument/2006/relationships/customXml" Target="../customXml/item216.xml"/><Relationship Id="rId258" Type="http://schemas.openxmlformats.org/officeDocument/2006/relationships/customXml" Target="../customXml/item258.xml"/><Relationship Id="rId22" Type="http://schemas.openxmlformats.org/officeDocument/2006/relationships/customXml" Target="../customXml/item22.xml"/><Relationship Id="rId64" Type="http://schemas.openxmlformats.org/officeDocument/2006/relationships/customXml" Target="../customXml/item64.xml"/><Relationship Id="rId118" Type="http://schemas.openxmlformats.org/officeDocument/2006/relationships/customXml" Target="../customXml/item118.xml"/><Relationship Id="rId171" Type="http://schemas.openxmlformats.org/officeDocument/2006/relationships/customXml" Target="../customXml/item171.xml"/><Relationship Id="rId227" Type="http://schemas.openxmlformats.org/officeDocument/2006/relationships/customXml" Target="../customXml/item227.xml"/><Relationship Id="rId269" Type="http://schemas.openxmlformats.org/officeDocument/2006/relationships/slide" Target="slides/slide5.xml"/><Relationship Id="rId33" Type="http://schemas.openxmlformats.org/officeDocument/2006/relationships/customXml" Target="../customXml/item33.xml"/><Relationship Id="rId129" Type="http://schemas.openxmlformats.org/officeDocument/2006/relationships/customXml" Target="../customXml/item129.xml"/><Relationship Id="rId280" Type="http://schemas.openxmlformats.org/officeDocument/2006/relationships/slide" Target="slides/slide16.xml"/><Relationship Id="rId75" Type="http://schemas.openxmlformats.org/officeDocument/2006/relationships/customXml" Target="../customXml/item75.xml"/><Relationship Id="rId140" Type="http://schemas.openxmlformats.org/officeDocument/2006/relationships/customXml" Target="../customXml/item140.xml"/><Relationship Id="rId182" Type="http://schemas.openxmlformats.org/officeDocument/2006/relationships/customXml" Target="../customXml/item182.xml"/><Relationship Id="rId6" Type="http://schemas.openxmlformats.org/officeDocument/2006/relationships/customXml" Target="../customXml/item6.xml"/><Relationship Id="rId238" Type="http://schemas.openxmlformats.org/officeDocument/2006/relationships/customXml" Target="../customXml/item2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y Loudermilk" userId="2c24f908-4dfd-4849-a1b6-bb3197b8e3c9" providerId="ADAL" clId="{25A22846-C1E9-4D49-92BC-68666D2CE3CC}"/>
    <pc:docChg chg="undo custSel addSld modSld">
      <pc:chgData name="Christy Loudermilk" userId="2c24f908-4dfd-4849-a1b6-bb3197b8e3c9" providerId="ADAL" clId="{25A22846-C1E9-4D49-92BC-68666D2CE3CC}" dt="2025-05-15T13:19:55.801" v="267" actId="1076"/>
      <pc:docMkLst>
        <pc:docMk/>
      </pc:docMkLst>
      <pc:sldChg chg="modSp mod">
        <pc:chgData name="Christy Loudermilk" userId="2c24f908-4dfd-4849-a1b6-bb3197b8e3c9" providerId="ADAL" clId="{25A22846-C1E9-4D49-92BC-68666D2CE3CC}" dt="2025-05-15T13:18:44.374" v="258" actId="20577"/>
        <pc:sldMkLst>
          <pc:docMk/>
          <pc:sldMk cId="0" sldId="281"/>
        </pc:sldMkLst>
        <pc:spChg chg="mod">
          <ac:chgData name="Christy Loudermilk" userId="2c24f908-4dfd-4849-a1b6-bb3197b8e3c9" providerId="ADAL" clId="{25A22846-C1E9-4D49-92BC-68666D2CE3CC}" dt="2025-05-15T13:18:44.374" v="258" actId="20577"/>
          <ac:spMkLst>
            <pc:docMk/>
            <pc:sldMk cId="0" sldId="281"/>
            <ac:spMk id="4" creationId="{5D1FBAEE-94CA-23E9-17B7-D75B26D425F5}"/>
          </ac:spMkLst>
        </pc:spChg>
      </pc:sldChg>
      <pc:sldChg chg="addSp modSp mod">
        <pc:chgData name="Christy Loudermilk" userId="2c24f908-4dfd-4849-a1b6-bb3197b8e3c9" providerId="ADAL" clId="{25A22846-C1E9-4D49-92BC-68666D2CE3CC}" dt="2025-05-15T13:14:38.620" v="62" actId="207"/>
        <pc:sldMkLst>
          <pc:docMk/>
          <pc:sldMk cId="3885044350" sldId="284"/>
        </pc:sldMkLst>
        <pc:spChg chg="add mod">
          <ac:chgData name="Christy Loudermilk" userId="2c24f908-4dfd-4849-a1b6-bb3197b8e3c9" providerId="ADAL" clId="{25A22846-C1E9-4D49-92BC-68666D2CE3CC}" dt="2025-05-15T13:13:36.894" v="54" actId="20577"/>
          <ac:spMkLst>
            <pc:docMk/>
            <pc:sldMk cId="3885044350" sldId="284"/>
            <ac:spMk id="7" creationId="{C27265FA-7C61-24A8-FC2A-7C79A282EAD8}"/>
          </ac:spMkLst>
        </pc:spChg>
        <pc:spChg chg="add mod">
          <ac:chgData name="Christy Loudermilk" userId="2c24f908-4dfd-4849-a1b6-bb3197b8e3c9" providerId="ADAL" clId="{25A22846-C1E9-4D49-92BC-68666D2CE3CC}" dt="2025-05-15T13:14:17.865" v="58"/>
          <ac:spMkLst>
            <pc:docMk/>
            <pc:sldMk cId="3885044350" sldId="284"/>
            <ac:spMk id="8" creationId="{AA917678-FC4C-9E70-7B26-DAFDD5B194E6}"/>
          </ac:spMkLst>
        </pc:spChg>
        <pc:spChg chg="add mod">
          <ac:chgData name="Christy Loudermilk" userId="2c24f908-4dfd-4849-a1b6-bb3197b8e3c9" providerId="ADAL" clId="{25A22846-C1E9-4D49-92BC-68666D2CE3CC}" dt="2025-05-15T13:14:38.620" v="62" actId="207"/>
          <ac:spMkLst>
            <pc:docMk/>
            <pc:sldMk cId="3885044350" sldId="284"/>
            <ac:spMk id="10" creationId="{4A4680B7-71B7-151E-5A9B-753AE4AE45CC}"/>
          </ac:spMkLst>
        </pc:spChg>
      </pc:sldChg>
      <pc:sldChg chg="addSp modSp mod">
        <pc:chgData name="Christy Loudermilk" userId="2c24f908-4dfd-4849-a1b6-bb3197b8e3c9" providerId="ADAL" clId="{25A22846-C1E9-4D49-92BC-68666D2CE3CC}" dt="2025-05-15T13:17:52.044" v="247" actId="20577"/>
        <pc:sldMkLst>
          <pc:docMk/>
          <pc:sldMk cId="4276900104" sldId="297"/>
        </pc:sldMkLst>
        <pc:spChg chg="add mod">
          <ac:chgData name="Christy Loudermilk" userId="2c24f908-4dfd-4849-a1b6-bb3197b8e3c9" providerId="ADAL" clId="{25A22846-C1E9-4D49-92BC-68666D2CE3CC}" dt="2025-05-15T13:17:52.044" v="247" actId="20577"/>
          <ac:spMkLst>
            <pc:docMk/>
            <pc:sldMk cId="4276900104" sldId="297"/>
            <ac:spMk id="3" creationId="{0CAB9570-2C12-A4E8-360C-CF6094486957}"/>
          </ac:spMkLst>
        </pc:spChg>
      </pc:sldChg>
      <pc:sldChg chg="modSp mod">
        <pc:chgData name="Christy Loudermilk" userId="2c24f908-4dfd-4849-a1b6-bb3197b8e3c9" providerId="ADAL" clId="{25A22846-C1E9-4D49-92BC-68666D2CE3CC}" dt="2025-05-15T13:17:11.695" v="180" actId="20577"/>
        <pc:sldMkLst>
          <pc:docMk/>
          <pc:sldMk cId="4105385650" sldId="578"/>
        </pc:sldMkLst>
        <pc:spChg chg="mod">
          <ac:chgData name="Christy Loudermilk" userId="2c24f908-4dfd-4849-a1b6-bb3197b8e3c9" providerId="ADAL" clId="{25A22846-C1E9-4D49-92BC-68666D2CE3CC}" dt="2025-05-15T13:17:11.695" v="180" actId="20577"/>
          <ac:spMkLst>
            <pc:docMk/>
            <pc:sldMk cId="4105385650" sldId="578"/>
            <ac:spMk id="2" creationId="{D416D5FE-9886-41E5-AD75-2DE458F5B270}"/>
          </ac:spMkLst>
        </pc:spChg>
      </pc:sldChg>
      <pc:sldChg chg="modSp mod">
        <pc:chgData name="Christy Loudermilk" userId="2c24f908-4dfd-4849-a1b6-bb3197b8e3c9" providerId="ADAL" clId="{25A22846-C1E9-4D49-92BC-68666D2CE3CC}" dt="2025-05-15T13:15:05.574" v="64" actId="1076"/>
        <pc:sldMkLst>
          <pc:docMk/>
          <pc:sldMk cId="2779245913" sldId="580"/>
        </pc:sldMkLst>
        <pc:spChg chg="mod">
          <ac:chgData name="Christy Loudermilk" userId="2c24f908-4dfd-4849-a1b6-bb3197b8e3c9" providerId="ADAL" clId="{25A22846-C1E9-4D49-92BC-68666D2CE3CC}" dt="2025-05-15T13:15:05.574" v="64" actId="1076"/>
          <ac:spMkLst>
            <pc:docMk/>
            <pc:sldMk cId="2779245913" sldId="580"/>
            <ac:spMk id="6" creationId="{1AB58AB5-CF92-88BF-0835-273BF99D8B2C}"/>
          </ac:spMkLst>
        </pc:spChg>
      </pc:sldChg>
      <pc:sldChg chg="modSp">
        <pc:chgData name="Christy Loudermilk" userId="2c24f908-4dfd-4849-a1b6-bb3197b8e3c9" providerId="ADAL" clId="{25A22846-C1E9-4D49-92BC-68666D2CE3CC}" dt="2025-05-15T13:16:36.004" v="78"/>
        <pc:sldMkLst>
          <pc:docMk/>
          <pc:sldMk cId="1289564586" sldId="1157"/>
        </pc:sldMkLst>
        <pc:spChg chg="mod">
          <ac:chgData name="Christy Loudermilk" userId="2c24f908-4dfd-4849-a1b6-bb3197b8e3c9" providerId="ADAL" clId="{25A22846-C1E9-4D49-92BC-68666D2CE3CC}" dt="2025-05-15T13:16:27.374" v="77"/>
          <ac:spMkLst>
            <pc:docMk/>
            <pc:sldMk cId="1289564586" sldId="1157"/>
            <ac:spMk id="6" creationId="{66A3E39C-91A0-BED4-2D3C-01AA9A8DD38D}"/>
          </ac:spMkLst>
        </pc:spChg>
        <pc:spChg chg="mod">
          <ac:chgData name="Christy Loudermilk" userId="2c24f908-4dfd-4849-a1b6-bb3197b8e3c9" providerId="ADAL" clId="{25A22846-C1E9-4D49-92BC-68666D2CE3CC}" dt="2025-05-15T13:16:36.004" v="78"/>
          <ac:spMkLst>
            <pc:docMk/>
            <pc:sldMk cId="1289564586" sldId="1157"/>
            <ac:spMk id="18" creationId="{7527D34B-69DF-C2DF-2872-132FE4B64218}"/>
          </ac:spMkLst>
        </pc:spChg>
      </pc:sldChg>
      <pc:sldChg chg="modSp mod">
        <pc:chgData name="Christy Loudermilk" userId="2c24f908-4dfd-4849-a1b6-bb3197b8e3c9" providerId="ADAL" clId="{25A22846-C1E9-4D49-92BC-68666D2CE3CC}" dt="2025-05-15T13:15:13.964" v="73" actId="20577"/>
        <pc:sldMkLst>
          <pc:docMk/>
          <pc:sldMk cId="1482067455" sldId="1159"/>
        </pc:sldMkLst>
        <pc:spChg chg="mod">
          <ac:chgData name="Christy Loudermilk" userId="2c24f908-4dfd-4849-a1b6-bb3197b8e3c9" providerId="ADAL" clId="{25A22846-C1E9-4D49-92BC-68666D2CE3CC}" dt="2025-05-15T13:15:13.964" v="73" actId="20577"/>
          <ac:spMkLst>
            <pc:docMk/>
            <pc:sldMk cId="1482067455" sldId="1159"/>
            <ac:spMk id="3" creationId="{AA5E09E1-D9B9-42CD-959E-698655DEA42F}"/>
          </ac:spMkLst>
        </pc:spChg>
        <pc:spChg chg="mod">
          <ac:chgData name="Christy Loudermilk" userId="2c24f908-4dfd-4849-a1b6-bb3197b8e3c9" providerId="ADAL" clId="{25A22846-C1E9-4D49-92BC-68666D2CE3CC}" dt="2025-05-15T13:15:10.694" v="65" actId="1076"/>
          <ac:spMkLst>
            <pc:docMk/>
            <pc:sldMk cId="1482067455" sldId="1159"/>
            <ac:spMk id="4" creationId="{D8333D4F-03DF-AE7A-D923-B5F8355C10A1}"/>
          </ac:spMkLst>
        </pc:spChg>
      </pc:sldChg>
      <pc:sldChg chg="addSp delSp modSp mod">
        <pc:chgData name="Christy Loudermilk" userId="2c24f908-4dfd-4849-a1b6-bb3197b8e3c9" providerId="ADAL" clId="{25A22846-C1E9-4D49-92BC-68666D2CE3CC}" dt="2025-05-15T13:14:13.694" v="56"/>
        <pc:sldMkLst>
          <pc:docMk/>
          <pc:sldMk cId="1908193359" sldId="1204"/>
        </pc:sldMkLst>
        <pc:spChg chg="del">
          <ac:chgData name="Christy Loudermilk" userId="2c24f908-4dfd-4849-a1b6-bb3197b8e3c9" providerId="ADAL" clId="{25A22846-C1E9-4D49-92BC-68666D2CE3CC}" dt="2025-05-15T13:14:13.049" v="55" actId="478"/>
          <ac:spMkLst>
            <pc:docMk/>
            <pc:sldMk cId="1908193359" sldId="1204"/>
            <ac:spMk id="4" creationId="{F00B9C7D-9A7C-4CF7-8F0D-F0B28A450E79}"/>
          </ac:spMkLst>
        </pc:spChg>
        <pc:spChg chg="add mod">
          <ac:chgData name="Christy Loudermilk" userId="2c24f908-4dfd-4849-a1b6-bb3197b8e3c9" providerId="ADAL" clId="{25A22846-C1E9-4D49-92BC-68666D2CE3CC}" dt="2025-05-15T13:14:13.694" v="56"/>
          <ac:spMkLst>
            <pc:docMk/>
            <pc:sldMk cId="1908193359" sldId="1204"/>
            <ac:spMk id="8" creationId="{26796C46-2539-9097-E325-35AACC360878}"/>
          </ac:spMkLst>
        </pc:spChg>
      </pc:sldChg>
      <pc:sldChg chg="modSp mod">
        <pc:chgData name="Christy Loudermilk" userId="2c24f908-4dfd-4849-a1b6-bb3197b8e3c9" providerId="ADAL" clId="{25A22846-C1E9-4D49-92BC-68666D2CE3CC}" dt="2025-05-15T13:19:04.324" v="260" actId="1035"/>
        <pc:sldMkLst>
          <pc:docMk/>
          <pc:sldMk cId="128828062" sldId="1208"/>
        </pc:sldMkLst>
        <pc:spChg chg="mod">
          <ac:chgData name="Christy Loudermilk" userId="2c24f908-4dfd-4849-a1b6-bb3197b8e3c9" providerId="ADAL" clId="{25A22846-C1E9-4D49-92BC-68666D2CE3CC}" dt="2025-05-15T13:19:04.324" v="260" actId="1035"/>
          <ac:spMkLst>
            <pc:docMk/>
            <pc:sldMk cId="128828062" sldId="1208"/>
            <ac:spMk id="2" creationId="{D996A255-077A-3887-0A14-DF42A3F2677B}"/>
          </ac:spMkLst>
        </pc:spChg>
      </pc:sldChg>
      <pc:sldChg chg="addSp delSp modSp mod">
        <pc:chgData name="Christy Loudermilk" userId="2c24f908-4dfd-4849-a1b6-bb3197b8e3c9" providerId="ADAL" clId="{25A22846-C1E9-4D49-92BC-68666D2CE3CC}" dt="2025-05-15T13:19:18.839" v="262"/>
        <pc:sldMkLst>
          <pc:docMk/>
          <pc:sldMk cId="3413784378" sldId="1215"/>
        </pc:sldMkLst>
        <pc:spChg chg="del">
          <ac:chgData name="Christy Loudermilk" userId="2c24f908-4dfd-4849-a1b6-bb3197b8e3c9" providerId="ADAL" clId="{25A22846-C1E9-4D49-92BC-68666D2CE3CC}" dt="2025-05-15T13:19:10.474" v="261" actId="478"/>
          <ac:spMkLst>
            <pc:docMk/>
            <pc:sldMk cId="3413784378" sldId="1215"/>
            <ac:spMk id="9" creationId="{889B8FA0-F183-B17F-BFEB-E2B33C54BD95}"/>
          </ac:spMkLst>
        </pc:spChg>
        <pc:spChg chg="add mod">
          <ac:chgData name="Christy Loudermilk" userId="2c24f908-4dfd-4849-a1b6-bb3197b8e3c9" providerId="ADAL" clId="{25A22846-C1E9-4D49-92BC-68666D2CE3CC}" dt="2025-05-15T13:19:18.839" v="262"/>
          <ac:spMkLst>
            <pc:docMk/>
            <pc:sldMk cId="3413784378" sldId="1215"/>
            <ac:spMk id="10" creationId="{729167F8-E6E8-60C2-3A5B-17C19838FFB0}"/>
          </ac:spMkLst>
        </pc:spChg>
      </pc:sldChg>
      <pc:sldChg chg="modSp mod">
        <pc:chgData name="Christy Loudermilk" userId="2c24f908-4dfd-4849-a1b6-bb3197b8e3c9" providerId="ADAL" clId="{25A22846-C1E9-4D49-92BC-68666D2CE3CC}" dt="2025-05-15T13:15:47.110" v="76" actId="207"/>
        <pc:sldMkLst>
          <pc:docMk/>
          <pc:sldMk cId="3611364933" sldId="1216"/>
        </pc:sldMkLst>
        <pc:graphicFrameChg chg="modGraphic">
          <ac:chgData name="Christy Loudermilk" userId="2c24f908-4dfd-4849-a1b6-bb3197b8e3c9" providerId="ADAL" clId="{25A22846-C1E9-4D49-92BC-68666D2CE3CC}" dt="2025-05-15T13:15:47.110" v="76" actId="207"/>
          <ac:graphicFrameMkLst>
            <pc:docMk/>
            <pc:sldMk cId="3611364933" sldId="1216"/>
            <ac:graphicFrameMk id="9" creationId="{136B852E-94A0-4604-AE6B-276120BE3DD0}"/>
          </ac:graphicFrameMkLst>
        </pc:graphicFrameChg>
        <pc:graphicFrameChg chg="modGraphic">
          <ac:chgData name="Christy Loudermilk" userId="2c24f908-4dfd-4849-a1b6-bb3197b8e3c9" providerId="ADAL" clId="{25A22846-C1E9-4D49-92BC-68666D2CE3CC}" dt="2025-05-15T13:15:38.683" v="74" actId="207"/>
          <ac:graphicFrameMkLst>
            <pc:docMk/>
            <pc:sldMk cId="3611364933" sldId="1216"/>
            <ac:graphicFrameMk id="10" creationId="{8ADB5E94-C64F-42A6-BA5F-BD483FD34A3A}"/>
          </ac:graphicFrameMkLst>
        </pc:graphicFrameChg>
      </pc:sldChg>
      <pc:sldChg chg="modSp mod">
        <pc:chgData name="Christy Loudermilk" userId="2c24f908-4dfd-4849-a1b6-bb3197b8e3c9" providerId="ADAL" clId="{25A22846-C1E9-4D49-92BC-68666D2CE3CC}" dt="2025-05-15T13:19:55.801" v="267" actId="1076"/>
        <pc:sldMkLst>
          <pc:docMk/>
          <pc:sldMk cId="1301611400" sldId="1227"/>
        </pc:sldMkLst>
        <pc:picChg chg="mod">
          <ac:chgData name="Christy Loudermilk" userId="2c24f908-4dfd-4849-a1b6-bb3197b8e3c9" providerId="ADAL" clId="{25A22846-C1E9-4D49-92BC-68666D2CE3CC}" dt="2025-05-15T13:19:55.801" v="267" actId="1076"/>
          <ac:picMkLst>
            <pc:docMk/>
            <pc:sldMk cId="1301611400" sldId="1227"/>
            <ac:picMk id="9" creationId="{44029A30-989E-4A89-ADE7-887CD4EC8CE3}"/>
          </ac:picMkLst>
        </pc:picChg>
      </pc:sldChg>
      <pc:sldChg chg="addSp modSp add mod">
        <pc:chgData name="Christy Loudermilk" userId="2c24f908-4dfd-4849-a1b6-bb3197b8e3c9" providerId="ADAL" clId="{25A22846-C1E9-4D49-92BC-68666D2CE3CC}" dt="2025-05-15T13:18:00.427" v="256" actId="20577"/>
        <pc:sldMkLst>
          <pc:docMk/>
          <pc:sldMk cId="1332916025" sldId="1233"/>
        </pc:sldMkLst>
        <pc:spChg chg="add mod">
          <ac:chgData name="Christy Loudermilk" userId="2c24f908-4dfd-4849-a1b6-bb3197b8e3c9" providerId="ADAL" clId="{25A22846-C1E9-4D49-92BC-68666D2CE3CC}" dt="2025-05-15T13:18:00.427" v="256" actId="20577"/>
          <ac:spMkLst>
            <pc:docMk/>
            <pc:sldMk cId="1332916025" sldId="1233"/>
            <ac:spMk id="3" creationId="{BF86D9D9-D1D0-F9D4-D0D0-43C2CE79C050}"/>
          </ac:spMkLst>
        </pc:spChg>
        <pc:spChg chg="mod">
          <ac:chgData name="Christy Loudermilk" userId="2c24f908-4dfd-4849-a1b6-bb3197b8e3c9" providerId="ADAL" clId="{25A22846-C1E9-4D49-92BC-68666D2CE3CC}" dt="2025-05-15T13:17:40.124" v="227" actId="20577"/>
          <ac:spMkLst>
            <pc:docMk/>
            <pc:sldMk cId="1332916025" sldId="1233"/>
            <ac:spMk id="8" creationId="{36FB5F07-878F-BAF0-0A41-B663EF068250}"/>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789251946423127E-2"/>
          <c:y val="3.0054644808743168E-2"/>
          <c:w val="0.93082567804024485"/>
          <c:h val="0.77407438361888858"/>
        </c:manualLayout>
      </c:layout>
      <c:barChart>
        <c:barDir val="col"/>
        <c:grouping val="percentStacked"/>
        <c:varyColors val="0"/>
        <c:ser>
          <c:idx val="0"/>
          <c:order val="0"/>
          <c:tx>
            <c:strRef>
              <c:f>DistanceTraveled!$B$2</c:f>
              <c:strCache>
                <c:ptCount val="1"/>
                <c:pt idx="0">
                  <c:v>Less than 5 miles</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DistanceTraveled!$A$3:$A$13</c:f>
              <c:strCache>
                <c:ptCount val="10"/>
                <c:pt idx="0">
                  <c:v>Lady Bird Johnson Wildflower Center  - Austin, TX, 78739</c:v>
                </c:pt>
                <c:pt idx="1">
                  <c:v>Blanton Museum of Art - Austin, TX, 78712</c:v>
                </c:pt>
                <c:pt idx="2">
                  <c:v>Dallas Arboretum and Botanical Garden - Dallas, TX 75218</c:v>
                </c:pt>
                <c:pt idx="3">
                  <c:v>Houston Arboretum and Nature Center - Houston, TX 77007</c:v>
                </c:pt>
                <c:pt idx="4">
                  <c:v>Lyndon Baines Johnson Library and Museum - Austin, TX 78712</c:v>
                </c:pt>
                <c:pt idx="5">
                  <c:v>Pease Park - Austin, TX 78703</c:v>
                </c:pt>
                <c:pt idx="6">
                  <c:v>San Antonio Botanical Garden - San Antonio, TX 78209</c:v>
                </c:pt>
                <c:pt idx="7">
                  <c:v>Texas Science &amp; History Museum  - Austin, TX 78705</c:v>
                </c:pt>
                <c:pt idx="8">
                  <c:v>Umlauf Sculpture Garden and Museum - Austin, TX 78704</c:v>
                </c:pt>
                <c:pt idx="9">
                  <c:v>Zilker Botanical Garden - Austin, TX 78746</c:v>
                </c:pt>
              </c:strCache>
              <c:extLst/>
            </c:strRef>
          </c:cat>
          <c:val>
            <c:numRef>
              <c:f>DistanceTraveled!$B$3:$B$13</c:f>
              <c:numCache>
                <c:formatCode>0.0%</c:formatCode>
                <c:ptCount val="10"/>
                <c:pt idx="0">
                  <c:v>5.0999999999999997E-2</c:v>
                </c:pt>
                <c:pt idx="1">
                  <c:v>0.49509999999999998</c:v>
                </c:pt>
                <c:pt idx="2">
                  <c:v>0.2273</c:v>
                </c:pt>
                <c:pt idx="3">
                  <c:v>0.25519999999999998</c:v>
                </c:pt>
                <c:pt idx="4">
                  <c:v>0.3478</c:v>
                </c:pt>
                <c:pt idx="5">
                  <c:v>0.50649999999999995</c:v>
                </c:pt>
                <c:pt idx="6">
                  <c:v>0.30480000000000002</c:v>
                </c:pt>
                <c:pt idx="7">
                  <c:v>0.5847</c:v>
                </c:pt>
                <c:pt idx="8">
                  <c:v>0.40329999999999999</c:v>
                </c:pt>
                <c:pt idx="9">
                  <c:v>0.3332</c:v>
                </c:pt>
              </c:numCache>
              <c:extLst/>
            </c:numRef>
          </c:val>
          <c:extLst>
            <c:ext xmlns:c16="http://schemas.microsoft.com/office/drawing/2014/chart" uri="{C3380CC4-5D6E-409C-BE32-E72D297353CC}">
              <c16:uniqueId val="{00000000-0ACF-46C2-BAEA-00061079FA27}"/>
            </c:ext>
          </c:extLst>
        </c:ser>
        <c:ser>
          <c:idx val="1"/>
          <c:order val="1"/>
          <c:tx>
            <c:strRef>
              <c:f>DistanceTraveled!$C$2</c:f>
              <c:strCache>
                <c:ptCount val="1"/>
                <c:pt idx="0">
                  <c:v>5 to 10 miles</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DistanceTraveled!$A$3:$A$13</c:f>
              <c:strCache>
                <c:ptCount val="10"/>
                <c:pt idx="0">
                  <c:v>Lady Bird Johnson Wildflower Center  - Austin, TX, 78739</c:v>
                </c:pt>
                <c:pt idx="1">
                  <c:v>Blanton Museum of Art - Austin, TX, 78712</c:v>
                </c:pt>
                <c:pt idx="2">
                  <c:v>Dallas Arboretum and Botanical Garden - Dallas, TX 75218</c:v>
                </c:pt>
                <c:pt idx="3">
                  <c:v>Houston Arboretum and Nature Center - Houston, TX 77007</c:v>
                </c:pt>
                <c:pt idx="4">
                  <c:v>Lyndon Baines Johnson Library and Museum - Austin, TX 78712</c:v>
                </c:pt>
                <c:pt idx="5">
                  <c:v>Pease Park - Austin, TX 78703</c:v>
                </c:pt>
                <c:pt idx="6">
                  <c:v>San Antonio Botanical Garden - San Antonio, TX 78209</c:v>
                </c:pt>
                <c:pt idx="7">
                  <c:v>Texas Science &amp; History Museum  - Austin, TX 78705</c:v>
                </c:pt>
                <c:pt idx="8">
                  <c:v>Umlauf Sculpture Garden and Museum - Austin, TX 78704</c:v>
                </c:pt>
                <c:pt idx="9">
                  <c:v>Zilker Botanical Garden - Austin, TX 78746</c:v>
                </c:pt>
              </c:strCache>
              <c:extLst/>
            </c:strRef>
          </c:cat>
          <c:val>
            <c:numRef>
              <c:f>DistanceTraveled!$C$3:$C$13</c:f>
              <c:numCache>
                <c:formatCode>0.0%</c:formatCode>
                <c:ptCount val="10"/>
                <c:pt idx="0">
                  <c:v>0.15130000000000002</c:v>
                </c:pt>
                <c:pt idx="1">
                  <c:v>5.5E-2</c:v>
                </c:pt>
                <c:pt idx="2">
                  <c:v>0.1845</c:v>
                </c:pt>
                <c:pt idx="3">
                  <c:v>0.26850000000000002</c:v>
                </c:pt>
                <c:pt idx="4">
                  <c:v>3.73E-2</c:v>
                </c:pt>
                <c:pt idx="5">
                  <c:v>7.9000000000000001E-2</c:v>
                </c:pt>
                <c:pt idx="6">
                  <c:v>0.23579999999999998</c:v>
                </c:pt>
                <c:pt idx="7">
                  <c:v>4.1500000000000002E-2</c:v>
                </c:pt>
                <c:pt idx="8">
                  <c:v>8.7799999999999989E-2</c:v>
                </c:pt>
                <c:pt idx="9">
                  <c:v>7.5199999999999989E-2</c:v>
                </c:pt>
              </c:numCache>
              <c:extLst/>
            </c:numRef>
          </c:val>
          <c:extLst>
            <c:ext xmlns:c16="http://schemas.microsoft.com/office/drawing/2014/chart" uri="{C3380CC4-5D6E-409C-BE32-E72D297353CC}">
              <c16:uniqueId val="{00000001-0ACF-46C2-BAEA-00061079FA27}"/>
            </c:ext>
          </c:extLst>
        </c:ser>
        <c:ser>
          <c:idx val="2"/>
          <c:order val="2"/>
          <c:tx>
            <c:strRef>
              <c:f>DistanceTraveled!$D$2</c:f>
              <c:strCache>
                <c:ptCount val="1"/>
                <c:pt idx="0">
                  <c:v>11 to 20 miles</c:v>
                </c:pt>
              </c:strCache>
            </c:strRef>
          </c:tx>
          <c:spPr>
            <a:solidFill>
              <a:schemeClr val="accent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DistanceTraveled!$A$3:$A$13</c:f>
              <c:strCache>
                <c:ptCount val="10"/>
                <c:pt idx="0">
                  <c:v>Lady Bird Johnson Wildflower Center  - Austin, TX, 78739</c:v>
                </c:pt>
                <c:pt idx="1">
                  <c:v>Blanton Museum of Art - Austin, TX, 78712</c:v>
                </c:pt>
                <c:pt idx="2">
                  <c:v>Dallas Arboretum and Botanical Garden - Dallas, TX 75218</c:v>
                </c:pt>
                <c:pt idx="3">
                  <c:v>Houston Arboretum and Nature Center - Houston, TX 77007</c:v>
                </c:pt>
                <c:pt idx="4">
                  <c:v>Lyndon Baines Johnson Library and Museum - Austin, TX 78712</c:v>
                </c:pt>
                <c:pt idx="5">
                  <c:v>Pease Park - Austin, TX 78703</c:v>
                </c:pt>
                <c:pt idx="6">
                  <c:v>San Antonio Botanical Garden - San Antonio, TX 78209</c:v>
                </c:pt>
                <c:pt idx="7">
                  <c:v>Texas Science &amp; History Museum  - Austin, TX 78705</c:v>
                </c:pt>
                <c:pt idx="8">
                  <c:v>Umlauf Sculpture Garden and Museum - Austin, TX 78704</c:v>
                </c:pt>
                <c:pt idx="9">
                  <c:v>Zilker Botanical Garden - Austin, TX 78746</c:v>
                </c:pt>
              </c:strCache>
              <c:extLst/>
            </c:strRef>
          </c:cat>
          <c:val>
            <c:numRef>
              <c:f>DistanceTraveled!$D$3:$D$13</c:f>
              <c:numCache>
                <c:formatCode>0.0%</c:formatCode>
                <c:ptCount val="10"/>
                <c:pt idx="0">
                  <c:v>0.23100000000000001</c:v>
                </c:pt>
                <c:pt idx="1">
                  <c:v>5.5099999999999996E-2</c:v>
                </c:pt>
                <c:pt idx="2">
                  <c:v>0.183</c:v>
                </c:pt>
                <c:pt idx="3">
                  <c:v>0.1666</c:v>
                </c:pt>
                <c:pt idx="4">
                  <c:v>3.3000000000000002E-2</c:v>
                </c:pt>
                <c:pt idx="5">
                  <c:v>4.9500000000000002E-2</c:v>
                </c:pt>
                <c:pt idx="6">
                  <c:v>0.27350000000000002</c:v>
                </c:pt>
                <c:pt idx="7">
                  <c:v>3.8100000000000002E-2</c:v>
                </c:pt>
                <c:pt idx="8">
                  <c:v>7.2599999999999998E-2</c:v>
                </c:pt>
                <c:pt idx="9">
                  <c:v>9.74E-2</c:v>
                </c:pt>
              </c:numCache>
              <c:extLst/>
            </c:numRef>
          </c:val>
          <c:extLst>
            <c:ext xmlns:c16="http://schemas.microsoft.com/office/drawing/2014/chart" uri="{C3380CC4-5D6E-409C-BE32-E72D297353CC}">
              <c16:uniqueId val="{00000002-0ACF-46C2-BAEA-00061079FA27}"/>
            </c:ext>
          </c:extLst>
        </c:ser>
        <c:ser>
          <c:idx val="3"/>
          <c:order val="3"/>
          <c:tx>
            <c:strRef>
              <c:f>DistanceTraveled!$E$2</c:f>
              <c:strCache>
                <c:ptCount val="1"/>
                <c:pt idx="0">
                  <c:v>21 to 50 miles</c:v>
                </c:pt>
              </c:strCache>
            </c:strRef>
          </c:tx>
          <c:spPr>
            <a:solidFill>
              <a:schemeClr val="accent4"/>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DistanceTraveled!$A$3:$A$13</c:f>
              <c:strCache>
                <c:ptCount val="10"/>
                <c:pt idx="0">
                  <c:v>Lady Bird Johnson Wildflower Center  - Austin, TX, 78739</c:v>
                </c:pt>
                <c:pt idx="1">
                  <c:v>Blanton Museum of Art - Austin, TX, 78712</c:v>
                </c:pt>
                <c:pt idx="2">
                  <c:v>Dallas Arboretum and Botanical Garden - Dallas, TX 75218</c:v>
                </c:pt>
                <c:pt idx="3">
                  <c:v>Houston Arboretum and Nature Center - Houston, TX 77007</c:v>
                </c:pt>
                <c:pt idx="4">
                  <c:v>Lyndon Baines Johnson Library and Museum - Austin, TX 78712</c:v>
                </c:pt>
                <c:pt idx="5">
                  <c:v>Pease Park - Austin, TX 78703</c:v>
                </c:pt>
                <c:pt idx="6">
                  <c:v>San Antonio Botanical Garden - San Antonio, TX 78209</c:v>
                </c:pt>
                <c:pt idx="7">
                  <c:v>Texas Science &amp; History Museum  - Austin, TX 78705</c:v>
                </c:pt>
                <c:pt idx="8">
                  <c:v>Umlauf Sculpture Garden and Museum - Austin, TX 78704</c:v>
                </c:pt>
                <c:pt idx="9">
                  <c:v>Zilker Botanical Garden - Austin, TX 78746</c:v>
                </c:pt>
              </c:strCache>
              <c:extLst/>
            </c:strRef>
          </c:cat>
          <c:val>
            <c:numRef>
              <c:f>DistanceTraveled!$E$3:$E$13</c:f>
              <c:numCache>
                <c:formatCode>0.0%</c:formatCode>
                <c:ptCount val="10"/>
                <c:pt idx="0">
                  <c:v>8.7599999999999997E-2</c:v>
                </c:pt>
                <c:pt idx="1">
                  <c:v>3.8300000000000001E-2</c:v>
                </c:pt>
                <c:pt idx="2">
                  <c:v>0.21899999999999997</c:v>
                </c:pt>
                <c:pt idx="3">
                  <c:v>0.10630000000000001</c:v>
                </c:pt>
                <c:pt idx="4">
                  <c:v>5.04E-2</c:v>
                </c:pt>
                <c:pt idx="5">
                  <c:v>2.3399999999999997E-2</c:v>
                </c:pt>
                <c:pt idx="6">
                  <c:v>4.9400000000000006E-2</c:v>
                </c:pt>
                <c:pt idx="7">
                  <c:v>4.5499999999999999E-2</c:v>
                </c:pt>
                <c:pt idx="8">
                  <c:v>5.7000000000000002E-2</c:v>
                </c:pt>
                <c:pt idx="9">
                  <c:v>4.8799999999999996E-2</c:v>
                </c:pt>
              </c:numCache>
              <c:extLst/>
            </c:numRef>
          </c:val>
          <c:extLst>
            <c:ext xmlns:c16="http://schemas.microsoft.com/office/drawing/2014/chart" uri="{C3380CC4-5D6E-409C-BE32-E72D297353CC}">
              <c16:uniqueId val="{00000003-0ACF-46C2-BAEA-00061079FA27}"/>
            </c:ext>
          </c:extLst>
        </c:ser>
        <c:ser>
          <c:idx val="4"/>
          <c:order val="4"/>
          <c:tx>
            <c:strRef>
              <c:f>DistanceTraveled!$F$2</c:f>
              <c:strCache>
                <c:ptCount val="1"/>
                <c:pt idx="0">
                  <c:v>More than 50 miles</c:v>
                </c:pt>
              </c:strCache>
            </c:strRef>
          </c:tx>
          <c:spPr>
            <a:solidFill>
              <a:schemeClr val="accent5"/>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4"/>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DistanceTraveled!$A$3:$A$13</c:f>
              <c:strCache>
                <c:ptCount val="10"/>
                <c:pt idx="0">
                  <c:v>Lady Bird Johnson Wildflower Center  - Austin, TX, 78739</c:v>
                </c:pt>
                <c:pt idx="1">
                  <c:v>Blanton Museum of Art - Austin, TX, 78712</c:v>
                </c:pt>
                <c:pt idx="2">
                  <c:v>Dallas Arboretum and Botanical Garden - Dallas, TX 75218</c:v>
                </c:pt>
                <c:pt idx="3">
                  <c:v>Houston Arboretum and Nature Center - Houston, TX 77007</c:v>
                </c:pt>
                <c:pt idx="4">
                  <c:v>Lyndon Baines Johnson Library and Museum - Austin, TX 78712</c:v>
                </c:pt>
                <c:pt idx="5">
                  <c:v>Pease Park - Austin, TX 78703</c:v>
                </c:pt>
                <c:pt idx="6">
                  <c:v>San Antonio Botanical Garden - San Antonio, TX 78209</c:v>
                </c:pt>
                <c:pt idx="7">
                  <c:v>Texas Science &amp; History Museum  - Austin, TX 78705</c:v>
                </c:pt>
                <c:pt idx="8">
                  <c:v>Umlauf Sculpture Garden and Museum - Austin, TX 78704</c:v>
                </c:pt>
                <c:pt idx="9">
                  <c:v>Zilker Botanical Garden - Austin, TX 78746</c:v>
                </c:pt>
              </c:strCache>
              <c:extLst/>
            </c:strRef>
          </c:cat>
          <c:val>
            <c:numRef>
              <c:f>DistanceTraveled!$F$3:$F$13</c:f>
              <c:numCache>
                <c:formatCode>0.0%</c:formatCode>
                <c:ptCount val="10"/>
                <c:pt idx="0">
                  <c:v>0.47889999999999999</c:v>
                </c:pt>
                <c:pt idx="1">
                  <c:v>0.3569</c:v>
                </c:pt>
                <c:pt idx="2">
                  <c:v>0.1862</c:v>
                </c:pt>
                <c:pt idx="3">
                  <c:v>0.20319999999999999</c:v>
                </c:pt>
                <c:pt idx="4">
                  <c:v>0.53180000000000005</c:v>
                </c:pt>
                <c:pt idx="5">
                  <c:v>0.34139999999999998</c:v>
                </c:pt>
                <c:pt idx="6">
                  <c:v>0.13650000000000001</c:v>
                </c:pt>
                <c:pt idx="7">
                  <c:v>0.28999999999999998</c:v>
                </c:pt>
                <c:pt idx="8">
                  <c:v>0.37939999999999996</c:v>
                </c:pt>
                <c:pt idx="9">
                  <c:v>0.4456</c:v>
                </c:pt>
              </c:numCache>
              <c:extLst/>
            </c:numRef>
          </c:val>
          <c:extLst>
            <c:ext xmlns:c16="http://schemas.microsoft.com/office/drawing/2014/chart" uri="{C3380CC4-5D6E-409C-BE32-E72D297353CC}">
              <c16:uniqueId val="{00000001-4796-4B07-A485-7CA281A3DAF1}"/>
            </c:ext>
          </c:extLst>
        </c:ser>
        <c:dLbls>
          <c:showLegendKey val="0"/>
          <c:showVal val="0"/>
          <c:showCatName val="0"/>
          <c:showSerName val="0"/>
          <c:showPercent val="0"/>
          <c:showBubbleSize val="0"/>
        </c:dLbls>
        <c:gapWidth val="100"/>
        <c:overlap val="100"/>
        <c:axId val="260003504"/>
        <c:axId val="63066240"/>
      </c:barChart>
      <c:catAx>
        <c:axId val="260003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bg2">
                    <a:lumMod val="10000"/>
                  </a:schemeClr>
                </a:solidFill>
                <a:latin typeface="+mn-lt"/>
                <a:ea typeface="+mn-ea"/>
                <a:cs typeface="+mn-cs"/>
              </a:defRPr>
            </a:pPr>
            <a:endParaRPr lang="en-US"/>
          </a:p>
        </c:txPr>
        <c:crossAx val="63066240"/>
        <c:crosses val="autoZero"/>
        <c:auto val="1"/>
        <c:lblAlgn val="ctr"/>
        <c:lblOffset val="100"/>
        <c:noMultiLvlLbl val="0"/>
      </c:catAx>
      <c:valAx>
        <c:axId val="630662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60003504"/>
        <c:crosses val="autoZero"/>
        <c:crossBetween val="between"/>
        <c:majorUnit val="0.2"/>
      </c:valAx>
      <c:spPr>
        <a:noFill/>
        <a:ln>
          <a:noFill/>
        </a:ln>
        <a:effectLst/>
      </c:spPr>
    </c:plotArea>
    <c:legend>
      <c:legendPos val="b"/>
      <c:layout>
        <c:manualLayout>
          <c:xMode val="edge"/>
          <c:yMode val="edge"/>
          <c:x val="0.29502468659948972"/>
          <c:y val="0.94253262491791523"/>
          <c:w val="0.50434465796670525"/>
          <c:h val="5.062097785206853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575450126758919"/>
          <c:y val="3.1205569200080861E-2"/>
          <c:w val="0.50424549873241087"/>
          <c:h val="0.93758886159983823"/>
        </c:manualLayout>
      </c:layout>
      <c:barChart>
        <c:barDir val="bar"/>
        <c:grouping val="clustered"/>
        <c:varyColors val="0"/>
        <c:dLbls>
          <c:showLegendKey val="0"/>
          <c:showVal val="0"/>
          <c:showCatName val="0"/>
          <c:showSerName val="0"/>
          <c:showPercent val="0"/>
          <c:showBubbleSize val="0"/>
        </c:dLbls>
        <c:gapWidth val="219"/>
        <c:axId val="811314688"/>
        <c:axId val="930029840"/>
      </c:barChart>
      <c:catAx>
        <c:axId val="811314688"/>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2">
                    <a:lumMod val="10000"/>
                  </a:schemeClr>
                </a:solidFill>
                <a:latin typeface="+mn-lt"/>
                <a:ea typeface="+mn-ea"/>
                <a:cs typeface="+mn-cs"/>
              </a:defRPr>
            </a:pPr>
            <a:endParaRPr lang="en-US"/>
          </a:p>
        </c:txPr>
        <c:crossAx val="930029840"/>
        <c:crosses val="autoZero"/>
        <c:auto val="1"/>
        <c:lblAlgn val="ctr"/>
        <c:lblOffset val="100"/>
        <c:noMultiLvlLbl val="0"/>
      </c:catAx>
      <c:valAx>
        <c:axId val="930029840"/>
        <c:scaling>
          <c:orientation val="minMax"/>
          <c:min val="0"/>
        </c:scaling>
        <c:delete val="1"/>
        <c:axPos val="b"/>
        <c:numFmt formatCode="0.0" sourceLinked="1"/>
        <c:majorTickMark val="out"/>
        <c:minorTickMark val="none"/>
        <c:tickLblPos val="nextTo"/>
        <c:crossAx val="8113146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787252754651781"/>
          <c:y val="0.10261414566178578"/>
          <c:w val="0.93480838976241476"/>
          <c:h val="0.62781296056900548"/>
        </c:manualLayout>
      </c:layout>
      <c:barChart>
        <c:barDir val="col"/>
        <c:grouping val="clustered"/>
        <c:varyColors val="0"/>
        <c:ser>
          <c:idx val="0"/>
          <c:order val="0"/>
          <c:tx>
            <c:strRef>
              <c:f>'YOY Change'!$I$1</c:f>
              <c:strCache>
                <c:ptCount val="1"/>
                <c:pt idx="0">
                  <c:v>2023</c:v>
                </c:pt>
              </c:strCache>
            </c:strRef>
          </c:tx>
          <c:spPr>
            <a:solidFill>
              <a:schemeClr val="tx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'YOY Change'!$H$2:$H$6</c:f>
              <c:strCache>
                <c:ptCount val="5"/>
                <c:pt idx="0">
                  <c:v>Other</c:v>
                </c:pt>
                <c:pt idx="1">
                  <c:v>African-American/Black</c:v>
                </c:pt>
                <c:pt idx="2">
                  <c:v>Asian</c:v>
                </c:pt>
                <c:pt idx="3">
                  <c:v>Hispanic/Latino</c:v>
                </c:pt>
                <c:pt idx="4">
                  <c:v>Caucasian/White</c:v>
                </c:pt>
              </c:strCache>
            </c:strRef>
          </c:cat>
          <c:val>
            <c:numRef>
              <c:f>'YOY Change'!$I$2:$I$6</c:f>
              <c:numCache>
                <c:formatCode>0%</c:formatCode>
                <c:ptCount val="5"/>
                <c:pt idx="0">
                  <c:v>5.0999999999999997E-2</c:v>
                </c:pt>
                <c:pt idx="1">
                  <c:v>4.7E-2</c:v>
                </c:pt>
                <c:pt idx="2">
                  <c:v>8.1000000000000003E-2</c:v>
                </c:pt>
                <c:pt idx="3">
                  <c:v>0.253</c:v>
                </c:pt>
                <c:pt idx="4">
                  <c:v>0.56899999999999995</c:v>
                </c:pt>
              </c:numCache>
            </c:numRef>
          </c:val>
          <c:extLst>
            <c:ext xmlns:c16="http://schemas.microsoft.com/office/drawing/2014/chart" uri="{C3380CC4-5D6E-409C-BE32-E72D297353CC}">
              <c16:uniqueId val="{00000000-F6E4-426E-9FAF-4C356D9257AE}"/>
            </c:ext>
          </c:extLst>
        </c:ser>
        <c:ser>
          <c:idx val="1"/>
          <c:order val="1"/>
          <c:tx>
            <c:strRef>
              <c:f>'YOY Change'!$J$1</c:f>
              <c:strCache>
                <c:ptCount val="1"/>
                <c:pt idx="0">
                  <c:v>2024</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'YOY Change'!$H$2:$H$6</c:f>
              <c:strCache>
                <c:ptCount val="5"/>
                <c:pt idx="0">
                  <c:v>Other</c:v>
                </c:pt>
                <c:pt idx="1">
                  <c:v>African-American/Black</c:v>
                </c:pt>
                <c:pt idx="2">
                  <c:v>Asian</c:v>
                </c:pt>
                <c:pt idx="3">
                  <c:v>Hispanic/Latino</c:v>
                </c:pt>
                <c:pt idx="4">
                  <c:v>Caucasian/White</c:v>
                </c:pt>
              </c:strCache>
            </c:strRef>
          </c:cat>
          <c:val>
            <c:numRef>
              <c:f>'YOY Change'!$J$2:$J$6</c:f>
              <c:numCache>
                <c:formatCode>0%</c:formatCode>
                <c:ptCount val="5"/>
                <c:pt idx="0">
                  <c:v>0.05</c:v>
                </c:pt>
                <c:pt idx="1">
                  <c:v>4.8000000000000001E-2</c:v>
                </c:pt>
                <c:pt idx="2">
                  <c:v>8.1000000000000003E-2</c:v>
                </c:pt>
                <c:pt idx="3">
                  <c:v>0.25700000000000001</c:v>
                </c:pt>
                <c:pt idx="4">
                  <c:v>0.56299999999999994</c:v>
                </c:pt>
              </c:numCache>
            </c:numRef>
          </c:val>
          <c:extLst>
            <c:ext xmlns:c16="http://schemas.microsoft.com/office/drawing/2014/chart" uri="{C3380CC4-5D6E-409C-BE32-E72D297353CC}">
              <c16:uniqueId val="{00000001-F6E4-426E-9FAF-4C356D9257AE}"/>
            </c:ext>
          </c:extLst>
        </c:ser>
        <c:dLbls>
          <c:dLblPos val="outEnd"/>
          <c:showLegendKey val="0"/>
          <c:showVal val="1"/>
          <c:showCatName val="0"/>
          <c:showSerName val="0"/>
          <c:showPercent val="0"/>
          <c:showBubbleSize val="0"/>
        </c:dLbls>
        <c:gapWidth val="219"/>
        <c:overlap val="-27"/>
        <c:axId val="1832390031"/>
        <c:axId val="1832378799"/>
      </c:barChart>
      <c:catAx>
        <c:axId val="1832390031"/>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85000"/>
                    <a:lumOff val="15000"/>
                  </a:schemeClr>
                </a:solidFill>
                <a:latin typeface="+mn-lt"/>
                <a:ea typeface="+mn-ea"/>
                <a:cs typeface="+mn-cs"/>
              </a:defRPr>
            </a:pPr>
            <a:endParaRPr lang="en-US"/>
          </a:p>
        </c:txPr>
        <c:crossAx val="1832378799"/>
        <c:crosses val="autoZero"/>
        <c:auto val="1"/>
        <c:lblAlgn val="ctr"/>
        <c:lblOffset val="100"/>
        <c:noMultiLvlLbl val="0"/>
      </c:catAx>
      <c:valAx>
        <c:axId val="1832378799"/>
        <c:scaling>
          <c:orientation val="minMax"/>
        </c:scaling>
        <c:delete val="1"/>
        <c:axPos val="r"/>
        <c:numFmt formatCode="0%" sourceLinked="1"/>
        <c:majorTickMark val="out"/>
        <c:minorTickMark val="none"/>
        <c:tickLblPos val="nextTo"/>
        <c:crossAx val="1832390031"/>
        <c:crosses val="autoZero"/>
        <c:crossBetween val="between"/>
      </c:valAx>
      <c:spPr>
        <a:noFill/>
        <a:ln>
          <a:noFill/>
        </a:ln>
        <a:effectLst/>
      </c:spPr>
    </c:plotArea>
    <c:legend>
      <c:legendPos val="r"/>
      <c:layout>
        <c:manualLayout>
          <c:xMode val="edge"/>
          <c:yMode val="edge"/>
          <c:x val="0.84183198030478756"/>
          <c:y val="2.8355752405949255E-2"/>
          <c:w val="0.14001556491485076"/>
          <c:h val="0.15625109361329836"/>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2E204D5-177A-499B-85BE-DD68C93C7FE9}"/>
              </a:ext>
            </a:extLst>
          </p:cNvPr>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a:extLst>
              <a:ext uri="{FF2B5EF4-FFF2-40B4-BE49-F238E27FC236}">
                <a16:creationId xmlns:a16="http://schemas.microsoft.com/office/drawing/2014/main" id="{D79C2945-5B30-4C45-8D59-F46BBE530E92}"/>
              </a:ext>
            </a:extLst>
          </p:cNvPr>
          <p:cNvSpPr>
            <a:spLocks noGrp="1"/>
          </p:cNvSpPr>
          <p:nvPr>
            <p:ph type="dt" sz="quarter" idx="1"/>
          </p:nvPr>
        </p:nvSpPr>
        <p:spPr>
          <a:xfrm>
            <a:off x="3970938" y="0"/>
            <a:ext cx="3037840" cy="463408"/>
          </a:xfrm>
          <a:prstGeom prst="rect">
            <a:avLst/>
          </a:prstGeom>
        </p:spPr>
        <p:txBody>
          <a:bodyPr vert="horz" lIns="92830" tIns="46415" rIns="92830" bIns="46415" rtlCol="0"/>
          <a:lstStyle>
            <a:lvl1pPr algn="r">
              <a:defRPr sz="1200"/>
            </a:lvl1pPr>
          </a:lstStyle>
          <a:p>
            <a:fld id="{75A90CC7-E63E-4386-B465-BB95C7E1B74F}" type="datetimeFigureOut">
              <a:rPr lang="en-US" smtClean="0"/>
              <a:t>6/10/2026</a:t>
            </a:fld>
            <a:endParaRPr lang="en-US"/>
          </a:p>
        </p:txBody>
      </p:sp>
      <p:sp>
        <p:nvSpPr>
          <p:cNvPr id="4" name="Footer Placeholder 3">
            <a:extLst>
              <a:ext uri="{FF2B5EF4-FFF2-40B4-BE49-F238E27FC236}">
                <a16:creationId xmlns:a16="http://schemas.microsoft.com/office/drawing/2014/main" id="{5CCBB0D2-BF8E-48A8-84C5-D67227954C4D}"/>
              </a:ext>
            </a:extLst>
          </p:cNvPr>
          <p:cNvSpPr>
            <a:spLocks noGrp="1"/>
          </p:cNvSpPr>
          <p:nvPr>
            <p:ph type="ftr" sz="quarter" idx="2"/>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BC84E9-4AE8-4AA2-BDE8-A5672EC3522B}"/>
              </a:ext>
            </a:extLst>
          </p:cNvPr>
          <p:cNvSpPr>
            <a:spLocks noGrp="1"/>
          </p:cNvSpPr>
          <p:nvPr>
            <p:ph type="sldNum" sz="quarter" idx="3"/>
          </p:nvPr>
        </p:nvSpPr>
        <p:spPr>
          <a:xfrm>
            <a:off x="3970938" y="8772669"/>
            <a:ext cx="3037840" cy="463407"/>
          </a:xfrm>
          <a:prstGeom prst="rect">
            <a:avLst/>
          </a:prstGeom>
        </p:spPr>
        <p:txBody>
          <a:bodyPr vert="horz" lIns="92830" tIns="46415" rIns="92830" bIns="46415" rtlCol="0" anchor="b"/>
          <a:lstStyle>
            <a:lvl1pPr algn="r">
              <a:defRPr sz="1200"/>
            </a:lvl1pPr>
          </a:lstStyle>
          <a:p>
            <a:fld id="{7C6B8050-E9DF-445A-A93B-D1373B97229F}" type="slidenum">
              <a:rPr lang="en-US" smtClean="0"/>
              <a:t>‹#›</a:t>
            </a:fld>
            <a:endParaRPr lang="en-US"/>
          </a:p>
        </p:txBody>
      </p:sp>
    </p:spTree>
    <p:extLst>
      <p:ext uri="{BB962C8B-B14F-4D97-AF65-F5344CB8AC3E}">
        <p14:creationId xmlns:p14="http://schemas.microsoft.com/office/powerpoint/2010/main" val="3577995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7C7C253A-1816-4EC0-A2AC-EE1393070F23}" type="datetimeFigureOut">
              <a:rPr lang="en-US" smtClean="0"/>
              <a:t>6/10/2026</a:t>
            </a:fld>
            <a:endParaRPr lang="en-US"/>
          </a:p>
        </p:txBody>
      </p:sp>
      <p:sp>
        <p:nvSpPr>
          <p:cNvPr id="4" name="Slide Image Placeholder 3"/>
          <p:cNvSpPr>
            <a:spLocks noGrp="1" noRot="1" noChangeAspect="1"/>
          </p:cNvSpPr>
          <p:nvPr>
            <p:ph type="sldImg" idx="2"/>
          </p:nvPr>
        </p:nvSpPr>
        <p:spPr>
          <a:xfrm>
            <a:off x="652463" y="692150"/>
            <a:ext cx="5705475" cy="346392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44A49C33-3F07-4DAC-B99F-085446D861DF}" type="slidenum">
              <a:rPr lang="en-US" smtClean="0"/>
              <a:t>‹#›</a:t>
            </a:fld>
            <a:endParaRPr lang="en-US"/>
          </a:p>
        </p:txBody>
      </p:sp>
    </p:spTree>
    <p:extLst>
      <p:ext uri="{BB962C8B-B14F-4D97-AF65-F5344CB8AC3E}">
        <p14:creationId xmlns:p14="http://schemas.microsoft.com/office/powerpoint/2010/main" val="2070457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632257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Full Width">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27798AEB-0E10-46F1-8CC7-EEB8DF62CE2A}"/>
              </a:ext>
            </a:extLst>
          </p:cNvPr>
          <p:cNvSpPr>
            <a:spLocks noGrp="1"/>
          </p:cNvSpPr>
          <p:nvPr>
            <p:ph type="subTitle" idx="1" hasCustomPrompt="1"/>
          </p:nvPr>
        </p:nvSpPr>
        <p:spPr>
          <a:xfrm>
            <a:off x="0" y="5433507"/>
            <a:ext cx="12801600" cy="1424493"/>
          </a:xfrm>
          <a:solidFill>
            <a:srgbClr val="FFFFFF">
              <a:alpha val="65098"/>
            </a:srgbClr>
          </a:solidFill>
        </p:spPr>
        <p:txBody>
          <a:bodyPr anchor="ctr"/>
          <a:lstStyle>
            <a:lvl1pPr marL="0" indent="0" algn="r">
              <a:lnSpc>
                <a:spcPct val="100000"/>
              </a:lnSpc>
              <a:spcBef>
                <a:spcPts val="0"/>
              </a:spcBef>
              <a:spcAft>
                <a:spcPts val="0"/>
              </a:spcAft>
              <a:buNone/>
              <a:defRPr b="1">
                <a:solidFill>
                  <a:schemeClr val="tx1"/>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Client Name</a:t>
            </a:r>
          </a:p>
          <a:p>
            <a:r>
              <a:rPr lang="en-US"/>
              <a:t>City, State</a:t>
            </a:r>
          </a:p>
          <a:p>
            <a:r>
              <a:rPr lang="en-US"/>
              <a:t>Date</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C07F411E-1884-4A39-88B6-D5CC0EDE110B}"/>
              </a:ext>
            </a:extLst>
          </p:cNvPr>
          <p:cNvSpPr>
            <a:spLocks noGrp="1"/>
          </p:cNvSpPr>
          <p:nvPr>
            <p:ph type="title" hasCustomPrompt="1"/>
          </p:nvPr>
        </p:nvSpPr>
        <p:spPr>
          <a:xfrm>
            <a:off x="5257800" y="311256"/>
            <a:ext cx="2286000" cy="1295400"/>
          </a:xfrm>
          <a:prstGeom prst="rect">
            <a:avLst/>
          </a:prstGeom>
        </p:spPr>
        <p:txBody>
          <a:bodyPr>
            <a:normAutofit/>
          </a:bodyPr>
          <a:lstStyle>
            <a:lvl1pPr algn="ctr">
              <a:defRPr sz="1800"/>
            </a:lvl1pPr>
          </a:lstStyle>
          <a:p>
            <a:r>
              <a:rPr lang="en-US"/>
              <a:t>CLIENT LOGO</a:t>
            </a:r>
          </a:p>
        </p:txBody>
      </p:sp>
      <p:sp>
        <p:nvSpPr>
          <p:cNvPr id="2" name="Rectangle 1">
            <a:extLst>
              <a:ext uri="{FF2B5EF4-FFF2-40B4-BE49-F238E27FC236}">
                <a16:creationId xmlns:a16="http://schemas.microsoft.com/office/drawing/2014/main" id="{F3AB2B38-F5E7-4256-89C8-77B4D019BD98}"/>
              </a:ext>
            </a:extLst>
          </p:cNvPr>
          <p:cNvSpPr/>
          <p:nvPr userDrawn="1"/>
        </p:nvSpPr>
        <p:spPr>
          <a:xfrm flipV="1">
            <a:off x="0" y="7162800"/>
            <a:ext cx="128016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0467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 AB Logo">
    <p:spTree>
      <p:nvGrpSpPr>
        <p:cNvPr id="1" name=""/>
        <p:cNvGrpSpPr/>
        <p:nvPr/>
      </p:nvGrpSpPr>
      <p:grpSpPr>
        <a:xfrm>
          <a:off x="0" y="0"/>
          <a:ext cx="0" cy="0"/>
          <a:chOff x="0" y="0"/>
          <a:chExt cx="0" cy="0"/>
        </a:xfrm>
      </p:grpSpPr>
      <p:sp>
        <p:nvSpPr>
          <p:cNvPr id="10" name="Rectangle 9"/>
          <p:cNvSpPr/>
          <p:nvPr userDrawn="1"/>
        </p:nvSpPr>
        <p:spPr>
          <a:xfrm>
            <a:off x="7914902" y="0"/>
            <a:ext cx="4886698"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picture containing clipart&#10;&#10;Description automatically generated">
            <a:extLst>
              <a:ext uri="{FF2B5EF4-FFF2-40B4-BE49-F238E27FC236}">
                <a16:creationId xmlns:a16="http://schemas.microsoft.com/office/drawing/2014/main" id="{E55A905E-242B-4AC6-BE4D-F14AC43FE47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25745" y="5991753"/>
            <a:ext cx="1989510" cy="557784"/>
          </a:xfrm>
          <a:prstGeom prst="rect">
            <a:avLst/>
          </a:prstGeom>
        </p:spPr>
      </p:pic>
      <p:sp>
        <p:nvSpPr>
          <p:cNvPr id="15" name="Pentagon 14"/>
          <p:cNvSpPr/>
          <p:nvPr userDrawn="1"/>
        </p:nvSpPr>
        <p:spPr>
          <a:xfrm rot="10800000">
            <a:off x="7482639" y="3124200"/>
            <a:ext cx="899361" cy="99060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8040957" y="2055405"/>
            <a:ext cx="4679871" cy="2133600"/>
          </a:xfrm>
          <a:prstGeom prst="rect">
            <a:avLst/>
          </a:prstGeom>
        </p:spPr>
        <p:txBody>
          <a:bodyPr>
            <a:noAutofit/>
          </a:bodyPr>
          <a:lstStyle>
            <a:lvl1pPr marL="0" algn="ctr" defTabSz="1175644" rtl="0" eaLnBrk="1" latinLnBrk="0" hangingPunct="1">
              <a:spcBef>
                <a:spcPct val="0"/>
              </a:spcBef>
              <a:buNone/>
              <a:defRPr lang="en-US" sz="2800" kern="1200" dirty="0">
                <a:solidFill>
                  <a:schemeClr val="tx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8056792" y="4327505"/>
            <a:ext cx="4648200" cy="471100"/>
          </a:xfrm>
        </p:spPr>
        <p:txBody>
          <a:bodyPr>
            <a:noAutofit/>
          </a:bodyPr>
          <a:lstStyle>
            <a:lvl1pPr marL="0" indent="0" algn="ctr">
              <a:buNone/>
              <a:defRPr>
                <a:solidFill>
                  <a:schemeClr val="tx1">
                    <a:tint val="75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Text Placeholder 6">
            <a:extLst>
              <a:ext uri="{FF2B5EF4-FFF2-40B4-BE49-F238E27FC236}">
                <a16:creationId xmlns:a16="http://schemas.microsoft.com/office/drawing/2014/main" id="{B4184AC2-F08B-4500-B606-099CA559D5F8}"/>
              </a:ext>
            </a:extLst>
          </p:cNvPr>
          <p:cNvSpPr>
            <a:spLocks noGrp="1"/>
          </p:cNvSpPr>
          <p:nvPr>
            <p:ph type="body" sz="quarter" idx="10" hasCustomPrompt="1"/>
          </p:nvPr>
        </p:nvSpPr>
        <p:spPr>
          <a:xfrm>
            <a:off x="9009292" y="5212080"/>
            <a:ext cx="2743200" cy="274320"/>
          </a:xfrm>
        </p:spPr>
        <p:txBody>
          <a:bodyPr anchor="ctr">
            <a:noAutofit/>
          </a:bodyPr>
          <a:lstStyle>
            <a:lvl1pPr marL="0" indent="0" algn="ctr">
              <a:buNone/>
              <a:defRPr sz="1200" i="1">
                <a:solidFill>
                  <a:schemeClr val="accent2"/>
                </a:solidFill>
              </a:defRPr>
            </a:lvl1pPr>
          </a:lstStyle>
          <a:p>
            <a:pPr lvl="0"/>
            <a:r>
              <a:rPr lang="en-US"/>
              <a:t>Date</a:t>
            </a:r>
          </a:p>
        </p:txBody>
      </p:sp>
      <p:sp>
        <p:nvSpPr>
          <p:cNvPr id="5" name="Picture Placeholder 4">
            <a:extLst>
              <a:ext uri="{FF2B5EF4-FFF2-40B4-BE49-F238E27FC236}">
                <a16:creationId xmlns:a16="http://schemas.microsoft.com/office/drawing/2014/main" id="{86B08FD4-9367-4576-B4D8-BABB1193E2F5}"/>
              </a:ext>
            </a:extLst>
          </p:cNvPr>
          <p:cNvSpPr>
            <a:spLocks noGrp="1"/>
          </p:cNvSpPr>
          <p:nvPr>
            <p:ph type="pic" sz="quarter" idx="11" hasCustomPrompt="1"/>
          </p:nvPr>
        </p:nvSpPr>
        <p:spPr>
          <a:xfrm>
            <a:off x="9223605" y="232362"/>
            <a:ext cx="2314575" cy="1406358"/>
          </a:xfrm>
        </p:spPr>
        <p:txBody>
          <a:bodyPr anchor="ctr"/>
          <a:lstStyle>
            <a:lvl1pPr marL="0" indent="0" algn="ctr">
              <a:buNone/>
              <a:defRPr/>
            </a:lvl1pPr>
          </a:lstStyle>
          <a:p>
            <a:r>
              <a:rPr lang="en-US"/>
              <a:t>Client Logo</a:t>
            </a:r>
          </a:p>
        </p:txBody>
      </p:sp>
      <p:sp>
        <p:nvSpPr>
          <p:cNvPr id="20" name="Content Placeholder 9">
            <a:extLst>
              <a:ext uri="{FF2B5EF4-FFF2-40B4-BE49-F238E27FC236}">
                <a16:creationId xmlns:a16="http://schemas.microsoft.com/office/drawing/2014/main" id="{C8E58D18-0F4A-4C7E-A47B-9AC6444F1A49}"/>
              </a:ext>
            </a:extLst>
          </p:cNvPr>
          <p:cNvSpPr>
            <a:spLocks noGrp="1"/>
          </p:cNvSpPr>
          <p:nvPr>
            <p:ph sz="quarter" idx="12" hasCustomPrompt="1"/>
          </p:nvPr>
        </p:nvSpPr>
        <p:spPr>
          <a:xfrm>
            <a:off x="0" y="1"/>
            <a:ext cx="7918704" cy="7238996"/>
          </a:xfrm>
        </p:spPr>
        <p:txBody>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7.92 x 8.66 then send to back</a:t>
            </a:r>
          </a:p>
        </p:txBody>
      </p:sp>
      <p:pic>
        <p:nvPicPr>
          <p:cNvPr id="11" name="Picture 10">
            <a:extLst>
              <a:ext uri="{FF2B5EF4-FFF2-40B4-BE49-F238E27FC236}">
                <a16:creationId xmlns:a16="http://schemas.microsoft.com/office/drawing/2014/main" id="{E5640B3A-52CE-4E2E-9739-AA09D94EA0E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15132" b="31224"/>
          <a:stretch/>
        </p:blipFill>
        <p:spPr>
          <a:xfrm>
            <a:off x="8140680" y="5835690"/>
            <a:ext cx="2101884" cy="869910"/>
          </a:xfrm>
          <a:prstGeom prst="rect">
            <a:avLst/>
          </a:prstGeom>
        </p:spPr>
      </p:pic>
    </p:spTree>
    <p:extLst>
      <p:ext uri="{BB962C8B-B14F-4D97-AF65-F5344CB8AC3E}">
        <p14:creationId xmlns:p14="http://schemas.microsoft.com/office/powerpoint/2010/main" val="3867342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48" userDrawn="1">
          <p15:clr>
            <a:srgbClr val="FBAE40"/>
          </p15:clr>
        </p15:guide>
        <p15:guide id="2" pos="403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Dark / 2 Logos">
    <p:spTree>
      <p:nvGrpSpPr>
        <p:cNvPr id="1" name=""/>
        <p:cNvGrpSpPr/>
        <p:nvPr/>
      </p:nvGrpSpPr>
      <p:grpSpPr>
        <a:xfrm>
          <a:off x="0" y="0"/>
          <a:ext cx="0" cy="0"/>
          <a:chOff x="0" y="0"/>
          <a:chExt cx="0" cy="0"/>
        </a:xfrm>
      </p:grpSpPr>
      <p:sp>
        <p:nvSpPr>
          <p:cNvPr id="10" name="Rectangle 9"/>
          <p:cNvSpPr/>
          <p:nvPr userDrawn="1"/>
        </p:nvSpPr>
        <p:spPr>
          <a:xfrm>
            <a:off x="7914902" y="0"/>
            <a:ext cx="4886698"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C248E76-24AC-46E6-BDBE-579E9FE207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00" y="6000814"/>
            <a:ext cx="2009945" cy="557784"/>
          </a:xfrm>
          <a:prstGeom prst="rect">
            <a:avLst/>
          </a:prstGeom>
        </p:spPr>
      </p:pic>
      <p:sp>
        <p:nvSpPr>
          <p:cNvPr id="17" name="Content Placeholder 9">
            <a:extLst>
              <a:ext uri="{FF2B5EF4-FFF2-40B4-BE49-F238E27FC236}">
                <a16:creationId xmlns:a16="http://schemas.microsoft.com/office/drawing/2014/main" id="{AAA19B68-6FA9-4E3C-B228-1B4E621358C4}"/>
              </a:ext>
            </a:extLst>
          </p:cNvPr>
          <p:cNvSpPr>
            <a:spLocks noGrp="1"/>
          </p:cNvSpPr>
          <p:nvPr>
            <p:ph sz="quarter" idx="12" hasCustomPrompt="1"/>
          </p:nvPr>
        </p:nvSpPr>
        <p:spPr>
          <a:xfrm>
            <a:off x="0" y="1"/>
            <a:ext cx="7918704" cy="7238996"/>
          </a:xfrm>
        </p:spPr>
        <p:txBody>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7.92 x 8.66 then send to back</a:t>
            </a:r>
          </a:p>
        </p:txBody>
      </p:sp>
      <p:sp>
        <p:nvSpPr>
          <p:cNvPr id="2" name="Title 1"/>
          <p:cNvSpPr>
            <a:spLocks noGrp="1"/>
          </p:cNvSpPr>
          <p:nvPr>
            <p:ph type="ctrTitle" hasCustomPrompt="1"/>
          </p:nvPr>
        </p:nvSpPr>
        <p:spPr>
          <a:xfrm>
            <a:off x="8037576" y="2057400"/>
            <a:ext cx="4679871" cy="2133600"/>
          </a:xfrm>
          <a:prstGeom prst="rect">
            <a:avLst/>
          </a:prstGeom>
        </p:spPr>
        <p:txBody>
          <a:bodyPr>
            <a:noAutofit/>
          </a:bodyPr>
          <a:lstStyle>
            <a:lvl1pPr marL="0" algn="ctr" defTabSz="1175644" rtl="0" eaLnBrk="1" latinLnBrk="0" hangingPunct="1">
              <a:spcBef>
                <a:spcPct val="0"/>
              </a:spcBef>
              <a:buNone/>
              <a:defRPr lang="en-US" sz="2800" kern="1200" dirty="0">
                <a:solidFill>
                  <a:schemeClr val="bg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8053411" y="4325112"/>
            <a:ext cx="4648200" cy="471100"/>
          </a:xfrm>
        </p:spPr>
        <p:txBody>
          <a:bodyPr>
            <a:noAutofit/>
          </a:bodyPr>
          <a:lstStyle>
            <a:lvl1pPr marL="0" indent="0" algn="ctr">
              <a:buNone/>
              <a:defRPr>
                <a:solidFill>
                  <a:schemeClr val="bg1">
                    <a:lumMod val="95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3" name="Text Placeholder 6">
            <a:extLst>
              <a:ext uri="{FF2B5EF4-FFF2-40B4-BE49-F238E27FC236}">
                <a16:creationId xmlns:a16="http://schemas.microsoft.com/office/drawing/2014/main" id="{542FE23D-A41F-475E-9852-E31A33BA203B}"/>
              </a:ext>
            </a:extLst>
          </p:cNvPr>
          <p:cNvSpPr>
            <a:spLocks noGrp="1"/>
          </p:cNvSpPr>
          <p:nvPr>
            <p:ph type="body" sz="quarter" idx="10" hasCustomPrompt="1"/>
          </p:nvPr>
        </p:nvSpPr>
        <p:spPr>
          <a:xfrm>
            <a:off x="9005911" y="5212080"/>
            <a:ext cx="2743200" cy="274320"/>
          </a:xfrm>
        </p:spPr>
        <p:txBody>
          <a:bodyPr anchor="ctr">
            <a:noAutofit/>
          </a:bodyPr>
          <a:lstStyle>
            <a:lvl1pPr marL="0" indent="0" algn="ctr">
              <a:buNone/>
              <a:defRPr sz="1200" i="1">
                <a:solidFill>
                  <a:schemeClr val="accent2"/>
                </a:solidFill>
              </a:defRPr>
            </a:lvl1pPr>
          </a:lstStyle>
          <a:p>
            <a:pPr lvl="0"/>
            <a:r>
              <a:rPr lang="en-US"/>
              <a:t>Date</a:t>
            </a:r>
          </a:p>
        </p:txBody>
      </p:sp>
      <p:sp>
        <p:nvSpPr>
          <p:cNvPr id="14" name="Picture Placeholder 4">
            <a:extLst>
              <a:ext uri="{FF2B5EF4-FFF2-40B4-BE49-F238E27FC236}">
                <a16:creationId xmlns:a16="http://schemas.microsoft.com/office/drawing/2014/main" id="{0DCFDD51-D9BA-4144-AEF9-D909202E566E}"/>
              </a:ext>
            </a:extLst>
          </p:cNvPr>
          <p:cNvSpPr>
            <a:spLocks noGrp="1"/>
          </p:cNvSpPr>
          <p:nvPr>
            <p:ph type="pic" sz="quarter" idx="11" hasCustomPrompt="1"/>
          </p:nvPr>
        </p:nvSpPr>
        <p:spPr>
          <a:xfrm>
            <a:off x="9220224" y="232362"/>
            <a:ext cx="2314575" cy="1406358"/>
          </a:xfrm>
        </p:spPr>
        <p:txBody>
          <a:bodyPr anchor="ctr"/>
          <a:lstStyle>
            <a:lvl1pPr marL="0" indent="0" algn="ctr">
              <a:buNone/>
              <a:defRPr>
                <a:solidFill>
                  <a:schemeClr val="bg1"/>
                </a:solidFill>
              </a:defRPr>
            </a:lvl1pPr>
          </a:lstStyle>
          <a:p>
            <a:r>
              <a:rPr lang="en-US"/>
              <a:t>Client Logo</a:t>
            </a:r>
          </a:p>
        </p:txBody>
      </p:sp>
      <p:pic>
        <p:nvPicPr>
          <p:cNvPr id="15" name="Picture 14">
            <a:extLst>
              <a:ext uri="{FF2B5EF4-FFF2-40B4-BE49-F238E27FC236}">
                <a16:creationId xmlns:a16="http://schemas.microsoft.com/office/drawing/2014/main" id="{1ABCE6F8-872D-4AEB-A0EE-CD2DCEC767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9020" y="5929740"/>
            <a:ext cx="1985597" cy="699660"/>
          </a:xfrm>
          <a:prstGeom prst="rect">
            <a:avLst/>
          </a:prstGeom>
        </p:spPr>
      </p:pic>
    </p:spTree>
    <p:extLst>
      <p:ext uri="{BB962C8B-B14F-4D97-AF65-F5344CB8AC3E}">
        <p14:creationId xmlns:p14="http://schemas.microsoft.com/office/powerpoint/2010/main" val="2192814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140" y="1673424"/>
            <a:ext cx="11323320"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17488">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C07F411E-1884-4A39-88B6-D5CC0EDE110B}"/>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6" name="Subtitle 2">
            <a:extLst>
              <a:ext uri="{FF2B5EF4-FFF2-40B4-BE49-F238E27FC236}">
                <a16:creationId xmlns:a16="http://schemas.microsoft.com/office/drawing/2014/main" id="{39A16184-E09D-4FF2-9192-40515C02CF6F}"/>
              </a:ext>
            </a:extLst>
          </p:cNvPr>
          <p:cNvSpPr>
            <a:spLocks noGrp="1"/>
          </p:cNvSpPr>
          <p:nvPr>
            <p:ph type="subTitle" idx="10"/>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162247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Subtitle 2">
            <a:extLst>
              <a:ext uri="{FF2B5EF4-FFF2-40B4-BE49-F238E27FC236}">
                <a16:creationId xmlns:a16="http://schemas.microsoft.com/office/drawing/2014/main" id="{D06DA704-D317-4C7F-BEC1-02E13E9A85A4}"/>
              </a:ext>
            </a:extLst>
          </p:cNvPr>
          <p:cNvSpPr>
            <a:spLocks noGrp="1"/>
          </p:cNvSpPr>
          <p:nvPr>
            <p:ph type="subTitle" idx="10"/>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Title 1">
            <a:extLst>
              <a:ext uri="{FF2B5EF4-FFF2-40B4-BE49-F238E27FC236}">
                <a16:creationId xmlns:a16="http://schemas.microsoft.com/office/drawing/2014/main" id="{B029EE9C-248A-4490-BB13-5872BE5CCCC4}"/>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1" name="Content Placeholder 2">
            <a:extLst>
              <a:ext uri="{FF2B5EF4-FFF2-40B4-BE49-F238E27FC236}">
                <a16:creationId xmlns:a16="http://schemas.microsoft.com/office/drawing/2014/main" id="{C43C72CD-E97F-416A-ADC1-B5F95A12B0EE}"/>
              </a:ext>
            </a:extLst>
          </p:cNvPr>
          <p:cNvSpPr>
            <a:spLocks noGrp="1"/>
          </p:cNvSpPr>
          <p:nvPr>
            <p:ph idx="11"/>
          </p:nvPr>
        </p:nvSpPr>
        <p:spPr>
          <a:xfrm>
            <a:off x="739140" y="1678288"/>
            <a:ext cx="5486400" cy="5260776"/>
          </a:xfrm>
        </p:spPr>
        <p:txBody>
          <a:bodyPr>
            <a:noAutofit/>
          </a:bodyPr>
          <a:lstStyle>
            <a:lvl1pPr marL="174625" indent="-174625"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1pPr>
            <a:lvl2pPr marL="515938" indent="-268288"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2pPr>
            <a:lvl3pPr marL="739775" indent="-196850"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3pPr>
            <a:lvl4pPr marL="1031875" indent="-241300"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4pPr>
            <a:lvl5pPr marL="1254125" indent="-225425" algn="l" defTabSz="914400" rtl="0" eaLnBrk="1" latinLnBrk="0" hangingPunct="1">
              <a:lnSpc>
                <a:spcPct val="100000"/>
              </a:lnSpc>
              <a:spcBef>
                <a:spcPts val="0"/>
              </a:spcBef>
              <a:spcAft>
                <a:spcPts val="0"/>
              </a:spcAft>
              <a:defRPr lang="en-US" sz="2000" kern="1200" dirty="0">
                <a:solidFill>
                  <a:schemeClr val="tx1">
                    <a:lumMod val="50000"/>
                  </a:schemeClr>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5C1B7B8-BE01-4667-81BB-0ADE2BEDD003}"/>
              </a:ext>
            </a:extLst>
          </p:cNvPr>
          <p:cNvSpPr>
            <a:spLocks noGrp="1"/>
          </p:cNvSpPr>
          <p:nvPr>
            <p:ph idx="12"/>
          </p:nvPr>
        </p:nvSpPr>
        <p:spPr>
          <a:xfrm>
            <a:off x="6584166" y="1678288"/>
            <a:ext cx="5486400"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276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Subtitle 2">
            <a:extLst>
              <a:ext uri="{FF2B5EF4-FFF2-40B4-BE49-F238E27FC236}">
                <a16:creationId xmlns:a16="http://schemas.microsoft.com/office/drawing/2014/main" id="{85D83062-905D-4328-B3DB-FEA448161D2A}"/>
              </a:ext>
            </a:extLst>
          </p:cNvPr>
          <p:cNvSpPr>
            <a:spLocks noGrp="1"/>
          </p:cNvSpPr>
          <p:nvPr>
            <p:ph type="subTitle" idx="11"/>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Title 1">
            <a:extLst>
              <a:ext uri="{FF2B5EF4-FFF2-40B4-BE49-F238E27FC236}">
                <a16:creationId xmlns:a16="http://schemas.microsoft.com/office/drawing/2014/main" id="{BB848D4D-C37A-438E-9176-B1210B369A3D}"/>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1" name="Content Placeholder 2">
            <a:extLst>
              <a:ext uri="{FF2B5EF4-FFF2-40B4-BE49-F238E27FC236}">
                <a16:creationId xmlns:a16="http://schemas.microsoft.com/office/drawing/2014/main" id="{1F3D58F9-D8C7-4207-BACD-C2A66E4C195B}"/>
              </a:ext>
            </a:extLst>
          </p:cNvPr>
          <p:cNvSpPr>
            <a:spLocks noGrp="1"/>
          </p:cNvSpPr>
          <p:nvPr>
            <p:ph idx="12"/>
          </p:nvPr>
        </p:nvSpPr>
        <p:spPr>
          <a:xfrm>
            <a:off x="739140" y="1677477"/>
            <a:ext cx="3502152"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052EEC6-6219-415B-96B5-AECF8511B29B}"/>
              </a:ext>
            </a:extLst>
          </p:cNvPr>
          <p:cNvSpPr>
            <a:spLocks noGrp="1"/>
          </p:cNvSpPr>
          <p:nvPr>
            <p:ph idx="13"/>
          </p:nvPr>
        </p:nvSpPr>
        <p:spPr>
          <a:xfrm>
            <a:off x="4649724" y="1677477"/>
            <a:ext cx="3502152"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92B389-03D8-40EB-B3A4-D43027E592B7}"/>
              </a:ext>
            </a:extLst>
          </p:cNvPr>
          <p:cNvSpPr>
            <a:spLocks noGrp="1"/>
          </p:cNvSpPr>
          <p:nvPr>
            <p:ph idx="14"/>
          </p:nvPr>
        </p:nvSpPr>
        <p:spPr>
          <a:xfrm>
            <a:off x="8560308" y="1677477"/>
            <a:ext cx="3502152"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688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7ED81201-6152-4706-AB60-835B37DF6B5C}"/>
              </a:ext>
            </a:extLst>
          </p:cNvPr>
          <p:cNvSpPr>
            <a:spLocks noGrp="1"/>
          </p:cNvSpPr>
          <p:nvPr>
            <p:ph idx="19"/>
          </p:nvPr>
        </p:nvSpPr>
        <p:spPr>
          <a:xfrm>
            <a:off x="9477376" y="1905000"/>
            <a:ext cx="3099816" cy="4809744"/>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tx1"/>
                </a:solidFill>
                <a:latin typeface="+mj-lt"/>
                <a:ea typeface="+mj-ea"/>
                <a:cs typeface="+mj-cs"/>
              </a:defRPr>
            </a:lvl1pPr>
          </a:lstStyle>
          <a:p>
            <a:r>
              <a:rPr lang="en-US"/>
              <a:t>CLICK TO EDIT MASTER TITLE STYLE</a:t>
            </a:r>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13" name="Subtitle 2">
            <a:extLst>
              <a:ext uri="{FF2B5EF4-FFF2-40B4-BE49-F238E27FC236}">
                <a16:creationId xmlns:a16="http://schemas.microsoft.com/office/drawing/2014/main" id="{3D61FB14-0B00-41B0-A164-CAB24296E4EB}"/>
              </a:ext>
            </a:extLst>
          </p:cNvPr>
          <p:cNvSpPr>
            <a:spLocks noGrp="1"/>
          </p:cNvSpPr>
          <p:nvPr>
            <p:ph type="subTitle" idx="14"/>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14" name="Content Placeholder 2">
            <a:extLst>
              <a:ext uri="{FF2B5EF4-FFF2-40B4-BE49-F238E27FC236}">
                <a16:creationId xmlns:a16="http://schemas.microsoft.com/office/drawing/2014/main" id="{D484A1A3-D4C8-4C5E-B714-710CF1B376BE}"/>
              </a:ext>
            </a:extLst>
          </p:cNvPr>
          <p:cNvSpPr>
            <a:spLocks noGrp="1"/>
          </p:cNvSpPr>
          <p:nvPr>
            <p:ph idx="15"/>
          </p:nvPr>
        </p:nvSpPr>
        <p:spPr>
          <a:xfrm>
            <a:off x="739140" y="610920"/>
            <a:ext cx="3986784"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4AE60353-9F85-4C96-B068-A7D8BF350D5F}"/>
              </a:ext>
            </a:extLst>
          </p:cNvPr>
          <p:cNvSpPr>
            <a:spLocks noGrp="1"/>
          </p:cNvSpPr>
          <p:nvPr>
            <p:ph idx="16"/>
          </p:nvPr>
        </p:nvSpPr>
        <p:spPr>
          <a:xfrm>
            <a:off x="5111495" y="610920"/>
            <a:ext cx="3986783"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AB7689D-9499-4408-A6E9-C32F96747E5B}"/>
              </a:ext>
            </a:extLst>
          </p:cNvPr>
          <p:cNvSpPr>
            <a:spLocks noGrp="1"/>
          </p:cNvSpPr>
          <p:nvPr>
            <p:ph idx="17"/>
          </p:nvPr>
        </p:nvSpPr>
        <p:spPr>
          <a:xfrm>
            <a:off x="739140" y="3858768"/>
            <a:ext cx="3986784"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DE5F23A8-4E9D-4C48-B5B2-E72DEC44AE50}"/>
              </a:ext>
            </a:extLst>
          </p:cNvPr>
          <p:cNvSpPr>
            <a:spLocks noGrp="1"/>
          </p:cNvSpPr>
          <p:nvPr>
            <p:ph idx="18"/>
          </p:nvPr>
        </p:nvSpPr>
        <p:spPr>
          <a:xfrm>
            <a:off x="5111495" y="3858768"/>
            <a:ext cx="3986783"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0909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2" name="Subtitle 2">
            <a:extLst>
              <a:ext uri="{FF2B5EF4-FFF2-40B4-BE49-F238E27FC236}">
                <a16:creationId xmlns:a16="http://schemas.microsoft.com/office/drawing/2014/main" id="{5254529B-95B5-4833-8598-0AAADA7A1646}"/>
              </a:ext>
            </a:extLst>
          </p:cNvPr>
          <p:cNvSpPr>
            <a:spLocks noGrp="1"/>
          </p:cNvSpPr>
          <p:nvPr>
            <p:ph type="subTitle" idx="14"/>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11" name="Title 1">
            <a:extLst>
              <a:ext uri="{FF2B5EF4-FFF2-40B4-BE49-F238E27FC236}">
                <a16:creationId xmlns:a16="http://schemas.microsoft.com/office/drawing/2014/main" id="{63DC6D53-B198-4E6D-8C8D-5E777EB445CC}"/>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4" name="Content Placeholder 2">
            <a:extLst>
              <a:ext uri="{FF2B5EF4-FFF2-40B4-BE49-F238E27FC236}">
                <a16:creationId xmlns:a16="http://schemas.microsoft.com/office/drawing/2014/main" id="{FC771422-A3C6-456A-9CFF-CA9F96F29863}"/>
              </a:ext>
            </a:extLst>
          </p:cNvPr>
          <p:cNvSpPr>
            <a:spLocks noGrp="1"/>
          </p:cNvSpPr>
          <p:nvPr>
            <p:ph idx="15"/>
          </p:nvPr>
        </p:nvSpPr>
        <p:spPr>
          <a:xfrm>
            <a:off x="739140" y="16734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8BDFD507-2CA9-495A-B222-4FC69AA0A977}"/>
              </a:ext>
            </a:extLst>
          </p:cNvPr>
          <p:cNvSpPr>
            <a:spLocks noGrp="1"/>
          </p:cNvSpPr>
          <p:nvPr>
            <p:ph idx="16"/>
          </p:nvPr>
        </p:nvSpPr>
        <p:spPr>
          <a:xfrm>
            <a:off x="4649724" y="16734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C0CB394B-18A7-4034-9971-B4753DE87C58}"/>
              </a:ext>
            </a:extLst>
          </p:cNvPr>
          <p:cNvSpPr>
            <a:spLocks noGrp="1"/>
          </p:cNvSpPr>
          <p:nvPr>
            <p:ph idx="17"/>
          </p:nvPr>
        </p:nvSpPr>
        <p:spPr>
          <a:xfrm>
            <a:off x="8560308" y="1675953"/>
            <a:ext cx="3502152" cy="247795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8866564A-BD5F-4953-A0EA-F54C50B7B12A}"/>
              </a:ext>
            </a:extLst>
          </p:cNvPr>
          <p:cNvSpPr>
            <a:spLocks noGrp="1"/>
          </p:cNvSpPr>
          <p:nvPr>
            <p:ph idx="18"/>
          </p:nvPr>
        </p:nvSpPr>
        <p:spPr>
          <a:xfrm>
            <a:off x="739140" y="43068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CC216FDD-D062-4F43-8EC7-EEC44133FDBA}"/>
              </a:ext>
            </a:extLst>
          </p:cNvPr>
          <p:cNvSpPr>
            <a:spLocks noGrp="1"/>
          </p:cNvSpPr>
          <p:nvPr>
            <p:ph idx="19"/>
          </p:nvPr>
        </p:nvSpPr>
        <p:spPr>
          <a:xfrm>
            <a:off x="4649724" y="43068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631F01F-789A-4084-B50E-4CF3194918D6}"/>
              </a:ext>
            </a:extLst>
          </p:cNvPr>
          <p:cNvSpPr>
            <a:spLocks noGrp="1"/>
          </p:cNvSpPr>
          <p:nvPr>
            <p:ph idx="20"/>
          </p:nvPr>
        </p:nvSpPr>
        <p:spPr>
          <a:xfrm>
            <a:off x="8560308" y="4309353"/>
            <a:ext cx="3502152" cy="247795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1106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7A160172-2BD4-4246-85AB-821B0F1ADD63}"/>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Tree>
    <p:extLst>
      <p:ext uri="{BB962C8B-B14F-4D97-AF65-F5344CB8AC3E}">
        <p14:creationId xmlns:p14="http://schemas.microsoft.com/office/powerpoint/2010/main" val="111777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Tree>
    <p:extLst>
      <p:ext uri="{BB962C8B-B14F-4D97-AF65-F5344CB8AC3E}">
        <p14:creationId xmlns:p14="http://schemas.microsoft.com/office/powerpoint/2010/main" val="320668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ap - White">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9" name="Title 1">
            <a:extLst>
              <a:ext uri="{FF2B5EF4-FFF2-40B4-BE49-F238E27FC236}">
                <a16:creationId xmlns:a16="http://schemas.microsoft.com/office/drawing/2014/main" id="{00E9A6C1-4ED1-43A5-8B5E-394BAA83719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tx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3E1D95FD-3E8D-4D81-9E89-582C50E8DB2A}"/>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C3595C4F-EBF5-4894-BECC-79FD2DA3ED1F}"/>
              </a:ext>
            </a:extLst>
          </p:cNvPr>
          <p:cNvSpPr>
            <a:spLocks noGrp="1"/>
          </p:cNvSpPr>
          <p:nvPr>
            <p:ph sz="quarter" idx="12"/>
          </p:nvPr>
        </p:nvSpPr>
        <p:spPr>
          <a:xfrm>
            <a:off x="9482328" y="1901952"/>
            <a:ext cx="3099816" cy="4809744"/>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0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p - White - 3 Side">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9" name="Title 1">
            <a:extLst>
              <a:ext uri="{FF2B5EF4-FFF2-40B4-BE49-F238E27FC236}">
                <a16:creationId xmlns:a16="http://schemas.microsoft.com/office/drawing/2014/main" id="{00E9A6C1-4ED1-43A5-8B5E-394BAA837192}"/>
              </a:ext>
            </a:extLst>
          </p:cNvPr>
          <p:cNvSpPr>
            <a:spLocks noGrp="1"/>
          </p:cNvSpPr>
          <p:nvPr>
            <p:ph type="title" hasCustomPrompt="1"/>
          </p:nvPr>
        </p:nvSpPr>
        <p:spPr>
          <a:xfrm>
            <a:off x="9478327"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tx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3E1D95FD-3E8D-4D81-9E89-582C50E8DB2A}"/>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9">
            <a:extLst>
              <a:ext uri="{FF2B5EF4-FFF2-40B4-BE49-F238E27FC236}">
                <a16:creationId xmlns:a16="http://schemas.microsoft.com/office/drawing/2014/main" id="{8D3B3C02-592B-4C91-B3DB-BB0019149642}"/>
              </a:ext>
            </a:extLst>
          </p:cNvPr>
          <p:cNvSpPr>
            <a:spLocks noGrp="1"/>
          </p:cNvSpPr>
          <p:nvPr>
            <p:ph sz="quarter" idx="12"/>
          </p:nvPr>
        </p:nvSpPr>
        <p:spPr>
          <a:xfrm>
            <a:off x="9482328" y="1911096"/>
            <a:ext cx="3099816" cy="2404872"/>
          </a:xfrm>
        </p:spPr>
        <p:txBody>
          <a:bodyPr>
            <a:noAutofit/>
          </a:bodyPr>
          <a:lstStyle>
            <a:lvl1pPr marL="174625" indent="-174625">
              <a:lnSpc>
                <a:spcPct val="100000"/>
              </a:lnSpc>
              <a:spcBef>
                <a:spcPts val="0"/>
              </a:spcBef>
              <a:spcAft>
                <a:spcPts val="0"/>
              </a:spcAft>
              <a:defRPr sz="1600"/>
            </a:lvl1pPr>
            <a:lvl2pPr marL="515938" indent="-268288">
              <a:lnSpc>
                <a:spcPct val="100000"/>
              </a:lnSpc>
              <a:spcBef>
                <a:spcPts val="0"/>
              </a:spcBef>
              <a:spcAft>
                <a:spcPts val="0"/>
              </a:spcAft>
              <a:defRPr sz="1600"/>
            </a:lvl2pPr>
            <a:lvl3pPr marL="739775" indent="-196850">
              <a:lnSpc>
                <a:spcPct val="100000"/>
              </a:lnSpc>
              <a:spcBef>
                <a:spcPts val="0"/>
              </a:spcBef>
              <a:spcAft>
                <a:spcPts val="0"/>
              </a:spcAft>
              <a:defRPr sz="1600"/>
            </a:lvl3pPr>
            <a:lvl4pPr marL="1031875" indent="-241300">
              <a:lnSpc>
                <a:spcPct val="100000"/>
              </a:lnSpc>
              <a:spcBef>
                <a:spcPts val="0"/>
              </a:spcBef>
              <a:spcAft>
                <a:spcPts val="0"/>
              </a:spcAft>
              <a:defRPr sz="1600"/>
            </a:lvl4pPr>
            <a:lvl5pPr marL="1254125" indent="-225425">
              <a:lnSpc>
                <a:spcPct val="100000"/>
              </a:lnSpc>
              <a:spcBef>
                <a:spcPts val="0"/>
              </a:spcBef>
              <a:spcAft>
                <a:spcPts val="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3B74925-1DB5-4834-843A-F4B484008F11}"/>
              </a:ext>
            </a:extLst>
          </p:cNvPr>
          <p:cNvSpPr>
            <a:spLocks noGrp="1"/>
          </p:cNvSpPr>
          <p:nvPr>
            <p:ph sz="quarter" idx="13"/>
          </p:nvPr>
        </p:nvSpPr>
        <p:spPr>
          <a:xfrm>
            <a:off x="9482328" y="4352544"/>
            <a:ext cx="3099816" cy="2404872"/>
          </a:xfrm>
        </p:spPr>
        <p:txBody>
          <a:bodyPr>
            <a:noAutofit/>
          </a:bodyPr>
          <a:lstStyle>
            <a:lvl1pPr marL="174625" indent="-174625">
              <a:lnSpc>
                <a:spcPct val="100000"/>
              </a:lnSpc>
              <a:spcBef>
                <a:spcPts val="0"/>
              </a:spcBef>
              <a:spcAft>
                <a:spcPts val="0"/>
              </a:spcAft>
              <a:defRPr sz="1600"/>
            </a:lvl1pPr>
            <a:lvl2pPr marL="515938" indent="-268288">
              <a:lnSpc>
                <a:spcPct val="100000"/>
              </a:lnSpc>
              <a:spcBef>
                <a:spcPts val="0"/>
              </a:spcBef>
              <a:spcAft>
                <a:spcPts val="0"/>
              </a:spcAft>
              <a:defRPr sz="1600"/>
            </a:lvl2pPr>
            <a:lvl3pPr marL="739775" indent="-196850">
              <a:lnSpc>
                <a:spcPct val="100000"/>
              </a:lnSpc>
              <a:spcBef>
                <a:spcPts val="0"/>
              </a:spcBef>
              <a:spcAft>
                <a:spcPts val="0"/>
              </a:spcAft>
              <a:defRPr sz="1600"/>
            </a:lvl3pPr>
            <a:lvl4pPr marL="1031875" indent="-241300">
              <a:lnSpc>
                <a:spcPct val="100000"/>
              </a:lnSpc>
              <a:spcBef>
                <a:spcPts val="0"/>
              </a:spcBef>
              <a:spcAft>
                <a:spcPts val="0"/>
              </a:spcAft>
              <a:defRPr sz="1600"/>
            </a:lvl4pPr>
            <a:lvl5pPr marL="1254125" indent="-225425">
              <a:lnSpc>
                <a:spcPct val="100000"/>
              </a:lnSpc>
              <a:spcBef>
                <a:spcPts val="0"/>
              </a:spcBef>
              <a:spcAft>
                <a:spcPts val="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5677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p - Dark">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8" name="Title 1">
            <a:extLst>
              <a:ext uri="{FF2B5EF4-FFF2-40B4-BE49-F238E27FC236}">
                <a16:creationId xmlns:a16="http://schemas.microsoft.com/office/drawing/2014/main" id="{4C1D3105-F6DE-4554-B2D4-5604653CBBF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bg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A08751EB-B0A7-4613-8752-E2DB50480646}"/>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CB2B2847-DD7D-4212-880B-D7517D108BE4}"/>
              </a:ext>
            </a:extLst>
          </p:cNvPr>
          <p:cNvSpPr>
            <a:spLocks noGrp="1"/>
          </p:cNvSpPr>
          <p:nvPr>
            <p:ph sz="quarter" idx="12"/>
          </p:nvPr>
        </p:nvSpPr>
        <p:spPr>
          <a:xfrm>
            <a:off x="9482328" y="1901952"/>
            <a:ext cx="3099816" cy="4809744"/>
          </a:xfrm>
        </p:spPr>
        <p:txBody>
          <a:bodyPr>
            <a:noAutofit/>
          </a:bodyPr>
          <a:lstStyle>
            <a:lvl1pPr marL="174625" indent="-174625">
              <a:lnSpc>
                <a:spcPct val="100000"/>
              </a:lnSpc>
              <a:spcBef>
                <a:spcPts val="0"/>
              </a:spcBef>
              <a:spcAft>
                <a:spcPts val="0"/>
              </a:spcAft>
              <a:defRPr>
                <a:solidFill>
                  <a:schemeClr val="bg1"/>
                </a:solidFill>
              </a:defRPr>
            </a:lvl1pPr>
            <a:lvl2pPr marL="515938" indent="-268288">
              <a:lnSpc>
                <a:spcPct val="100000"/>
              </a:lnSpc>
              <a:spcBef>
                <a:spcPts val="0"/>
              </a:spcBef>
              <a:spcAft>
                <a:spcPts val="0"/>
              </a:spcAft>
              <a:defRPr>
                <a:solidFill>
                  <a:schemeClr val="bg1"/>
                </a:solidFill>
              </a:defRPr>
            </a:lvl2pPr>
            <a:lvl3pPr marL="739775" indent="-196850">
              <a:lnSpc>
                <a:spcPct val="100000"/>
              </a:lnSpc>
              <a:spcBef>
                <a:spcPts val="0"/>
              </a:spcBef>
              <a:spcAft>
                <a:spcPts val="0"/>
              </a:spcAft>
              <a:defRPr>
                <a:solidFill>
                  <a:schemeClr val="bg1"/>
                </a:solidFill>
              </a:defRPr>
            </a:lvl3pPr>
            <a:lvl4pPr marL="1031875" indent="-241300">
              <a:lnSpc>
                <a:spcPct val="100000"/>
              </a:lnSpc>
              <a:spcBef>
                <a:spcPts val="0"/>
              </a:spcBef>
              <a:spcAft>
                <a:spcPts val="0"/>
              </a:spcAft>
              <a:defRPr>
                <a:solidFill>
                  <a:schemeClr val="bg1"/>
                </a:solidFill>
              </a:defRPr>
            </a:lvl4pPr>
            <a:lvl5pPr marL="1254125" indent="-225425">
              <a:lnSpc>
                <a:spcPct val="100000"/>
              </a:lnSpc>
              <a:spcBef>
                <a:spcPts val="0"/>
              </a:spcBef>
              <a:spcAft>
                <a:spcPts val="0"/>
              </a:spcAft>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807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ap - Dark - 3 Side">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8" name="Title 1">
            <a:extLst>
              <a:ext uri="{FF2B5EF4-FFF2-40B4-BE49-F238E27FC236}">
                <a16:creationId xmlns:a16="http://schemas.microsoft.com/office/drawing/2014/main" id="{4C1D3105-F6DE-4554-B2D4-5604653CBBF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bg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A08751EB-B0A7-4613-8752-E2DB50480646}"/>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9">
            <a:extLst>
              <a:ext uri="{FF2B5EF4-FFF2-40B4-BE49-F238E27FC236}">
                <a16:creationId xmlns:a16="http://schemas.microsoft.com/office/drawing/2014/main" id="{843BB5FB-A8F7-4D93-888A-26B2547047CA}"/>
              </a:ext>
            </a:extLst>
          </p:cNvPr>
          <p:cNvSpPr>
            <a:spLocks noGrp="1"/>
          </p:cNvSpPr>
          <p:nvPr>
            <p:ph sz="quarter" idx="12"/>
          </p:nvPr>
        </p:nvSpPr>
        <p:spPr>
          <a:xfrm>
            <a:off x="9482328" y="1911096"/>
            <a:ext cx="3099816" cy="2404872"/>
          </a:xfrm>
        </p:spPr>
        <p:txBody>
          <a:bodyPr>
            <a:noAutofit/>
          </a:bodyPr>
          <a:lstStyle>
            <a:lvl1pPr marL="174625" indent="-174625">
              <a:lnSpc>
                <a:spcPct val="100000"/>
              </a:lnSpc>
              <a:spcBef>
                <a:spcPts val="0"/>
              </a:spcBef>
              <a:spcAft>
                <a:spcPts val="0"/>
              </a:spcAft>
              <a:defRPr sz="1600">
                <a:solidFill>
                  <a:schemeClr val="bg1"/>
                </a:solidFill>
              </a:defRPr>
            </a:lvl1pPr>
            <a:lvl2pPr marL="515938" indent="-268288">
              <a:lnSpc>
                <a:spcPct val="100000"/>
              </a:lnSpc>
              <a:spcBef>
                <a:spcPts val="0"/>
              </a:spcBef>
              <a:spcAft>
                <a:spcPts val="0"/>
              </a:spcAft>
              <a:defRPr sz="1600">
                <a:solidFill>
                  <a:schemeClr val="bg1"/>
                </a:solidFill>
              </a:defRPr>
            </a:lvl2pPr>
            <a:lvl3pPr marL="739775" indent="-196850">
              <a:lnSpc>
                <a:spcPct val="100000"/>
              </a:lnSpc>
              <a:spcBef>
                <a:spcPts val="0"/>
              </a:spcBef>
              <a:spcAft>
                <a:spcPts val="0"/>
              </a:spcAft>
              <a:defRPr sz="1600">
                <a:solidFill>
                  <a:schemeClr val="bg1"/>
                </a:solidFill>
              </a:defRPr>
            </a:lvl3pPr>
            <a:lvl4pPr marL="1031875" indent="-241300">
              <a:lnSpc>
                <a:spcPct val="100000"/>
              </a:lnSpc>
              <a:spcBef>
                <a:spcPts val="0"/>
              </a:spcBef>
              <a:spcAft>
                <a:spcPts val="0"/>
              </a:spcAft>
              <a:defRPr sz="1600">
                <a:solidFill>
                  <a:schemeClr val="bg1"/>
                </a:solidFill>
              </a:defRPr>
            </a:lvl4pPr>
            <a:lvl5pPr marL="1254125" indent="-225425">
              <a:lnSpc>
                <a:spcPct val="100000"/>
              </a:lnSpc>
              <a:spcBef>
                <a:spcPts val="0"/>
              </a:spcBef>
              <a:spcAft>
                <a:spcPts val="0"/>
              </a:spcAft>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9DD6F7C9-8FD8-4625-B01C-7652B371DFF7}"/>
              </a:ext>
            </a:extLst>
          </p:cNvPr>
          <p:cNvSpPr>
            <a:spLocks noGrp="1"/>
          </p:cNvSpPr>
          <p:nvPr>
            <p:ph sz="quarter" idx="13"/>
          </p:nvPr>
        </p:nvSpPr>
        <p:spPr>
          <a:xfrm>
            <a:off x="9482328" y="4352544"/>
            <a:ext cx="3099816" cy="2404872"/>
          </a:xfrm>
        </p:spPr>
        <p:txBody>
          <a:bodyPr>
            <a:noAutofit/>
          </a:bodyPr>
          <a:lstStyle>
            <a:lvl1pPr marL="174625" indent="-174625">
              <a:lnSpc>
                <a:spcPct val="100000"/>
              </a:lnSpc>
              <a:spcBef>
                <a:spcPts val="0"/>
              </a:spcBef>
              <a:spcAft>
                <a:spcPts val="0"/>
              </a:spcAft>
              <a:defRPr sz="1600">
                <a:solidFill>
                  <a:schemeClr val="bg1"/>
                </a:solidFill>
              </a:defRPr>
            </a:lvl1pPr>
            <a:lvl2pPr marL="515938" indent="-268288">
              <a:lnSpc>
                <a:spcPct val="100000"/>
              </a:lnSpc>
              <a:spcBef>
                <a:spcPts val="0"/>
              </a:spcBef>
              <a:spcAft>
                <a:spcPts val="0"/>
              </a:spcAft>
              <a:defRPr sz="1600">
                <a:solidFill>
                  <a:schemeClr val="bg1"/>
                </a:solidFill>
              </a:defRPr>
            </a:lvl2pPr>
            <a:lvl3pPr marL="739775" indent="-196850">
              <a:lnSpc>
                <a:spcPct val="100000"/>
              </a:lnSpc>
              <a:spcBef>
                <a:spcPts val="0"/>
              </a:spcBef>
              <a:spcAft>
                <a:spcPts val="0"/>
              </a:spcAft>
              <a:defRPr sz="1600">
                <a:solidFill>
                  <a:schemeClr val="bg1"/>
                </a:solidFill>
              </a:defRPr>
            </a:lvl3pPr>
            <a:lvl4pPr marL="1031875" indent="-241300">
              <a:lnSpc>
                <a:spcPct val="100000"/>
              </a:lnSpc>
              <a:spcBef>
                <a:spcPts val="0"/>
              </a:spcBef>
              <a:spcAft>
                <a:spcPts val="0"/>
              </a:spcAft>
              <a:defRPr sz="1600">
                <a:solidFill>
                  <a:schemeClr val="bg1"/>
                </a:solidFill>
              </a:defRPr>
            </a:lvl4pPr>
            <a:lvl5pPr marL="1254125" indent="-225425">
              <a:lnSpc>
                <a:spcPct val="100000"/>
              </a:lnSpc>
              <a:spcBef>
                <a:spcPts val="0"/>
              </a:spcBef>
              <a:spcAft>
                <a:spcPts val="0"/>
              </a:spcAft>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444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 White">
    <p:spTree>
      <p:nvGrpSpPr>
        <p:cNvPr id="1" name=""/>
        <p:cNvGrpSpPr/>
        <p:nvPr/>
      </p:nvGrpSpPr>
      <p:grpSpPr>
        <a:xfrm>
          <a:off x="0" y="0"/>
          <a:ext cx="0" cy="0"/>
          <a:chOff x="0" y="0"/>
          <a:chExt cx="0" cy="0"/>
        </a:xfrm>
      </p:grpSpPr>
      <p:sp>
        <p:nvSpPr>
          <p:cNvPr id="14" name="Rectangle 13"/>
          <p:cNvSpPr/>
          <p:nvPr userDrawn="1"/>
        </p:nvSpPr>
        <p:spPr>
          <a:xfrm rot="5400000">
            <a:off x="5707293" y="135168"/>
            <a:ext cx="1387014" cy="128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1011238" y="6076950"/>
            <a:ext cx="10881360" cy="720513"/>
          </a:xfrm>
          <a:prstGeom prst="rect">
            <a:avLst/>
          </a:prstGeom>
        </p:spPr>
        <p:txBody>
          <a:bodyPr anchor="t">
            <a:noAutofit/>
          </a:bodyPr>
          <a:lstStyle>
            <a:lvl1pPr algn="ctr">
              <a:defRPr lang="en-US" sz="2800" kern="1200" dirty="0">
                <a:solidFill>
                  <a:schemeClr val="tx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011238" y="6641676"/>
            <a:ext cx="10881360" cy="479637"/>
          </a:xfrm>
        </p:spPr>
        <p:txBody>
          <a:bodyPr anchor="t">
            <a:noAutofit/>
          </a:bodyPr>
          <a:lstStyle>
            <a:lvl1pPr marL="0" indent="0" algn="ctr">
              <a:buNone/>
              <a:defRPr sz="1800">
                <a:solidFill>
                  <a:schemeClr val="tx1">
                    <a:tint val="75000"/>
                  </a:schemeClr>
                </a:solidFill>
              </a:defRPr>
            </a:lvl1pPr>
            <a:lvl2pPr marL="587822" indent="0">
              <a:buNone/>
              <a:defRPr sz="2300">
                <a:solidFill>
                  <a:schemeClr val="tx1">
                    <a:tint val="75000"/>
                  </a:schemeClr>
                </a:solidFill>
              </a:defRPr>
            </a:lvl2pPr>
            <a:lvl3pPr marL="1175644" indent="0">
              <a:buNone/>
              <a:defRPr sz="2100">
                <a:solidFill>
                  <a:schemeClr val="tx1">
                    <a:tint val="75000"/>
                  </a:schemeClr>
                </a:solidFill>
              </a:defRPr>
            </a:lvl3pPr>
            <a:lvl4pPr marL="1763466" indent="0">
              <a:buNone/>
              <a:defRPr sz="1800">
                <a:solidFill>
                  <a:schemeClr val="tx1">
                    <a:tint val="75000"/>
                  </a:schemeClr>
                </a:solidFill>
              </a:defRPr>
            </a:lvl4pPr>
            <a:lvl5pPr marL="2351288" indent="0">
              <a:buNone/>
              <a:defRPr sz="1800">
                <a:solidFill>
                  <a:schemeClr val="tx1">
                    <a:tint val="75000"/>
                  </a:schemeClr>
                </a:solidFill>
              </a:defRPr>
            </a:lvl5pPr>
            <a:lvl6pPr marL="2939110" indent="0">
              <a:buNone/>
              <a:defRPr sz="1800">
                <a:solidFill>
                  <a:schemeClr val="tx1">
                    <a:tint val="75000"/>
                  </a:schemeClr>
                </a:solidFill>
              </a:defRPr>
            </a:lvl6pPr>
            <a:lvl7pPr marL="3526932" indent="0">
              <a:buNone/>
              <a:defRPr sz="1800">
                <a:solidFill>
                  <a:schemeClr val="tx1">
                    <a:tint val="75000"/>
                  </a:schemeClr>
                </a:solidFill>
              </a:defRPr>
            </a:lvl7pPr>
            <a:lvl8pPr marL="4114754" indent="0">
              <a:buNone/>
              <a:defRPr sz="1800">
                <a:solidFill>
                  <a:schemeClr val="tx1">
                    <a:tint val="75000"/>
                  </a:schemeClr>
                </a:solidFill>
              </a:defRPr>
            </a:lvl8pPr>
            <a:lvl9pPr marL="4702576" indent="0">
              <a:buNone/>
              <a:defRPr sz="1800">
                <a:solidFill>
                  <a:schemeClr val="tx1">
                    <a:tint val="75000"/>
                  </a:schemeClr>
                </a:solidFill>
              </a:defRPr>
            </a:lvl9pPr>
          </a:lstStyle>
          <a:p>
            <a:pPr lvl="0"/>
            <a:r>
              <a:rPr lang="en-US"/>
              <a:t>Edit Master text styles</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9" name="Content Placeholder 9">
            <a:extLst>
              <a:ext uri="{FF2B5EF4-FFF2-40B4-BE49-F238E27FC236}">
                <a16:creationId xmlns:a16="http://schemas.microsoft.com/office/drawing/2014/main" id="{C853960C-66E5-45B7-BEF0-4E2DEB18AA6D}"/>
              </a:ext>
            </a:extLst>
          </p:cNvPr>
          <p:cNvSpPr>
            <a:spLocks noGrp="1"/>
          </p:cNvSpPr>
          <p:nvPr>
            <p:ph sz="quarter" idx="12" hasCustomPrompt="1"/>
          </p:nvPr>
        </p:nvSpPr>
        <p:spPr>
          <a:xfrm>
            <a:off x="0" y="1"/>
            <a:ext cx="12801600" cy="5843016"/>
          </a:xfrm>
        </p:spPr>
        <p:txBody>
          <a:bodyPr>
            <a:noAutofit/>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6.39 x 14.0 then send to back</a:t>
            </a:r>
          </a:p>
        </p:txBody>
      </p:sp>
    </p:spTree>
    <p:extLst>
      <p:ext uri="{BB962C8B-B14F-4D97-AF65-F5344CB8AC3E}">
        <p14:creationId xmlns:p14="http://schemas.microsoft.com/office/powerpoint/2010/main" val="256795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 Dark">
    <p:spTree>
      <p:nvGrpSpPr>
        <p:cNvPr id="1" name=""/>
        <p:cNvGrpSpPr/>
        <p:nvPr/>
      </p:nvGrpSpPr>
      <p:grpSpPr>
        <a:xfrm>
          <a:off x="0" y="0"/>
          <a:ext cx="0" cy="0"/>
          <a:chOff x="0" y="0"/>
          <a:chExt cx="0" cy="0"/>
        </a:xfrm>
      </p:grpSpPr>
      <p:sp>
        <p:nvSpPr>
          <p:cNvPr id="9" name="Content Placeholder 9">
            <a:extLst>
              <a:ext uri="{FF2B5EF4-FFF2-40B4-BE49-F238E27FC236}">
                <a16:creationId xmlns:a16="http://schemas.microsoft.com/office/drawing/2014/main" id="{464F0D6E-A5E4-442E-9888-5C5418E563BE}"/>
              </a:ext>
            </a:extLst>
          </p:cNvPr>
          <p:cNvSpPr>
            <a:spLocks noGrp="1"/>
          </p:cNvSpPr>
          <p:nvPr>
            <p:ph sz="quarter" idx="12" hasCustomPrompt="1"/>
          </p:nvPr>
        </p:nvSpPr>
        <p:spPr>
          <a:xfrm>
            <a:off x="0" y="1"/>
            <a:ext cx="12801600" cy="5843016"/>
          </a:xfrm>
        </p:spPr>
        <p:txBody>
          <a:bodyPr>
            <a:noAutofit/>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6.39 x 14.0 then delete this box and send to back </a:t>
            </a:r>
          </a:p>
        </p:txBody>
      </p:sp>
      <p:sp>
        <p:nvSpPr>
          <p:cNvPr id="7" name="Pentagon 14">
            <a:extLst>
              <a:ext uri="{FF2B5EF4-FFF2-40B4-BE49-F238E27FC236}">
                <a16:creationId xmlns:a16="http://schemas.microsoft.com/office/drawing/2014/main" id="{DAB84D11-4E8F-4B7A-B516-A297DFB3FCFF}"/>
              </a:ext>
            </a:extLst>
          </p:cNvPr>
          <p:cNvSpPr/>
          <p:nvPr userDrawn="1"/>
        </p:nvSpPr>
        <p:spPr>
          <a:xfrm rot="16200000">
            <a:off x="5941594" y="5364578"/>
            <a:ext cx="899361" cy="990600"/>
          </a:xfrm>
          <a:prstGeom prst="homePlat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userDrawn="1"/>
        </p:nvSpPr>
        <p:spPr>
          <a:xfrm rot="5400000">
            <a:off x="5701429" y="141031"/>
            <a:ext cx="1398741"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1011238" y="6076950"/>
            <a:ext cx="10881360" cy="720513"/>
          </a:xfrm>
          <a:prstGeom prst="rect">
            <a:avLst/>
          </a:prstGeom>
        </p:spPr>
        <p:txBody>
          <a:bodyPr anchor="t">
            <a:noAutofit/>
          </a:bodyPr>
          <a:lstStyle>
            <a:lvl1pPr algn="ctr">
              <a:defRPr lang="en-US" sz="2800" kern="1200" dirty="0">
                <a:solidFill>
                  <a:schemeClr val="bg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011238" y="6641676"/>
            <a:ext cx="10881360" cy="479637"/>
          </a:xfrm>
        </p:spPr>
        <p:txBody>
          <a:bodyPr anchor="t">
            <a:noAutofit/>
          </a:bodyPr>
          <a:lstStyle>
            <a:lvl1pPr marL="0" indent="0" algn="ctr">
              <a:buNone/>
              <a:defRPr sz="1800">
                <a:solidFill>
                  <a:schemeClr val="bg1">
                    <a:lumMod val="95000"/>
                  </a:schemeClr>
                </a:solidFill>
              </a:defRPr>
            </a:lvl1pPr>
            <a:lvl2pPr marL="587822" indent="0">
              <a:buNone/>
              <a:defRPr sz="2300">
                <a:solidFill>
                  <a:schemeClr val="tx1">
                    <a:tint val="75000"/>
                  </a:schemeClr>
                </a:solidFill>
              </a:defRPr>
            </a:lvl2pPr>
            <a:lvl3pPr marL="1175644" indent="0">
              <a:buNone/>
              <a:defRPr sz="2100">
                <a:solidFill>
                  <a:schemeClr val="tx1">
                    <a:tint val="75000"/>
                  </a:schemeClr>
                </a:solidFill>
              </a:defRPr>
            </a:lvl3pPr>
            <a:lvl4pPr marL="1763466" indent="0">
              <a:buNone/>
              <a:defRPr sz="1800">
                <a:solidFill>
                  <a:schemeClr val="tx1">
                    <a:tint val="75000"/>
                  </a:schemeClr>
                </a:solidFill>
              </a:defRPr>
            </a:lvl4pPr>
            <a:lvl5pPr marL="2351288" indent="0">
              <a:buNone/>
              <a:defRPr sz="1800">
                <a:solidFill>
                  <a:schemeClr val="tx1">
                    <a:tint val="75000"/>
                  </a:schemeClr>
                </a:solidFill>
              </a:defRPr>
            </a:lvl5pPr>
            <a:lvl6pPr marL="2939110" indent="0">
              <a:buNone/>
              <a:defRPr sz="1800">
                <a:solidFill>
                  <a:schemeClr val="tx1">
                    <a:tint val="75000"/>
                  </a:schemeClr>
                </a:solidFill>
              </a:defRPr>
            </a:lvl6pPr>
            <a:lvl7pPr marL="3526932" indent="0">
              <a:buNone/>
              <a:defRPr sz="1800">
                <a:solidFill>
                  <a:schemeClr val="tx1">
                    <a:tint val="75000"/>
                  </a:schemeClr>
                </a:solidFill>
              </a:defRPr>
            </a:lvl7pPr>
            <a:lvl8pPr marL="4114754" indent="0">
              <a:buNone/>
              <a:defRPr sz="1800">
                <a:solidFill>
                  <a:schemeClr val="tx1">
                    <a:tint val="75000"/>
                  </a:schemeClr>
                </a:solidFill>
              </a:defRPr>
            </a:lvl8pPr>
            <a:lvl9pPr marL="4702576" indent="0">
              <a:buNone/>
              <a:defRPr sz="1800">
                <a:solidFill>
                  <a:schemeClr val="tx1">
                    <a:tint val="75000"/>
                  </a:schemeClr>
                </a:solidFill>
              </a:defRPr>
            </a:lvl9pPr>
          </a:lstStyle>
          <a:p>
            <a:pPr lvl="0"/>
            <a:r>
              <a:rPr lang="en-US"/>
              <a:t>Edit Master text styles</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Tree>
    <p:extLst>
      <p:ext uri="{BB962C8B-B14F-4D97-AF65-F5344CB8AC3E}">
        <p14:creationId xmlns:p14="http://schemas.microsoft.com/office/powerpoint/2010/main" val="3049988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Option 2">
    <p:spTree>
      <p:nvGrpSpPr>
        <p:cNvPr id="1" name=""/>
        <p:cNvGrpSpPr/>
        <p:nvPr/>
      </p:nvGrpSpPr>
      <p:grpSpPr>
        <a:xfrm>
          <a:off x="0" y="0"/>
          <a:ext cx="0" cy="0"/>
          <a:chOff x="0" y="0"/>
          <a:chExt cx="0" cy="0"/>
        </a:xfrm>
      </p:grpSpPr>
      <p:sp>
        <p:nvSpPr>
          <p:cNvPr id="7" name="Rectangle 6"/>
          <p:cNvSpPr/>
          <p:nvPr userDrawn="1"/>
        </p:nvSpPr>
        <p:spPr>
          <a:xfrm>
            <a:off x="7914902" y="0"/>
            <a:ext cx="4886698"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2"/>
          <p:cNvSpPr txBox="1">
            <a:spLocks/>
          </p:cNvSpPr>
          <p:nvPr userDrawn="1"/>
        </p:nvSpPr>
        <p:spPr>
          <a:xfrm>
            <a:off x="7989468" y="914400"/>
            <a:ext cx="4564482" cy="838200"/>
          </a:xfrm>
          <a:prstGeom prst="rect">
            <a:avLst/>
          </a:prstGeom>
        </p:spPr>
        <p:txBody>
          <a:bodyPr/>
          <a:lstStyle>
            <a:lvl1pPr algn="ctr" defTabSz="1175644" rtl="0" eaLnBrk="1" latinLnBrk="0" hangingPunct="1">
              <a:spcBef>
                <a:spcPct val="0"/>
              </a:spcBef>
              <a:buNone/>
              <a:defRPr sz="5700" kern="1200">
                <a:solidFill>
                  <a:schemeClr val="tx1"/>
                </a:solidFill>
                <a:latin typeface="+mj-lt"/>
                <a:ea typeface="+mj-ea"/>
                <a:cs typeface="+mj-cs"/>
              </a:defRPr>
            </a:lvl1pPr>
          </a:lstStyle>
          <a:p>
            <a:r>
              <a:rPr lang="en-US" sz="3600"/>
              <a:t>THANK YOU!</a:t>
            </a:r>
          </a:p>
        </p:txBody>
      </p:sp>
      <p:pic>
        <p:nvPicPr>
          <p:cNvPr id="10" name="Picture 9" descr="ab_logo.jpg"/>
          <p:cNvPicPr>
            <a:picLocks noChangeAspect="1"/>
          </p:cNvPicPr>
          <p:nvPr userDrawn="1"/>
        </p:nvPicPr>
        <p:blipFill>
          <a:blip r:embed="rId2" cstate="print">
            <a:clrChange>
              <a:clrFrom>
                <a:srgbClr val="FFFFFF"/>
              </a:clrFrom>
              <a:clrTo>
                <a:srgbClr val="FFFFFF">
                  <a:alpha val="0"/>
                </a:srgbClr>
              </a:clrTo>
            </a:clrChange>
            <a:lum/>
            <a:extLst>
              <a:ext uri="{28A0092B-C50C-407E-A947-70E740481C1C}">
                <a14:useLocalDpi xmlns:a14="http://schemas.microsoft.com/office/drawing/2010/main"/>
              </a:ext>
            </a:extLst>
          </a:blip>
          <a:stretch>
            <a:fillRect/>
          </a:stretch>
        </p:blipFill>
        <p:spPr>
          <a:xfrm>
            <a:off x="9421439" y="5394168"/>
            <a:ext cx="1873623" cy="1447800"/>
          </a:xfrm>
          <a:prstGeom prst="rect">
            <a:avLst/>
          </a:prstGeom>
        </p:spPr>
      </p:pic>
      <p:sp>
        <p:nvSpPr>
          <p:cNvPr id="11" name="Rectangle 10"/>
          <p:cNvSpPr/>
          <p:nvPr userDrawn="1"/>
        </p:nvSpPr>
        <p:spPr>
          <a:xfrm>
            <a:off x="8765423" y="6613368"/>
            <a:ext cx="3190605" cy="535531"/>
          </a:xfrm>
          <a:prstGeom prst="rect">
            <a:avLst/>
          </a:prstGeom>
        </p:spPr>
        <p:txBody>
          <a:bodyPr wrap="square">
            <a:spAutoFit/>
          </a:bodyPr>
          <a:lstStyle/>
          <a:p>
            <a:pPr marL="342900" indent="-342900" algn="ctr">
              <a:spcBef>
                <a:spcPct val="20000"/>
              </a:spcBef>
              <a:buClr>
                <a:srgbClr val="1B4273">
                  <a:lumMod val="75000"/>
                </a:srgbClr>
              </a:buClr>
              <a:buSzPct val="112000"/>
              <a:defRPr/>
            </a:pPr>
            <a:r>
              <a:rPr lang="en-US" sz="900" b="1">
                <a:solidFill>
                  <a:schemeClr val="tx1"/>
                </a:solidFill>
              </a:rPr>
              <a:t>1349 WEST PEACHTREE STREET NW //  SUITE 1525</a:t>
            </a:r>
          </a:p>
          <a:p>
            <a:pPr marL="342900" indent="-342900" algn="ctr">
              <a:spcBef>
                <a:spcPct val="20000"/>
              </a:spcBef>
              <a:buClr>
                <a:srgbClr val="1B4273">
                  <a:lumMod val="75000"/>
                </a:srgbClr>
              </a:buClr>
              <a:buSzPct val="112000"/>
              <a:defRPr/>
            </a:pPr>
            <a:r>
              <a:rPr lang="en-US" sz="900" b="1">
                <a:solidFill>
                  <a:schemeClr val="tx1"/>
                </a:solidFill>
              </a:rPr>
              <a:t>ATLANTA, GEORGIA  30309</a:t>
            </a:r>
          </a:p>
        </p:txBody>
      </p:sp>
      <p:sp>
        <p:nvSpPr>
          <p:cNvPr id="12" name="Subtitle 3"/>
          <p:cNvSpPr txBox="1">
            <a:spLocks/>
          </p:cNvSpPr>
          <p:nvPr userDrawn="1"/>
        </p:nvSpPr>
        <p:spPr>
          <a:xfrm>
            <a:off x="8173641" y="1676400"/>
            <a:ext cx="4361259" cy="533400"/>
          </a:xfrm>
          <a:prstGeom prst="rect">
            <a:avLst/>
          </a:prstGeom>
        </p:spPr>
        <p:txBody>
          <a:bodyPr/>
          <a:lstStyle>
            <a:lvl1pPr marL="440867" indent="-440867" algn="l" defTabSz="1175644" rtl="0" eaLnBrk="1" latinLnBrk="0" hangingPunct="1">
              <a:spcBef>
                <a:spcPct val="20000"/>
              </a:spcBef>
              <a:buFont typeface="Arial" panose="020B0604020202020204" pitchFamily="34" charset="0"/>
              <a:buChar char="•"/>
              <a:defRPr sz="4100" kern="1200">
                <a:solidFill>
                  <a:schemeClr val="tx1"/>
                </a:solidFill>
                <a:latin typeface="+mn-lt"/>
                <a:ea typeface="+mn-ea"/>
                <a:cs typeface="+mn-cs"/>
              </a:defRPr>
            </a:lvl1pPr>
            <a:lvl2pPr marL="955211" indent="-367389" algn="l" defTabSz="117564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2pPr>
            <a:lvl3pPr marL="1469555" indent="-293911" algn="l" defTabSz="117564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3pPr>
            <a:lvl4pPr marL="205737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4pPr>
            <a:lvl5pPr marL="2645199"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a:lstStyle>
          <a:p>
            <a:pPr marL="0" indent="0" algn="ctr">
              <a:buNone/>
            </a:pPr>
            <a:r>
              <a:rPr lang="en-US" sz="1800" kern="1200">
                <a:solidFill>
                  <a:schemeClr val="tx1">
                    <a:tint val="75000"/>
                  </a:schemeClr>
                </a:solidFill>
                <a:latin typeface="+mn-lt"/>
                <a:ea typeface="+mn-ea"/>
                <a:cs typeface="+mn-cs"/>
              </a:rPr>
              <a:t>STRATEGY  //  INSIGHTS  //  ACTION</a:t>
            </a:r>
          </a:p>
        </p:txBody>
      </p:sp>
      <p:sp>
        <p:nvSpPr>
          <p:cNvPr id="22"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3" name="Content Placeholder 9">
            <a:extLst>
              <a:ext uri="{FF2B5EF4-FFF2-40B4-BE49-F238E27FC236}">
                <a16:creationId xmlns:a16="http://schemas.microsoft.com/office/drawing/2014/main" id="{EA622824-AA11-4A3B-B61E-60256A56399D}"/>
              </a:ext>
            </a:extLst>
          </p:cNvPr>
          <p:cNvSpPr>
            <a:spLocks noGrp="1"/>
          </p:cNvSpPr>
          <p:nvPr>
            <p:ph sz="quarter" idx="12" hasCustomPrompt="1"/>
          </p:nvPr>
        </p:nvSpPr>
        <p:spPr>
          <a:xfrm>
            <a:off x="0" y="1"/>
            <a:ext cx="7918704" cy="7238996"/>
          </a:xfrm>
        </p:spPr>
        <p:txBody>
          <a:bodyPr>
            <a:noAutofit/>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7.92 x 8.66 then send to back</a:t>
            </a:r>
          </a:p>
        </p:txBody>
      </p:sp>
    </p:spTree>
    <p:extLst>
      <p:ext uri="{BB962C8B-B14F-4D97-AF65-F5344CB8AC3E}">
        <p14:creationId xmlns:p14="http://schemas.microsoft.com/office/powerpoint/2010/main" val="1808159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MASTER_PLAIN">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8656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FDFD8-C397-E473-94E7-D11B961F710C}"/>
              </a:ext>
            </a:extLst>
          </p:cNvPr>
          <p:cNvSpPr>
            <a:spLocks noGrp="1"/>
          </p:cNvSpPr>
          <p:nvPr>
            <p:ph type="ctrTitle"/>
          </p:nvPr>
        </p:nvSpPr>
        <p:spPr>
          <a:xfrm>
            <a:off x="1600200" y="1271588"/>
            <a:ext cx="9601200" cy="270668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CCD063-00EA-B22E-67CF-9E7C87D05DA3}"/>
              </a:ext>
            </a:extLst>
          </p:cNvPr>
          <p:cNvSpPr>
            <a:spLocks noGrp="1"/>
          </p:cNvSpPr>
          <p:nvPr>
            <p:ph type="subTitle" idx="1"/>
          </p:nvPr>
        </p:nvSpPr>
        <p:spPr>
          <a:xfrm>
            <a:off x="1600200" y="4083050"/>
            <a:ext cx="9601200" cy="1876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4FE6975-722E-9CF8-4F4F-FC185032E03E}"/>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5" name="Footer Placeholder 4">
            <a:extLst>
              <a:ext uri="{FF2B5EF4-FFF2-40B4-BE49-F238E27FC236}">
                <a16:creationId xmlns:a16="http://schemas.microsoft.com/office/drawing/2014/main" id="{B8FDD886-CA1F-D057-4061-C137CB582F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D21EE-9060-958B-232F-0850B2ACBFAC}"/>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4284356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1F48F-1441-64E8-11A3-FC7C0A6322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81D43C-596C-661F-8DA0-4584F527FE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D2144-A4B8-9DD4-5D6C-95BA4C2234B2}"/>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5" name="Footer Placeholder 4">
            <a:extLst>
              <a:ext uri="{FF2B5EF4-FFF2-40B4-BE49-F238E27FC236}">
                <a16:creationId xmlns:a16="http://schemas.microsoft.com/office/drawing/2014/main" id="{C0241C7F-08C4-9AD7-D107-0DE40BBA4D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331B6-1AF3-3F6B-9A3E-69ABD8209CED}"/>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513343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2BB5F-E7EC-4B00-8A77-3F2E6763B91A}"/>
              </a:ext>
            </a:extLst>
          </p:cNvPr>
          <p:cNvSpPr>
            <a:spLocks noGrp="1"/>
          </p:cNvSpPr>
          <p:nvPr>
            <p:ph type="title"/>
          </p:nvPr>
        </p:nvSpPr>
        <p:spPr>
          <a:xfrm>
            <a:off x="873125" y="1938338"/>
            <a:ext cx="11041063" cy="3232150"/>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DB87B9-7BF9-D318-8D1D-3E401731862E}"/>
              </a:ext>
            </a:extLst>
          </p:cNvPr>
          <p:cNvSpPr>
            <a:spLocks noGrp="1"/>
          </p:cNvSpPr>
          <p:nvPr>
            <p:ph type="body" idx="1"/>
          </p:nvPr>
        </p:nvSpPr>
        <p:spPr>
          <a:xfrm>
            <a:off x="873125" y="5200650"/>
            <a:ext cx="11041063" cy="1700213"/>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95540D-690A-1DC3-A239-408BBB22EE65}"/>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5" name="Footer Placeholder 4">
            <a:extLst>
              <a:ext uri="{FF2B5EF4-FFF2-40B4-BE49-F238E27FC236}">
                <a16:creationId xmlns:a16="http://schemas.microsoft.com/office/drawing/2014/main" id="{E1BFD57A-E6F5-5F15-BECD-B628EEAB95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B7026-168F-0759-D2B5-F26FE8190CD9}"/>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23687118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88E9-AF32-DBED-93E7-328D2D4441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25AD44-5D27-8D3E-DA53-4C323BE69EB6}"/>
              </a:ext>
            </a:extLst>
          </p:cNvPr>
          <p:cNvSpPr>
            <a:spLocks noGrp="1"/>
          </p:cNvSpPr>
          <p:nvPr>
            <p:ph sz="half" idx="1"/>
          </p:nvPr>
        </p:nvSpPr>
        <p:spPr>
          <a:xfrm>
            <a:off x="879475" y="2068513"/>
            <a:ext cx="5445125" cy="4932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CF0B190-26DF-1F1B-A16A-E35040BDA927}"/>
              </a:ext>
            </a:extLst>
          </p:cNvPr>
          <p:cNvSpPr>
            <a:spLocks noGrp="1"/>
          </p:cNvSpPr>
          <p:nvPr>
            <p:ph sz="half" idx="2"/>
          </p:nvPr>
        </p:nvSpPr>
        <p:spPr>
          <a:xfrm>
            <a:off x="6477000" y="2068513"/>
            <a:ext cx="5445125" cy="4932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4475FE7-C4DE-A7EC-0FAE-0DFC23213B42}"/>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6" name="Footer Placeholder 5">
            <a:extLst>
              <a:ext uri="{FF2B5EF4-FFF2-40B4-BE49-F238E27FC236}">
                <a16:creationId xmlns:a16="http://schemas.microsoft.com/office/drawing/2014/main" id="{4CA748B8-C130-0323-A07B-739793486E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236FD2-3136-747E-1F7E-9E3780FF7A8D}"/>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2417637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5268B-BDF6-8C9B-4A37-D0712FCEFC4E}"/>
              </a:ext>
            </a:extLst>
          </p:cNvPr>
          <p:cNvSpPr>
            <a:spLocks noGrp="1"/>
          </p:cNvSpPr>
          <p:nvPr>
            <p:ph type="title"/>
          </p:nvPr>
        </p:nvSpPr>
        <p:spPr>
          <a:xfrm>
            <a:off x="881063" y="414338"/>
            <a:ext cx="11042650" cy="15017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173D62-B7B2-12A5-D396-17909245DF54}"/>
              </a:ext>
            </a:extLst>
          </p:cNvPr>
          <p:cNvSpPr>
            <a:spLocks noGrp="1"/>
          </p:cNvSpPr>
          <p:nvPr>
            <p:ph type="body" idx="1"/>
          </p:nvPr>
        </p:nvSpPr>
        <p:spPr>
          <a:xfrm>
            <a:off x="881063" y="1905000"/>
            <a:ext cx="5416550" cy="933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98FF2C-D7C8-15C3-737C-58C66675D4AA}"/>
              </a:ext>
            </a:extLst>
          </p:cNvPr>
          <p:cNvSpPr>
            <a:spLocks noGrp="1"/>
          </p:cNvSpPr>
          <p:nvPr>
            <p:ph sz="half" idx="2"/>
          </p:nvPr>
        </p:nvSpPr>
        <p:spPr>
          <a:xfrm>
            <a:off x="881063" y="2838450"/>
            <a:ext cx="5416550"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7B28141-A3E2-CE75-2BAF-D458A0B6D706}"/>
              </a:ext>
            </a:extLst>
          </p:cNvPr>
          <p:cNvSpPr>
            <a:spLocks noGrp="1"/>
          </p:cNvSpPr>
          <p:nvPr>
            <p:ph type="body" sz="quarter" idx="3"/>
          </p:nvPr>
        </p:nvSpPr>
        <p:spPr>
          <a:xfrm>
            <a:off x="6480175" y="1905000"/>
            <a:ext cx="5443538" cy="9334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0C03F3-8E7D-2980-7AFA-4D564784FCD7}"/>
              </a:ext>
            </a:extLst>
          </p:cNvPr>
          <p:cNvSpPr>
            <a:spLocks noGrp="1"/>
          </p:cNvSpPr>
          <p:nvPr>
            <p:ph sz="quarter" idx="4"/>
          </p:nvPr>
        </p:nvSpPr>
        <p:spPr>
          <a:xfrm>
            <a:off x="6480175" y="2838450"/>
            <a:ext cx="5443538" cy="417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0B66A-C72E-34DD-7B30-B240EAA45597}"/>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8" name="Footer Placeholder 7">
            <a:extLst>
              <a:ext uri="{FF2B5EF4-FFF2-40B4-BE49-F238E27FC236}">
                <a16:creationId xmlns:a16="http://schemas.microsoft.com/office/drawing/2014/main" id="{AB0F5941-418D-87D8-2710-9FBA6E45CD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D459FA-1CEA-8E26-C548-EBFABDED3BD0}"/>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41973002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0B89F-F8D9-770E-3F33-5DD09B81CE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A067A3-1BD6-B12F-2216-5455CBDCAB2E}"/>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4" name="Footer Placeholder 3">
            <a:extLst>
              <a:ext uri="{FF2B5EF4-FFF2-40B4-BE49-F238E27FC236}">
                <a16:creationId xmlns:a16="http://schemas.microsoft.com/office/drawing/2014/main" id="{38D79C67-12F1-9E52-955E-837644341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5F49AB-C3D6-D00F-589B-05AADB674D16}"/>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35609863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B48DAF-F0A4-E47D-FDCC-E73749D4AC88}"/>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3" name="Footer Placeholder 2">
            <a:extLst>
              <a:ext uri="{FF2B5EF4-FFF2-40B4-BE49-F238E27FC236}">
                <a16:creationId xmlns:a16="http://schemas.microsoft.com/office/drawing/2014/main" id="{5E0B3833-EFA7-84CF-C3B5-99B98623FD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114788-8218-826A-DD42-DF32FD484A8D}"/>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1369147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E7830-E391-D7AA-58F3-3EB83E930E66}"/>
              </a:ext>
            </a:extLst>
          </p:cNvPr>
          <p:cNvSpPr>
            <a:spLocks noGrp="1"/>
          </p:cNvSpPr>
          <p:nvPr>
            <p:ph type="title"/>
          </p:nvPr>
        </p:nvSpPr>
        <p:spPr>
          <a:xfrm>
            <a:off x="881063" y="517525"/>
            <a:ext cx="4129087" cy="1814513"/>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F0BFCB-3063-DE55-C508-43B97B5E6118}"/>
              </a:ext>
            </a:extLst>
          </p:cNvPr>
          <p:cNvSpPr>
            <a:spLocks noGrp="1"/>
          </p:cNvSpPr>
          <p:nvPr>
            <p:ph idx="1"/>
          </p:nvPr>
        </p:nvSpPr>
        <p:spPr>
          <a:xfrm>
            <a:off x="5441950" y="1119188"/>
            <a:ext cx="6481763" cy="55229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A1330A-DAFA-9D44-B4D4-3B0E5F21D735}"/>
              </a:ext>
            </a:extLst>
          </p:cNvPr>
          <p:cNvSpPr>
            <a:spLocks noGrp="1"/>
          </p:cNvSpPr>
          <p:nvPr>
            <p:ph type="body" sz="half" idx="2"/>
          </p:nvPr>
        </p:nvSpPr>
        <p:spPr>
          <a:xfrm>
            <a:off x="881063" y="2332038"/>
            <a:ext cx="4129087" cy="4319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C676E4-1252-EC26-B0CB-42D90A5BA684}"/>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6" name="Footer Placeholder 5">
            <a:extLst>
              <a:ext uri="{FF2B5EF4-FFF2-40B4-BE49-F238E27FC236}">
                <a16:creationId xmlns:a16="http://schemas.microsoft.com/office/drawing/2014/main" id="{DC4914D8-BFA7-E321-6A80-C8ADE6FB02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03AD99-8440-B298-F86D-1947C8FFC17A}"/>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14674244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BB8B7-FFD5-3573-D432-9208940ECC3D}"/>
              </a:ext>
            </a:extLst>
          </p:cNvPr>
          <p:cNvSpPr>
            <a:spLocks noGrp="1"/>
          </p:cNvSpPr>
          <p:nvPr>
            <p:ph type="title"/>
          </p:nvPr>
        </p:nvSpPr>
        <p:spPr>
          <a:xfrm>
            <a:off x="881063" y="517525"/>
            <a:ext cx="4129087" cy="181451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7FA54A2-BC95-C0C3-F249-0AF82333DE1B}"/>
              </a:ext>
            </a:extLst>
          </p:cNvPr>
          <p:cNvSpPr>
            <a:spLocks noGrp="1"/>
          </p:cNvSpPr>
          <p:nvPr>
            <p:ph type="pic" idx="1"/>
          </p:nvPr>
        </p:nvSpPr>
        <p:spPr>
          <a:xfrm>
            <a:off x="5441950" y="1119188"/>
            <a:ext cx="6481763" cy="55229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BA6C33-3019-8F76-15B3-E3E56970859E}"/>
              </a:ext>
            </a:extLst>
          </p:cNvPr>
          <p:cNvSpPr>
            <a:spLocks noGrp="1"/>
          </p:cNvSpPr>
          <p:nvPr>
            <p:ph type="body" sz="half" idx="2"/>
          </p:nvPr>
        </p:nvSpPr>
        <p:spPr>
          <a:xfrm>
            <a:off x="881063" y="2332038"/>
            <a:ext cx="4129087" cy="4319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C06563-F954-433B-7B4F-DADE921A7EF4}"/>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6" name="Footer Placeholder 5">
            <a:extLst>
              <a:ext uri="{FF2B5EF4-FFF2-40B4-BE49-F238E27FC236}">
                <a16:creationId xmlns:a16="http://schemas.microsoft.com/office/drawing/2014/main" id="{C3C0643D-4A8E-B462-2811-F78CD71CBB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ACCD32-7A58-C07E-C319-69B7527E0879}"/>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14330455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83946-1F93-3419-1E52-40BC546663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45493F-E9B8-8835-234C-9794562CA0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FA80A1-96C9-CF9F-20C8-B0D6635AB685}"/>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5" name="Footer Placeholder 4">
            <a:extLst>
              <a:ext uri="{FF2B5EF4-FFF2-40B4-BE49-F238E27FC236}">
                <a16:creationId xmlns:a16="http://schemas.microsoft.com/office/drawing/2014/main" id="{B2903AC7-8D84-E2CF-CAB4-F43E00134B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7D1F6-CAF6-0EE8-4EC2-89B506C410D4}"/>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23035924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6E106A-9434-9EDD-7702-AF2E0FEB1F5D}"/>
              </a:ext>
            </a:extLst>
          </p:cNvPr>
          <p:cNvSpPr>
            <a:spLocks noGrp="1"/>
          </p:cNvSpPr>
          <p:nvPr>
            <p:ph type="title" orient="vert"/>
          </p:nvPr>
        </p:nvSpPr>
        <p:spPr>
          <a:xfrm>
            <a:off x="9161463" y="414338"/>
            <a:ext cx="2760662" cy="65865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229A36-8B85-076A-DDE8-BCA52768F4DF}"/>
              </a:ext>
            </a:extLst>
          </p:cNvPr>
          <p:cNvSpPr>
            <a:spLocks noGrp="1"/>
          </p:cNvSpPr>
          <p:nvPr>
            <p:ph type="body" orient="vert" idx="1"/>
          </p:nvPr>
        </p:nvSpPr>
        <p:spPr>
          <a:xfrm>
            <a:off x="879475" y="414338"/>
            <a:ext cx="8129588" cy="65865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206414-C8A4-92A4-BDAD-825416DB806F}"/>
              </a:ext>
            </a:extLst>
          </p:cNvPr>
          <p:cNvSpPr>
            <a:spLocks noGrp="1"/>
          </p:cNvSpPr>
          <p:nvPr>
            <p:ph type="dt" sz="half" idx="10"/>
          </p:nvPr>
        </p:nvSpPr>
        <p:spPr/>
        <p:txBody>
          <a:bodyPr/>
          <a:lstStyle/>
          <a:p>
            <a:fld id="{88E93B90-976C-466E-9791-14E081F3CD30}" type="datetimeFigureOut">
              <a:rPr lang="en-US" smtClean="0"/>
              <a:t>6/10/2026</a:t>
            </a:fld>
            <a:endParaRPr lang="en-US"/>
          </a:p>
        </p:txBody>
      </p:sp>
      <p:sp>
        <p:nvSpPr>
          <p:cNvPr id="5" name="Footer Placeholder 4">
            <a:extLst>
              <a:ext uri="{FF2B5EF4-FFF2-40B4-BE49-F238E27FC236}">
                <a16:creationId xmlns:a16="http://schemas.microsoft.com/office/drawing/2014/main" id="{A89421C6-D690-AF53-47CA-7471671A91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0FEAFC-7860-EFDD-7524-EA36E1055A4E}"/>
              </a:ext>
            </a:extLst>
          </p:cNvPr>
          <p:cNvSpPr>
            <a:spLocks noGrp="1"/>
          </p:cNvSpPr>
          <p:nvPr>
            <p:ph type="sldNum" sz="quarter" idx="12"/>
          </p:nvPr>
        </p:nvSpPr>
        <p:spPr/>
        <p:txBody>
          <a:bodyPr/>
          <a:lstStyle/>
          <a:p>
            <a:fld id="{7DCD2A4F-A206-4037-BE5D-9560914F5DC1}" type="slidenum">
              <a:rPr lang="en-US" smtClean="0"/>
              <a:t>‹#›</a:t>
            </a:fld>
            <a:endParaRPr lang="en-US"/>
          </a:p>
        </p:txBody>
      </p:sp>
    </p:spTree>
    <p:extLst>
      <p:ext uri="{BB962C8B-B14F-4D97-AF65-F5344CB8AC3E}">
        <p14:creationId xmlns:p14="http://schemas.microsoft.com/office/powerpoint/2010/main" val="4205474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 Full Width">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27798AEB-0E10-46F1-8CC7-EEB8DF62CE2A}"/>
              </a:ext>
            </a:extLst>
          </p:cNvPr>
          <p:cNvSpPr>
            <a:spLocks noGrp="1"/>
          </p:cNvSpPr>
          <p:nvPr>
            <p:ph type="subTitle" idx="1" hasCustomPrompt="1"/>
          </p:nvPr>
        </p:nvSpPr>
        <p:spPr>
          <a:xfrm>
            <a:off x="0" y="5433507"/>
            <a:ext cx="12801600" cy="1424493"/>
          </a:xfrm>
          <a:solidFill>
            <a:srgbClr val="FFFFFF">
              <a:alpha val="65098"/>
            </a:srgbClr>
          </a:solidFill>
        </p:spPr>
        <p:txBody>
          <a:bodyPr anchor="ctr"/>
          <a:lstStyle>
            <a:lvl1pPr marL="0" indent="0" algn="r">
              <a:lnSpc>
                <a:spcPct val="100000"/>
              </a:lnSpc>
              <a:spcBef>
                <a:spcPts val="0"/>
              </a:spcBef>
              <a:spcAft>
                <a:spcPts val="0"/>
              </a:spcAft>
              <a:buNone/>
              <a:defRPr b="1">
                <a:solidFill>
                  <a:schemeClr val="tx1"/>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Client Name</a:t>
            </a:r>
          </a:p>
          <a:p>
            <a:r>
              <a:rPr lang="en-US"/>
              <a:t>City, State</a:t>
            </a:r>
          </a:p>
          <a:p>
            <a:r>
              <a:rPr lang="en-US"/>
              <a:t>Date</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C07F411E-1884-4A39-88B6-D5CC0EDE110B}"/>
              </a:ext>
            </a:extLst>
          </p:cNvPr>
          <p:cNvSpPr>
            <a:spLocks noGrp="1"/>
          </p:cNvSpPr>
          <p:nvPr>
            <p:ph type="title" hasCustomPrompt="1"/>
          </p:nvPr>
        </p:nvSpPr>
        <p:spPr>
          <a:xfrm>
            <a:off x="5257800" y="311256"/>
            <a:ext cx="2286000" cy="1295400"/>
          </a:xfrm>
          <a:prstGeom prst="rect">
            <a:avLst/>
          </a:prstGeom>
        </p:spPr>
        <p:txBody>
          <a:bodyPr>
            <a:normAutofit/>
          </a:bodyPr>
          <a:lstStyle>
            <a:lvl1pPr algn="ctr">
              <a:defRPr sz="1800"/>
            </a:lvl1pPr>
          </a:lstStyle>
          <a:p>
            <a:r>
              <a:rPr lang="en-US"/>
              <a:t>CLIENT LOGO</a:t>
            </a:r>
          </a:p>
        </p:txBody>
      </p:sp>
      <p:sp>
        <p:nvSpPr>
          <p:cNvPr id="2" name="Rectangle 1">
            <a:extLst>
              <a:ext uri="{FF2B5EF4-FFF2-40B4-BE49-F238E27FC236}">
                <a16:creationId xmlns:a16="http://schemas.microsoft.com/office/drawing/2014/main" id="{F3AB2B38-F5E7-4256-89C8-77B4D019BD98}"/>
              </a:ext>
            </a:extLst>
          </p:cNvPr>
          <p:cNvSpPr/>
          <p:nvPr userDrawn="1"/>
        </p:nvSpPr>
        <p:spPr>
          <a:xfrm flipV="1">
            <a:off x="0" y="7162800"/>
            <a:ext cx="128016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290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 White / AB Logo">
    <p:spTree>
      <p:nvGrpSpPr>
        <p:cNvPr id="1" name=""/>
        <p:cNvGrpSpPr/>
        <p:nvPr/>
      </p:nvGrpSpPr>
      <p:grpSpPr>
        <a:xfrm>
          <a:off x="0" y="0"/>
          <a:ext cx="0" cy="0"/>
          <a:chOff x="0" y="0"/>
          <a:chExt cx="0" cy="0"/>
        </a:xfrm>
      </p:grpSpPr>
      <p:sp>
        <p:nvSpPr>
          <p:cNvPr id="10" name="Rectangle 9"/>
          <p:cNvSpPr/>
          <p:nvPr userDrawn="1"/>
        </p:nvSpPr>
        <p:spPr>
          <a:xfrm>
            <a:off x="7914902" y="0"/>
            <a:ext cx="4886698"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entagon 14"/>
          <p:cNvSpPr/>
          <p:nvPr userDrawn="1"/>
        </p:nvSpPr>
        <p:spPr>
          <a:xfrm rot="10800000">
            <a:off x="7482639" y="3124200"/>
            <a:ext cx="899361" cy="99060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8040957" y="2055405"/>
            <a:ext cx="4679871" cy="2133600"/>
          </a:xfrm>
          <a:prstGeom prst="rect">
            <a:avLst/>
          </a:prstGeom>
        </p:spPr>
        <p:txBody>
          <a:bodyPr>
            <a:noAutofit/>
          </a:bodyPr>
          <a:lstStyle>
            <a:lvl1pPr marL="0" algn="ctr" defTabSz="1175644" rtl="0" eaLnBrk="1" latinLnBrk="0" hangingPunct="1">
              <a:spcBef>
                <a:spcPct val="0"/>
              </a:spcBef>
              <a:buNone/>
              <a:defRPr lang="en-US" sz="2800" kern="1200" dirty="0">
                <a:solidFill>
                  <a:schemeClr val="tx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8056792" y="4327505"/>
            <a:ext cx="4648200" cy="471100"/>
          </a:xfrm>
        </p:spPr>
        <p:txBody>
          <a:bodyPr>
            <a:noAutofit/>
          </a:bodyPr>
          <a:lstStyle>
            <a:lvl1pPr marL="0" indent="0" algn="ctr">
              <a:buNone/>
              <a:defRPr>
                <a:solidFill>
                  <a:schemeClr val="tx1">
                    <a:tint val="75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Text Placeholder 6">
            <a:extLst>
              <a:ext uri="{FF2B5EF4-FFF2-40B4-BE49-F238E27FC236}">
                <a16:creationId xmlns:a16="http://schemas.microsoft.com/office/drawing/2014/main" id="{B4184AC2-F08B-4500-B606-099CA559D5F8}"/>
              </a:ext>
            </a:extLst>
          </p:cNvPr>
          <p:cNvSpPr>
            <a:spLocks noGrp="1"/>
          </p:cNvSpPr>
          <p:nvPr>
            <p:ph type="body" sz="quarter" idx="10" hasCustomPrompt="1"/>
          </p:nvPr>
        </p:nvSpPr>
        <p:spPr>
          <a:xfrm>
            <a:off x="9009292" y="5212080"/>
            <a:ext cx="2743200" cy="274320"/>
          </a:xfrm>
        </p:spPr>
        <p:txBody>
          <a:bodyPr anchor="ctr">
            <a:noAutofit/>
          </a:bodyPr>
          <a:lstStyle>
            <a:lvl1pPr marL="0" indent="0" algn="ctr">
              <a:buNone/>
              <a:defRPr sz="1200" i="1">
                <a:solidFill>
                  <a:schemeClr val="accent2"/>
                </a:solidFill>
              </a:defRPr>
            </a:lvl1pPr>
          </a:lstStyle>
          <a:p>
            <a:pPr lvl="0"/>
            <a:r>
              <a:rPr lang="en-US"/>
              <a:t>Date</a:t>
            </a:r>
          </a:p>
        </p:txBody>
      </p:sp>
      <p:sp>
        <p:nvSpPr>
          <p:cNvPr id="5" name="Picture Placeholder 4">
            <a:extLst>
              <a:ext uri="{FF2B5EF4-FFF2-40B4-BE49-F238E27FC236}">
                <a16:creationId xmlns:a16="http://schemas.microsoft.com/office/drawing/2014/main" id="{86B08FD4-9367-4576-B4D8-BABB1193E2F5}"/>
              </a:ext>
            </a:extLst>
          </p:cNvPr>
          <p:cNvSpPr>
            <a:spLocks noGrp="1"/>
          </p:cNvSpPr>
          <p:nvPr>
            <p:ph type="pic" sz="quarter" idx="11" hasCustomPrompt="1"/>
          </p:nvPr>
        </p:nvSpPr>
        <p:spPr>
          <a:xfrm>
            <a:off x="9223605" y="232362"/>
            <a:ext cx="2314575" cy="1406358"/>
          </a:xfrm>
        </p:spPr>
        <p:txBody>
          <a:bodyPr anchor="ctr"/>
          <a:lstStyle>
            <a:lvl1pPr marL="0" indent="0" algn="ctr">
              <a:buNone/>
              <a:defRPr/>
            </a:lvl1pPr>
          </a:lstStyle>
          <a:p>
            <a:r>
              <a:rPr lang="en-US"/>
              <a:t>Client Logo</a:t>
            </a:r>
          </a:p>
        </p:txBody>
      </p:sp>
      <p:sp>
        <p:nvSpPr>
          <p:cNvPr id="20" name="Content Placeholder 9">
            <a:extLst>
              <a:ext uri="{FF2B5EF4-FFF2-40B4-BE49-F238E27FC236}">
                <a16:creationId xmlns:a16="http://schemas.microsoft.com/office/drawing/2014/main" id="{C8E58D18-0F4A-4C7E-A47B-9AC6444F1A49}"/>
              </a:ext>
            </a:extLst>
          </p:cNvPr>
          <p:cNvSpPr>
            <a:spLocks noGrp="1"/>
          </p:cNvSpPr>
          <p:nvPr>
            <p:ph sz="quarter" idx="12" hasCustomPrompt="1"/>
          </p:nvPr>
        </p:nvSpPr>
        <p:spPr>
          <a:xfrm>
            <a:off x="0" y="1"/>
            <a:ext cx="7918704" cy="7238996"/>
          </a:xfrm>
        </p:spPr>
        <p:txBody>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7.92 x 8.66 then send to back</a:t>
            </a:r>
          </a:p>
        </p:txBody>
      </p:sp>
      <p:pic>
        <p:nvPicPr>
          <p:cNvPr id="11" name="Picture 10">
            <a:extLst>
              <a:ext uri="{FF2B5EF4-FFF2-40B4-BE49-F238E27FC236}">
                <a16:creationId xmlns:a16="http://schemas.microsoft.com/office/drawing/2014/main" id="{E5640B3A-52CE-4E2E-9739-AA09D94EA0E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5132" b="31224"/>
          <a:stretch/>
        </p:blipFill>
        <p:spPr>
          <a:xfrm>
            <a:off x="8140680" y="5835690"/>
            <a:ext cx="2101884" cy="869910"/>
          </a:xfrm>
          <a:prstGeom prst="rect">
            <a:avLst/>
          </a:prstGeom>
        </p:spPr>
      </p:pic>
      <p:pic>
        <p:nvPicPr>
          <p:cNvPr id="12" name="Picture 11">
            <a:extLst>
              <a:ext uri="{FF2B5EF4-FFF2-40B4-BE49-F238E27FC236}">
                <a16:creationId xmlns:a16="http://schemas.microsoft.com/office/drawing/2014/main" id="{3F68E4E1-B065-495D-B9EF-0A4C4268681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68000" y="5991630"/>
            <a:ext cx="1905000" cy="558031"/>
          </a:xfrm>
          <a:prstGeom prst="rect">
            <a:avLst/>
          </a:prstGeom>
        </p:spPr>
      </p:pic>
    </p:spTree>
    <p:extLst>
      <p:ext uri="{BB962C8B-B14F-4D97-AF65-F5344CB8AC3E}">
        <p14:creationId xmlns:p14="http://schemas.microsoft.com/office/powerpoint/2010/main" val="1855812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 - Dark / 2 Logos">
    <p:spTree>
      <p:nvGrpSpPr>
        <p:cNvPr id="1" name=""/>
        <p:cNvGrpSpPr/>
        <p:nvPr/>
      </p:nvGrpSpPr>
      <p:grpSpPr>
        <a:xfrm>
          <a:off x="0" y="0"/>
          <a:ext cx="0" cy="0"/>
          <a:chOff x="0" y="0"/>
          <a:chExt cx="0" cy="0"/>
        </a:xfrm>
      </p:grpSpPr>
      <p:sp>
        <p:nvSpPr>
          <p:cNvPr id="17" name="Content Placeholder 9">
            <a:extLst>
              <a:ext uri="{FF2B5EF4-FFF2-40B4-BE49-F238E27FC236}">
                <a16:creationId xmlns:a16="http://schemas.microsoft.com/office/drawing/2014/main" id="{AAA19B68-6FA9-4E3C-B228-1B4E621358C4}"/>
              </a:ext>
            </a:extLst>
          </p:cNvPr>
          <p:cNvSpPr>
            <a:spLocks noGrp="1"/>
          </p:cNvSpPr>
          <p:nvPr>
            <p:ph sz="quarter" idx="12" hasCustomPrompt="1"/>
          </p:nvPr>
        </p:nvSpPr>
        <p:spPr>
          <a:xfrm>
            <a:off x="0" y="1"/>
            <a:ext cx="7918704" cy="7238996"/>
          </a:xfrm>
        </p:spPr>
        <p:txBody>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7.92 x 8.66 then send to back</a:t>
            </a:r>
          </a:p>
        </p:txBody>
      </p:sp>
      <p:sp>
        <p:nvSpPr>
          <p:cNvPr id="10" name="Rectangle 9"/>
          <p:cNvSpPr/>
          <p:nvPr userDrawn="1"/>
        </p:nvSpPr>
        <p:spPr>
          <a:xfrm>
            <a:off x="7914902" y="0"/>
            <a:ext cx="4886698"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8037576" y="2057400"/>
            <a:ext cx="4679871" cy="2133600"/>
          </a:xfrm>
          <a:prstGeom prst="rect">
            <a:avLst/>
          </a:prstGeom>
        </p:spPr>
        <p:txBody>
          <a:bodyPr>
            <a:noAutofit/>
          </a:bodyPr>
          <a:lstStyle>
            <a:lvl1pPr marL="0" algn="ctr" defTabSz="1175644" rtl="0" eaLnBrk="1" latinLnBrk="0" hangingPunct="1">
              <a:spcBef>
                <a:spcPct val="0"/>
              </a:spcBef>
              <a:buNone/>
              <a:defRPr lang="en-US" sz="2800" kern="1200" dirty="0">
                <a:solidFill>
                  <a:schemeClr val="bg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8053411" y="4325112"/>
            <a:ext cx="4648200" cy="471100"/>
          </a:xfrm>
        </p:spPr>
        <p:txBody>
          <a:bodyPr>
            <a:noAutofit/>
          </a:bodyPr>
          <a:lstStyle>
            <a:lvl1pPr marL="0" indent="0" algn="ctr">
              <a:buNone/>
              <a:defRPr>
                <a:solidFill>
                  <a:schemeClr val="bg1">
                    <a:lumMod val="95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3" name="Text Placeholder 6">
            <a:extLst>
              <a:ext uri="{FF2B5EF4-FFF2-40B4-BE49-F238E27FC236}">
                <a16:creationId xmlns:a16="http://schemas.microsoft.com/office/drawing/2014/main" id="{542FE23D-A41F-475E-9852-E31A33BA203B}"/>
              </a:ext>
            </a:extLst>
          </p:cNvPr>
          <p:cNvSpPr>
            <a:spLocks noGrp="1"/>
          </p:cNvSpPr>
          <p:nvPr>
            <p:ph type="body" sz="quarter" idx="10" hasCustomPrompt="1"/>
          </p:nvPr>
        </p:nvSpPr>
        <p:spPr>
          <a:xfrm>
            <a:off x="9005911" y="5212080"/>
            <a:ext cx="2743200" cy="274320"/>
          </a:xfrm>
        </p:spPr>
        <p:txBody>
          <a:bodyPr anchor="ctr">
            <a:noAutofit/>
          </a:bodyPr>
          <a:lstStyle>
            <a:lvl1pPr marL="0" indent="0" algn="ctr">
              <a:buNone/>
              <a:defRPr sz="1200" i="1">
                <a:solidFill>
                  <a:schemeClr val="accent2"/>
                </a:solidFill>
              </a:defRPr>
            </a:lvl1pPr>
          </a:lstStyle>
          <a:p>
            <a:pPr lvl="0"/>
            <a:r>
              <a:rPr lang="en-US"/>
              <a:t>Date</a:t>
            </a:r>
          </a:p>
        </p:txBody>
      </p:sp>
      <p:sp>
        <p:nvSpPr>
          <p:cNvPr id="14" name="Picture Placeholder 4">
            <a:extLst>
              <a:ext uri="{FF2B5EF4-FFF2-40B4-BE49-F238E27FC236}">
                <a16:creationId xmlns:a16="http://schemas.microsoft.com/office/drawing/2014/main" id="{0DCFDD51-D9BA-4144-AEF9-D909202E566E}"/>
              </a:ext>
            </a:extLst>
          </p:cNvPr>
          <p:cNvSpPr>
            <a:spLocks noGrp="1"/>
          </p:cNvSpPr>
          <p:nvPr>
            <p:ph type="pic" sz="quarter" idx="11" hasCustomPrompt="1"/>
          </p:nvPr>
        </p:nvSpPr>
        <p:spPr>
          <a:xfrm>
            <a:off x="9220224" y="232362"/>
            <a:ext cx="2314575" cy="1406358"/>
          </a:xfrm>
        </p:spPr>
        <p:txBody>
          <a:bodyPr anchor="ctr"/>
          <a:lstStyle>
            <a:lvl1pPr marL="0" indent="0" algn="ctr">
              <a:buNone/>
              <a:defRPr>
                <a:solidFill>
                  <a:schemeClr val="bg1"/>
                </a:solidFill>
              </a:defRPr>
            </a:lvl1pPr>
          </a:lstStyle>
          <a:p>
            <a:r>
              <a:rPr lang="en-US"/>
              <a:t>Client Logo</a:t>
            </a:r>
          </a:p>
        </p:txBody>
      </p:sp>
      <p:pic>
        <p:nvPicPr>
          <p:cNvPr id="12" name="Picture 11">
            <a:extLst>
              <a:ext uri="{FF2B5EF4-FFF2-40B4-BE49-F238E27FC236}">
                <a16:creationId xmlns:a16="http://schemas.microsoft.com/office/drawing/2014/main" id="{C8E87B25-80EB-4232-B456-DD8FD02A58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00" y="6000543"/>
            <a:ext cx="1898146" cy="558055"/>
          </a:xfrm>
          <a:prstGeom prst="rect">
            <a:avLst/>
          </a:prstGeom>
        </p:spPr>
      </p:pic>
      <p:pic>
        <p:nvPicPr>
          <p:cNvPr id="15" name="Picture 14">
            <a:extLst>
              <a:ext uri="{FF2B5EF4-FFF2-40B4-BE49-F238E27FC236}">
                <a16:creationId xmlns:a16="http://schemas.microsoft.com/office/drawing/2014/main" id="{1ABCE6F8-872D-4AEB-A0EE-CD2DCEC767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9020" y="5929740"/>
            <a:ext cx="1985597" cy="699660"/>
          </a:xfrm>
          <a:prstGeom prst="rect">
            <a:avLst/>
          </a:prstGeom>
        </p:spPr>
      </p:pic>
    </p:spTree>
    <p:extLst>
      <p:ext uri="{BB962C8B-B14F-4D97-AF65-F5344CB8AC3E}">
        <p14:creationId xmlns:p14="http://schemas.microsoft.com/office/powerpoint/2010/main" val="360032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140" y="1673424"/>
            <a:ext cx="11323320"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17488">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C07F411E-1884-4A39-88B6-D5CC0EDE110B}"/>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6" name="Subtitle 2">
            <a:extLst>
              <a:ext uri="{FF2B5EF4-FFF2-40B4-BE49-F238E27FC236}">
                <a16:creationId xmlns:a16="http://schemas.microsoft.com/office/drawing/2014/main" id="{39A16184-E09D-4FF2-9192-40515C02CF6F}"/>
              </a:ext>
            </a:extLst>
          </p:cNvPr>
          <p:cNvSpPr>
            <a:spLocks noGrp="1"/>
          </p:cNvSpPr>
          <p:nvPr>
            <p:ph type="subTitle" idx="10"/>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21137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Subtitle 2">
            <a:extLst>
              <a:ext uri="{FF2B5EF4-FFF2-40B4-BE49-F238E27FC236}">
                <a16:creationId xmlns:a16="http://schemas.microsoft.com/office/drawing/2014/main" id="{D06DA704-D317-4C7F-BEC1-02E13E9A85A4}"/>
              </a:ext>
            </a:extLst>
          </p:cNvPr>
          <p:cNvSpPr>
            <a:spLocks noGrp="1"/>
          </p:cNvSpPr>
          <p:nvPr>
            <p:ph type="subTitle" idx="10"/>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Title 1">
            <a:extLst>
              <a:ext uri="{FF2B5EF4-FFF2-40B4-BE49-F238E27FC236}">
                <a16:creationId xmlns:a16="http://schemas.microsoft.com/office/drawing/2014/main" id="{B029EE9C-248A-4490-BB13-5872BE5CCCC4}"/>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1" name="Content Placeholder 2">
            <a:extLst>
              <a:ext uri="{FF2B5EF4-FFF2-40B4-BE49-F238E27FC236}">
                <a16:creationId xmlns:a16="http://schemas.microsoft.com/office/drawing/2014/main" id="{C43C72CD-E97F-416A-ADC1-B5F95A12B0EE}"/>
              </a:ext>
            </a:extLst>
          </p:cNvPr>
          <p:cNvSpPr>
            <a:spLocks noGrp="1"/>
          </p:cNvSpPr>
          <p:nvPr>
            <p:ph idx="11"/>
          </p:nvPr>
        </p:nvSpPr>
        <p:spPr>
          <a:xfrm>
            <a:off x="739140" y="1678288"/>
            <a:ext cx="5486400" cy="5260776"/>
          </a:xfrm>
        </p:spPr>
        <p:txBody>
          <a:bodyPr>
            <a:noAutofit/>
          </a:bodyPr>
          <a:lstStyle>
            <a:lvl1pPr marL="174625" indent="-174625"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1pPr>
            <a:lvl2pPr marL="515938" indent="-268288"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2pPr>
            <a:lvl3pPr marL="739775" indent="-196850"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3pPr>
            <a:lvl4pPr marL="1031875" indent="-241300" algn="l" defTabSz="914400" rtl="0" eaLnBrk="1" latinLnBrk="0" hangingPunct="1">
              <a:lnSpc>
                <a:spcPct val="100000"/>
              </a:lnSpc>
              <a:spcBef>
                <a:spcPts val="0"/>
              </a:spcBef>
              <a:spcAft>
                <a:spcPts val="0"/>
              </a:spcAft>
              <a:defRPr lang="en-US" sz="2000" kern="1200" dirty="0" smtClean="0">
                <a:solidFill>
                  <a:schemeClr val="tx1">
                    <a:lumMod val="50000"/>
                  </a:schemeClr>
                </a:solidFill>
                <a:latin typeface="+mn-lt"/>
                <a:ea typeface="+mn-ea"/>
                <a:cs typeface="+mn-cs"/>
              </a:defRPr>
            </a:lvl4pPr>
            <a:lvl5pPr marL="1254125" indent="-225425" algn="l" defTabSz="914400" rtl="0" eaLnBrk="1" latinLnBrk="0" hangingPunct="1">
              <a:lnSpc>
                <a:spcPct val="100000"/>
              </a:lnSpc>
              <a:spcBef>
                <a:spcPts val="0"/>
              </a:spcBef>
              <a:spcAft>
                <a:spcPts val="0"/>
              </a:spcAft>
              <a:defRPr lang="en-US" sz="2000" kern="1200" dirty="0">
                <a:solidFill>
                  <a:schemeClr val="tx1">
                    <a:lumMod val="50000"/>
                  </a:schemeClr>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5C1B7B8-BE01-4667-81BB-0ADE2BEDD003}"/>
              </a:ext>
            </a:extLst>
          </p:cNvPr>
          <p:cNvSpPr>
            <a:spLocks noGrp="1"/>
          </p:cNvSpPr>
          <p:nvPr>
            <p:ph idx="12"/>
          </p:nvPr>
        </p:nvSpPr>
        <p:spPr>
          <a:xfrm>
            <a:off x="6584166" y="1678288"/>
            <a:ext cx="5486400"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505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Subtitle 2">
            <a:extLst>
              <a:ext uri="{FF2B5EF4-FFF2-40B4-BE49-F238E27FC236}">
                <a16:creationId xmlns:a16="http://schemas.microsoft.com/office/drawing/2014/main" id="{85D83062-905D-4328-B3DB-FEA448161D2A}"/>
              </a:ext>
            </a:extLst>
          </p:cNvPr>
          <p:cNvSpPr>
            <a:spLocks noGrp="1"/>
          </p:cNvSpPr>
          <p:nvPr>
            <p:ph type="subTitle" idx="11"/>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8" name="Title 1">
            <a:extLst>
              <a:ext uri="{FF2B5EF4-FFF2-40B4-BE49-F238E27FC236}">
                <a16:creationId xmlns:a16="http://schemas.microsoft.com/office/drawing/2014/main" id="{BB848D4D-C37A-438E-9176-B1210B369A3D}"/>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1" name="Content Placeholder 2">
            <a:extLst>
              <a:ext uri="{FF2B5EF4-FFF2-40B4-BE49-F238E27FC236}">
                <a16:creationId xmlns:a16="http://schemas.microsoft.com/office/drawing/2014/main" id="{1F3D58F9-D8C7-4207-BACD-C2A66E4C195B}"/>
              </a:ext>
            </a:extLst>
          </p:cNvPr>
          <p:cNvSpPr>
            <a:spLocks noGrp="1"/>
          </p:cNvSpPr>
          <p:nvPr>
            <p:ph idx="12"/>
          </p:nvPr>
        </p:nvSpPr>
        <p:spPr>
          <a:xfrm>
            <a:off x="739140" y="1677477"/>
            <a:ext cx="3502152"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052EEC6-6219-415B-96B5-AECF8511B29B}"/>
              </a:ext>
            </a:extLst>
          </p:cNvPr>
          <p:cNvSpPr>
            <a:spLocks noGrp="1"/>
          </p:cNvSpPr>
          <p:nvPr>
            <p:ph idx="13"/>
          </p:nvPr>
        </p:nvSpPr>
        <p:spPr>
          <a:xfrm>
            <a:off x="4649724" y="1677477"/>
            <a:ext cx="3502152"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92B389-03D8-40EB-B3A4-D43027E592B7}"/>
              </a:ext>
            </a:extLst>
          </p:cNvPr>
          <p:cNvSpPr>
            <a:spLocks noGrp="1"/>
          </p:cNvSpPr>
          <p:nvPr>
            <p:ph idx="14"/>
          </p:nvPr>
        </p:nvSpPr>
        <p:spPr>
          <a:xfrm>
            <a:off x="8560308" y="1677477"/>
            <a:ext cx="3502152" cy="526077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7723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7ED81201-6152-4706-AB60-835B37DF6B5C}"/>
              </a:ext>
            </a:extLst>
          </p:cNvPr>
          <p:cNvSpPr>
            <a:spLocks noGrp="1"/>
          </p:cNvSpPr>
          <p:nvPr>
            <p:ph idx="19"/>
          </p:nvPr>
        </p:nvSpPr>
        <p:spPr>
          <a:xfrm>
            <a:off x="9477376" y="1905000"/>
            <a:ext cx="3099816" cy="4809744"/>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tx1"/>
                </a:solidFill>
                <a:latin typeface="+mj-lt"/>
                <a:ea typeface="+mj-ea"/>
                <a:cs typeface="+mj-cs"/>
              </a:defRPr>
            </a:lvl1pPr>
          </a:lstStyle>
          <a:p>
            <a:r>
              <a:rPr lang="en-US"/>
              <a:t>CLICK TO EDIT MASTER TITLE STYLE</a:t>
            </a:r>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13" name="Subtitle 2">
            <a:extLst>
              <a:ext uri="{FF2B5EF4-FFF2-40B4-BE49-F238E27FC236}">
                <a16:creationId xmlns:a16="http://schemas.microsoft.com/office/drawing/2014/main" id="{3D61FB14-0B00-41B0-A164-CAB24296E4EB}"/>
              </a:ext>
            </a:extLst>
          </p:cNvPr>
          <p:cNvSpPr>
            <a:spLocks noGrp="1"/>
          </p:cNvSpPr>
          <p:nvPr>
            <p:ph type="subTitle" idx="14"/>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14" name="Content Placeholder 2">
            <a:extLst>
              <a:ext uri="{FF2B5EF4-FFF2-40B4-BE49-F238E27FC236}">
                <a16:creationId xmlns:a16="http://schemas.microsoft.com/office/drawing/2014/main" id="{D484A1A3-D4C8-4C5E-B714-710CF1B376BE}"/>
              </a:ext>
            </a:extLst>
          </p:cNvPr>
          <p:cNvSpPr>
            <a:spLocks noGrp="1"/>
          </p:cNvSpPr>
          <p:nvPr>
            <p:ph idx="15"/>
          </p:nvPr>
        </p:nvSpPr>
        <p:spPr>
          <a:xfrm>
            <a:off x="739140" y="610920"/>
            <a:ext cx="3986784"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4AE60353-9F85-4C96-B068-A7D8BF350D5F}"/>
              </a:ext>
            </a:extLst>
          </p:cNvPr>
          <p:cNvSpPr>
            <a:spLocks noGrp="1"/>
          </p:cNvSpPr>
          <p:nvPr>
            <p:ph idx="16"/>
          </p:nvPr>
        </p:nvSpPr>
        <p:spPr>
          <a:xfrm>
            <a:off x="5111495" y="610920"/>
            <a:ext cx="3986783"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AB7689D-9499-4408-A6E9-C32F96747E5B}"/>
              </a:ext>
            </a:extLst>
          </p:cNvPr>
          <p:cNvSpPr>
            <a:spLocks noGrp="1"/>
          </p:cNvSpPr>
          <p:nvPr>
            <p:ph idx="17"/>
          </p:nvPr>
        </p:nvSpPr>
        <p:spPr>
          <a:xfrm>
            <a:off x="739140" y="3858768"/>
            <a:ext cx="3986784"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DE5F23A8-4E9D-4C48-B5B2-E72DEC44AE50}"/>
              </a:ext>
            </a:extLst>
          </p:cNvPr>
          <p:cNvSpPr>
            <a:spLocks noGrp="1"/>
          </p:cNvSpPr>
          <p:nvPr>
            <p:ph idx="18"/>
          </p:nvPr>
        </p:nvSpPr>
        <p:spPr>
          <a:xfrm>
            <a:off x="5111495" y="3858768"/>
            <a:ext cx="3986783" cy="286207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6889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2" name="Subtitle 2">
            <a:extLst>
              <a:ext uri="{FF2B5EF4-FFF2-40B4-BE49-F238E27FC236}">
                <a16:creationId xmlns:a16="http://schemas.microsoft.com/office/drawing/2014/main" id="{5254529B-95B5-4833-8598-0AAADA7A1646}"/>
              </a:ext>
            </a:extLst>
          </p:cNvPr>
          <p:cNvSpPr>
            <a:spLocks noGrp="1"/>
          </p:cNvSpPr>
          <p:nvPr>
            <p:ph type="subTitle" idx="14"/>
          </p:nvPr>
        </p:nvSpPr>
        <p:spPr>
          <a:xfrm>
            <a:off x="731034" y="6934200"/>
            <a:ext cx="11331426" cy="289516"/>
          </a:xfrm>
        </p:spPr>
        <p:txBody>
          <a:bodyPr anchor="b">
            <a:normAutofit/>
          </a:bodyPr>
          <a:lstStyle>
            <a:lvl1pPr marL="0" indent="0" algn="l">
              <a:buNone/>
              <a:defRPr sz="800">
                <a:solidFill>
                  <a:schemeClr val="bg1">
                    <a:lumMod val="50000"/>
                  </a:schemeClr>
                </a:solidFill>
              </a:defRPr>
            </a:lvl1pPr>
            <a:lvl2pPr marL="587822" indent="0" algn="ctr">
              <a:buNone/>
              <a:defRPr>
                <a:solidFill>
                  <a:schemeClr val="tx1">
                    <a:tint val="75000"/>
                  </a:schemeClr>
                </a:solidFill>
              </a:defRPr>
            </a:lvl2pPr>
            <a:lvl3pPr marL="1175644" indent="0" algn="ctr">
              <a:buNone/>
              <a:defRPr>
                <a:solidFill>
                  <a:schemeClr val="tx1">
                    <a:tint val="75000"/>
                  </a:schemeClr>
                </a:solidFill>
              </a:defRPr>
            </a:lvl3pPr>
            <a:lvl4pPr marL="1763466" indent="0" algn="ctr">
              <a:buNone/>
              <a:defRPr>
                <a:solidFill>
                  <a:schemeClr val="tx1">
                    <a:tint val="75000"/>
                  </a:schemeClr>
                </a:solidFill>
              </a:defRPr>
            </a:lvl4pPr>
            <a:lvl5pPr marL="2351288" indent="0" algn="ctr">
              <a:buNone/>
              <a:defRPr>
                <a:solidFill>
                  <a:schemeClr val="tx1">
                    <a:tint val="75000"/>
                  </a:schemeClr>
                </a:solidFill>
              </a:defRPr>
            </a:lvl5pPr>
            <a:lvl6pPr marL="2939110" indent="0" algn="ctr">
              <a:buNone/>
              <a:defRPr>
                <a:solidFill>
                  <a:schemeClr val="tx1">
                    <a:tint val="75000"/>
                  </a:schemeClr>
                </a:solidFill>
              </a:defRPr>
            </a:lvl6pPr>
            <a:lvl7pPr marL="3526932" indent="0" algn="ctr">
              <a:buNone/>
              <a:defRPr>
                <a:solidFill>
                  <a:schemeClr val="tx1">
                    <a:tint val="75000"/>
                  </a:schemeClr>
                </a:solidFill>
              </a:defRPr>
            </a:lvl7pPr>
            <a:lvl8pPr marL="4114754" indent="0" algn="ctr">
              <a:buNone/>
              <a:defRPr>
                <a:solidFill>
                  <a:schemeClr val="tx1">
                    <a:tint val="75000"/>
                  </a:schemeClr>
                </a:solidFill>
              </a:defRPr>
            </a:lvl8pPr>
            <a:lvl9pPr marL="4702576" indent="0" algn="ctr">
              <a:buNone/>
              <a:defRPr>
                <a:solidFill>
                  <a:schemeClr val="tx1">
                    <a:tint val="75000"/>
                  </a:schemeClr>
                </a:solidFill>
              </a:defRPr>
            </a:lvl9pPr>
          </a:lstStyle>
          <a:p>
            <a:r>
              <a:rPr lang="en-US"/>
              <a:t>Click to edit Master subtitle style</a:t>
            </a:r>
          </a:p>
        </p:txBody>
      </p:sp>
      <p:sp>
        <p:nvSpPr>
          <p:cNvPr id="11" name="Title 1">
            <a:extLst>
              <a:ext uri="{FF2B5EF4-FFF2-40B4-BE49-F238E27FC236}">
                <a16:creationId xmlns:a16="http://schemas.microsoft.com/office/drawing/2014/main" id="{63DC6D53-B198-4E6D-8C8D-5E777EB445CC}"/>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4" name="Content Placeholder 2">
            <a:extLst>
              <a:ext uri="{FF2B5EF4-FFF2-40B4-BE49-F238E27FC236}">
                <a16:creationId xmlns:a16="http://schemas.microsoft.com/office/drawing/2014/main" id="{FC771422-A3C6-456A-9CFF-CA9F96F29863}"/>
              </a:ext>
            </a:extLst>
          </p:cNvPr>
          <p:cNvSpPr>
            <a:spLocks noGrp="1"/>
          </p:cNvSpPr>
          <p:nvPr>
            <p:ph idx="15"/>
          </p:nvPr>
        </p:nvSpPr>
        <p:spPr>
          <a:xfrm>
            <a:off x="739140" y="16734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8BDFD507-2CA9-495A-B222-4FC69AA0A977}"/>
              </a:ext>
            </a:extLst>
          </p:cNvPr>
          <p:cNvSpPr>
            <a:spLocks noGrp="1"/>
          </p:cNvSpPr>
          <p:nvPr>
            <p:ph idx="16"/>
          </p:nvPr>
        </p:nvSpPr>
        <p:spPr>
          <a:xfrm>
            <a:off x="4649724" y="16734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C0CB394B-18A7-4034-9971-B4753DE87C58}"/>
              </a:ext>
            </a:extLst>
          </p:cNvPr>
          <p:cNvSpPr>
            <a:spLocks noGrp="1"/>
          </p:cNvSpPr>
          <p:nvPr>
            <p:ph idx="17"/>
          </p:nvPr>
        </p:nvSpPr>
        <p:spPr>
          <a:xfrm>
            <a:off x="8560308" y="1675953"/>
            <a:ext cx="3502152" cy="247795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8866564A-BD5F-4953-A0EA-F54C50B7B12A}"/>
              </a:ext>
            </a:extLst>
          </p:cNvPr>
          <p:cNvSpPr>
            <a:spLocks noGrp="1"/>
          </p:cNvSpPr>
          <p:nvPr>
            <p:ph idx="18"/>
          </p:nvPr>
        </p:nvSpPr>
        <p:spPr>
          <a:xfrm>
            <a:off x="739140" y="43068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CC216FDD-D062-4F43-8EC7-EEC44133FDBA}"/>
              </a:ext>
            </a:extLst>
          </p:cNvPr>
          <p:cNvSpPr>
            <a:spLocks noGrp="1"/>
          </p:cNvSpPr>
          <p:nvPr>
            <p:ph idx="19"/>
          </p:nvPr>
        </p:nvSpPr>
        <p:spPr>
          <a:xfrm>
            <a:off x="4649724" y="4306824"/>
            <a:ext cx="3502152" cy="2483010"/>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631F01F-789A-4084-B50E-4CF3194918D6}"/>
              </a:ext>
            </a:extLst>
          </p:cNvPr>
          <p:cNvSpPr>
            <a:spLocks noGrp="1"/>
          </p:cNvSpPr>
          <p:nvPr>
            <p:ph idx="20"/>
          </p:nvPr>
        </p:nvSpPr>
        <p:spPr>
          <a:xfrm>
            <a:off x="8560308" y="4309353"/>
            <a:ext cx="3502152" cy="2477952"/>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966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7A160172-2BD4-4246-85AB-821B0F1ADD63}"/>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Tree>
    <p:extLst>
      <p:ext uri="{BB962C8B-B14F-4D97-AF65-F5344CB8AC3E}">
        <p14:creationId xmlns:p14="http://schemas.microsoft.com/office/powerpoint/2010/main" val="157797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Tree>
    <p:extLst>
      <p:ext uri="{BB962C8B-B14F-4D97-AF65-F5344CB8AC3E}">
        <p14:creationId xmlns:p14="http://schemas.microsoft.com/office/powerpoint/2010/main" val="1840297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Map - White">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9" name="Title 1">
            <a:extLst>
              <a:ext uri="{FF2B5EF4-FFF2-40B4-BE49-F238E27FC236}">
                <a16:creationId xmlns:a16="http://schemas.microsoft.com/office/drawing/2014/main" id="{00E9A6C1-4ED1-43A5-8B5E-394BAA83719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tx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3E1D95FD-3E8D-4D81-9E89-582C50E8DB2A}"/>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C3595C4F-EBF5-4894-BECC-79FD2DA3ED1F}"/>
              </a:ext>
            </a:extLst>
          </p:cNvPr>
          <p:cNvSpPr>
            <a:spLocks noGrp="1"/>
          </p:cNvSpPr>
          <p:nvPr>
            <p:ph sz="quarter" idx="12"/>
          </p:nvPr>
        </p:nvSpPr>
        <p:spPr>
          <a:xfrm>
            <a:off x="9482328" y="1901952"/>
            <a:ext cx="3099816" cy="4809744"/>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992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ap - White - 3 Side">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9" name="Title 1">
            <a:extLst>
              <a:ext uri="{FF2B5EF4-FFF2-40B4-BE49-F238E27FC236}">
                <a16:creationId xmlns:a16="http://schemas.microsoft.com/office/drawing/2014/main" id="{00E9A6C1-4ED1-43A5-8B5E-394BAA837192}"/>
              </a:ext>
            </a:extLst>
          </p:cNvPr>
          <p:cNvSpPr>
            <a:spLocks noGrp="1"/>
          </p:cNvSpPr>
          <p:nvPr>
            <p:ph type="title" hasCustomPrompt="1"/>
          </p:nvPr>
        </p:nvSpPr>
        <p:spPr>
          <a:xfrm>
            <a:off x="9478327"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tx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3E1D95FD-3E8D-4D81-9E89-582C50E8DB2A}"/>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9">
            <a:extLst>
              <a:ext uri="{FF2B5EF4-FFF2-40B4-BE49-F238E27FC236}">
                <a16:creationId xmlns:a16="http://schemas.microsoft.com/office/drawing/2014/main" id="{8D3B3C02-592B-4C91-B3DB-BB0019149642}"/>
              </a:ext>
            </a:extLst>
          </p:cNvPr>
          <p:cNvSpPr>
            <a:spLocks noGrp="1"/>
          </p:cNvSpPr>
          <p:nvPr>
            <p:ph sz="quarter" idx="12"/>
          </p:nvPr>
        </p:nvSpPr>
        <p:spPr>
          <a:xfrm>
            <a:off x="9482328" y="1911096"/>
            <a:ext cx="3099816" cy="2404872"/>
          </a:xfrm>
        </p:spPr>
        <p:txBody>
          <a:bodyPr>
            <a:noAutofit/>
          </a:bodyPr>
          <a:lstStyle>
            <a:lvl1pPr marL="174625" indent="-174625">
              <a:lnSpc>
                <a:spcPct val="100000"/>
              </a:lnSpc>
              <a:spcBef>
                <a:spcPts val="0"/>
              </a:spcBef>
              <a:spcAft>
                <a:spcPts val="0"/>
              </a:spcAft>
              <a:defRPr sz="1600"/>
            </a:lvl1pPr>
            <a:lvl2pPr marL="515938" indent="-268288">
              <a:lnSpc>
                <a:spcPct val="100000"/>
              </a:lnSpc>
              <a:spcBef>
                <a:spcPts val="0"/>
              </a:spcBef>
              <a:spcAft>
                <a:spcPts val="0"/>
              </a:spcAft>
              <a:defRPr sz="1600"/>
            </a:lvl2pPr>
            <a:lvl3pPr marL="739775" indent="-196850">
              <a:lnSpc>
                <a:spcPct val="100000"/>
              </a:lnSpc>
              <a:spcBef>
                <a:spcPts val="0"/>
              </a:spcBef>
              <a:spcAft>
                <a:spcPts val="0"/>
              </a:spcAft>
              <a:defRPr sz="1600"/>
            </a:lvl3pPr>
            <a:lvl4pPr marL="1031875" indent="-241300">
              <a:lnSpc>
                <a:spcPct val="100000"/>
              </a:lnSpc>
              <a:spcBef>
                <a:spcPts val="0"/>
              </a:spcBef>
              <a:spcAft>
                <a:spcPts val="0"/>
              </a:spcAft>
              <a:defRPr sz="1600"/>
            </a:lvl4pPr>
            <a:lvl5pPr marL="1254125" indent="-225425">
              <a:lnSpc>
                <a:spcPct val="100000"/>
              </a:lnSpc>
              <a:spcBef>
                <a:spcPts val="0"/>
              </a:spcBef>
              <a:spcAft>
                <a:spcPts val="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3B74925-1DB5-4834-843A-F4B484008F11}"/>
              </a:ext>
            </a:extLst>
          </p:cNvPr>
          <p:cNvSpPr>
            <a:spLocks noGrp="1"/>
          </p:cNvSpPr>
          <p:nvPr>
            <p:ph sz="quarter" idx="13"/>
          </p:nvPr>
        </p:nvSpPr>
        <p:spPr>
          <a:xfrm>
            <a:off x="9482328" y="4352544"/>
            <a:ext cx="3099816" cy="2404872"/>
          </a:xfrm>
        </p:spPr>
        <p:txBody>
          <a:bodyPr>
            <a:noAutofit/>
          </a:bodyPr>
          <a:lstStyle>
            <a:lvl1pPr marL="174625" indent="-174625">
              <a:lnSpc>
                <a:spcPct val="100000"/>
              </a:lnSpc>
              <a:spcBef>
                <a:spcPts val="0"/>
              </a:spcBef>
              <a:spcAft>
                <a:spcPts val="0"/>
              </a:spcAft>
              <a:defRPr sz="1600"/>
            </a:lvl1pPr>
            <a:lvl2pPr marL="515938" indent="-268288">
              <a:lnSpc>
                <a:spcPct val="100000"/>
              </a:lnSpc>
              <a:spcBef>
                <a:spcPts val="0"/>
              </a:spcBef>
              <a:spcAft>
                <a:spcPts val="0"/>
              </a:spcAft>
              <a:defRPr sz="1600"/>
            </a:lvl2pPr>
            <a:lvl3pPr marL="739775" indent="-196850">
              <a:lnSpc>
                <a:spcPct val="100000"/>
              </a:lnSpc>
              <a:spcBef>
                <a:spcPts val="0"/>
              </a:spcBef>
              <a:spcAft>
                <a:spcPts val="0"/>
              </a:spcAft>
              <a:defRPr sz="1600"/>
            </a:lvl3pPr>
            <a:lvl4pPr marL="1031875" indent="-241300">
              <a:lnSpc>
                <a:spcPct val="100000"/>
              </a:lnSpc>
              <a:spcBef>
                <a:spcPts val="0"/>
              </a:spcBef>
              <a:spcAft>
                <a:spcPts val="0"/>
              </a:spcAft>
              <a:defRPr sz="1600"/>
            </a:lvl4pPr>
            <a:lvl5pPr marL="1254125" indent="-225425">
              <a:lnSpc>
                <a:spcPct val="100000"/>
              </a:lnSpc>
              <a:spcBef>
                <a:spcPts val="0"/>
              </a:spcBef>
              <a:spcAft>
                <a:spcPts val="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767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ap - Dark">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8" name="Title 1">
            <a:extLst>
              <a:ext uri="{FF2B5EF4-FFF2-40B4-BE49-F238E27FC236}">
                <a16:creationId xmlns:a16="http://schemas.microsoft.com/office/drawing/2014/main" id="{4C1D3105-F6DE-4554-B2D4-5604653CBBF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bg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A08751EB-B0A7-4613-8752-E2DB50480646}"/>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CB2B2847-DD7D-4212-880B-D7517D108BE4}"/>
              </a:ext>
            </a:extLst>
          </p:cNvPr>
          <p:cNvSpPr>
            <a:spLocks noGrp="1"/>
          </p:cNvSpPr>
          <p:nvPr>
            <p:ph sz="quarter" idx="12"/>
          </p:nvPr>
        </p:nvSpPr>
        <p:spPr>
          <a:xfrm>
            <a:off x="9482328" y="1901952"/>
            <a:ext cx="3099816" cy="4809744"/>
          </a:xfrm>
        </p:spPr>
        <p:txBody>
          <a:bodyPr>
            <a:noAutofit/>
          </a:bodyPr>
          <a:lstStyle>
            <a:lvl1pPr marL="174625" indent="-174625">
              <a:lnSpc>
                <a:spcPct val="100000"/>
              </a:lnSpc>
              <a:spcBef>
                <a:spcPts val="0"/>
              </a:spcBef>
              <a:spcAft>
                <a:spcPts val="0"/>
              </a:spcAft>
              <a:defRPr>
                <a:solidFill>
                  <a:schemeClr val="bg1"/>
                </a:solidFill>
              </a:defRPr>
            </a:lvl1pPr>
            <a:lvl2pPr marL="515938" indent="-268288">
              <a:lnSpc>
                <a:spcPct val="100000"/>
              </a:lnSpc>
              <a:spcBef>
                <a:spcPts val="0"/>
              </a:spcBef>
              <a:spcAft>
                <a:spcPts val="0"/>
              </a:spcAft>
              <a:defRPr>
                <a:solidFill>
                  <a:schemeClr val="bg1"/>
                </a:solidFill>
              </a:defRPr>
            </a:lvl2pPr>
            <a:lvl3pPr marL="739775" indent="-196850">
              <a:lnSpc>
                <a:spcPct val="100000"/>
              </a:lnSpc>
              <a:spcBef>
                <a:spcPts val="0"/>
              </a:spcBef>
              <a:spcAft>
                <a:spcPts val="0"/>
              </a:spcAft>
              <a:defRPr>
                <a:solidFill>
                  <a:schemeClr val="bg1"/>
                </a:solidFill>
              </a:defRPr>
            </a:lvl3pPr>
            <a:lvl4pPr marL="1031875" indent="-241300">
              <a:lnSpc>
                <a:spcPct val="100000"/>
              </a:lnSpc>
              <a:spcBef>
                <a:spcPts val="0"/>
              </a:spcBef>
              <a:spcAft>
                <a:spcPts val="0"/>
              </a:spcAft>
              <a:defRPr>
                <a:solidFill>
                  <a:schemeClr val="bg1"/>
                </a:solidFill>
              </a:defRPr>
            </a:lvl4pPr>
            <a:lvl5pPr marL="1254125" indent="-225425">
              <a:lnSpc>
                <a:spcPct val="100000"/>
              </a:lnSpc>
              <a:spcBef>
                <a:spcPts val="0"/>
              </a:spcBef>
              <a:spcAft>
                <a:spcPts val="0"/>
              </a:spcAft>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1297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 Dark - 3 Side">
    <p:spTree>
      <p:nvGrpSpPr>
        <p:cNvPr id="1" name=""/>
        <p:cNvGrpSpPr/>
        <p:nvPr/>
      </p:nvGrpSpPr>
      <p:grpSpPr>
        <a:xfrm>
          <a:off x="0" y="0"/>
          <a:ext cx="0" cy="0"/>
          <a:chOff x="0" y="0"/>
          <a:chExt cx="0" cy="0"/>
        </a:xfrm>
      </p:grpSpPr>
      <p:sp>
        <p:nvSpPr>
          <p:cNvPr id="4" name="Rectangle 3"/>
          <p:cNvSpPr/>
          <p:nvPr userDrawn="1"/>
        </p:nvSpPr>
        <p:spPr>
          <a:xfrm>
            <a:off x="9271463" y="0"/>
            <a:ext cx="3530137"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8" name="Title 1">
            <a:extLst>
              <a:ext uri="{FF2B5EF4-FFF2-40B4-BE49-F238E27FC236}">
                <a16:creationId xmlns:a16="http://schemas.microsoft.com/office/drawing/2014/main" id="{4C1D3105-F6DE-4554-B2D4-5604653CBBF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175644" rtl="0" eaLnBrk="1" latinLnBrk="0" hangingPunct="1">
              <a:lnSpc>
                <a:spcPct val="100000"/>
              </a:lnSpc>
              <a:spcBef>
                <a:spcPct val="0"/>
              </a:spcBef>
              <a:spcAft>
                <a:spcPts val="0"/>
              </a:spcAft>
              <a:buNone/>
              <a:defRPr lang="en-US" sz="2400" b="1" kern="1200" dirty="0">
                <a:solidFill>
                  <a:schemeClr val="bg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A08751EB-B0A7-4613-8752-E2DB50480646}"/>
              </a:ext>
            </a:extLst>
          </p:cNvPr>
          <p:cNvSpPr>
            <a:spLocks noGrp="1"/>
          </p:cNvSpPr>
          <p:nvPr>
            <p:ph sz="quarter" idx="11"/>
          </p:nvPr>
        </p:nvSpPr>
        <p:spPr>
          <a:xfrm>
            <a:off x="0" y="1"/>
            <a:ext cx="9271463" cy="7238996"/>
          </a:xfrm>
        </p:spPr>
        <p:txBody>
          <a:bodyPr>
            <a:noAutofit/>
          </a:bodyPr>
          <a:lstStyle>
            <a:lvl1pPr marL="174625" indent="-174625">
              <a:lnSpc>
                <a:spcPct val="100000"/>
              </a:lnSpc>
              <a:spcBef>
                <a:spcPts val="0"/>
              </a:spcBef>
              <a:spcAft>
                <a:spcPts val="0"/>
              </a:spcAft>
              <a:defRPr/>
            </a:lvl1pPr>
            <a:lvl2pPr marL="515938" indent="-268288">
              <a:lnSpc>
                <a:spcPct val="100000"/>
              </a:lnSpc>
              <a:spcBef>
                <a:spcPts val="0"/>
              </a:spcBef>
              <a:spcAft>
                <a:spcPts val="0"/>
              </a:spcAft>
              <a:defRPr/>
            </a:lvl2pPr>
            <a:lvl3pPr marL="739775" indent="-196850">
              <a:lnSpc>
                <a:spcPct val="100000"/>
              </a:lnSpc>
              <a:spcBef>
                <a:spcPts val="0"/>
              </a:spcBef>
              <a:spcAft>
                <a:spcPts val="0"/>
              </a:spcAft>
              <a:defRPr/>
            </a:lvl3pPr>
            <a:lvl4pPr marL="1031875" indent="-241300">
              <a:lnSpc>
                <a:spcPct val="100000"/>
              </a:lnSpc>
              <a:spcBef>
                <a:spcPts val="0"/>
              </a:spcBef>
              <a:spcAft>
                <a:spcPts val="0"/>
              </a:spcAft>
              <a:defRPr/>
            </a:lvl4pPr>
            <a:lvl5pPr marL="1254125" indent="-225425">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9">
            <a:extLst>
              <a:ext uri="{FF2B5EF4-FFF2-40B4-BE49-F238E27FC236}">
                <a16:creationId xmlns:a16="http://schemas.microsoft.com/office/drawing/2014/main" id="{843BB5FB-A8F7-4D93-888A-26B2547047CA}"/>
              </a:ext>
            </a:extLst>
          </p:cNvPr>
          <p:cNvSpPr>
            <a:spLocks noGrp="1"/>
          </p:cNvSpPr>
          <p:nvPr>
            <p:ph sz="quarter" idx="12"/>
          </p:nvPr>
        </p:nvSpPr>
        <p:spPr>
          <a:xfrm>
            <a:off x="9482328" y="1911096"/>
            <a:ext cx="3099816" cy="2404872"/>
          </a:xfrm>
        </p:spPr>
        <p:txBody>
          <a:bodyPr>
            <a:noAutofit/>
          </a:bodyPr>
          <a:lstStyle>
            <a:lvl1pPr marL="174625" indent="-174625">
              <a:lnSpc>
                <a:spcPct val="100000"/>
              </a:lnSpc>
              <a:spcBef>
                <a:spcPts val="0"/>
              </a:spcBef>
              <a:spcAft>
                <a:spcPts val="0"/>
              </a:spcAft>
              <a:defRPr sz="1600">
                <a:solidFill>
                  <a:schemeClr val="bg1"/>
                </a:solidFill>
              </a:defRPr>
            </a:lvl1pPr>
            <a:lvl2pPr marL="515938" indent="-268288">
              <a:lnSpc>
                <a:spcPct val="100000"/>
              </a:lnSpc>
              <a:spcBef>
                <a:spcPts val="0"/>
              </a:spcBef>
              <a:spcAft>
                <a:spcPts val="0"/>
              </a:spcAft>
              <a:defRPr sz="1600">
                <a:solidFill>
                  <a:schemeClr val="bg1"/>
                </a:solidFill>
              </a:defRPr>
            </a:lvl2pPr>
            <a:lvl3pPr marL="739775" indent="-196850">
              <a:lnSpc>
                <a:spcPct val="100000"/>
              </a:lnSpc>
              <a:spcBef>
                <a:spcPts val="0"/>
              </a:spcBef>
              <a:spcAft>
                <a:spcPts val="0"/>
              </a:spcAft>
              <a:defRPr sz="1600">
                <a:solidFill>
                  <a:schemeClr val="bg1"/>
                </a:solidFill>
              </a:defRPr>
            </a:lvl3pPr>
            <a:lvl4pPr marL="1031875" indent="-241300">
              <a:lnSpc>
                <a:spcPct val="100000"/>
              </a:lnSpc>
              <a:spcBef>
                <a:spcPts val="0"/>
              </a:spcBef>
              <a:spcAft>
                <a:spcPts val="0"/>
              </a:spcAft>
              <a:defRPr sz="1600">
                <a:solidFill>
                  <a:schemeClr val="bg1"/>
                </a:solidFill>
              </a:defRPr>
            </a:lvl4pPr>
            <a:lvl5pPr marL="1254125" indent="-225425">
              <a:lnSpc>
                <a:spcPct val="100000"/>
              </a:lnSpc>
              <a:spcBef>
                <a:spcPts val="0"/>
              </a:spcBef>
              <a:spcAft>
                <a:spcPts val="0"/>
              </a:spcAft>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9DD6F7C9-8FD8-4625-B01C-7652B371DFF7}"/>
              </a:ext>
            </a:extLst>
          </p:cNvPr>
          <p:cNvSpPr>
            <a:spLocks noGrp="1"/>
          </p:cNvSpPr>
          <p:nvPr>
            <p:ph sz="quarter" idx="13"/>
          </p:nvPr>
        </p:nvSpPr>
        <p:spPr>
          <a:xfrm>
            <a:off x="9482328" y="4352544"/>
            <a:ext cx="3099816" cy="2404872"/>
          </a:xfrm>
        </p:spPr>
        <p:txBody>
          <a:bodyPr>
            <a:noAutofit/>
          </a:bodyPr>
          <a:lstStyle>
            <a:lvl1pPr marL="174625" indent="-174625">
              <a:lnSpc>
                <a:spcPct val="100000"/>
              </a:lnSpc>
              <a:spcBef>
                <a:spcPts val="0"/>
              </a:spcBef>
              <a:spcAft>
                <a:spcPts val="0"/>
              </a:spcAft>
              <a:defRPr sz="1600">
                <a:solidFill>
                  <a:schemeClr val="bg1"/>
                </a:solidFill>
              </a:defRPr>
            </a:lvl1pPr>
            <a:lvl2pPr marL="515938" indent="-268288">
              <a:lnSpc>
                <a:spcPct val="100000"/>
              </a:lnSpc>
              <a:spcBef>
                <a:spcPts val="0"/>
              </a:spcBef>
              <a:spcAft>
                <a:spcPts val="0"/>
              </a:spcAft>
              <a:defRPr sz="1600">
                <a:solidFill>
                  <a:schemeClr val="bg1"/>
                </a:solidFill>
              </a:defRPr>
            </a:lvl2pPr>
            <a:lvl3pPr marL="739775" indent="-196850">
              <a:lnSpc>
                <a:spcPct val="100000"/>
              </a:lnSpc>
              <a:spcBef>
                <a:spcPts val="0"/>
              </a:spcBef>
              <a:spcAft>
                <a:spcPts val="0"/>
              </a:spcAft>
              <a:defRPr sz="1600">
                <a:solidFill>
                  <a:schemeClr val="bg1"/>
                </a:solidFill>
              </a:defRPr>
            </a:lvl3pPr>
            <a:lvl4pPr marL="1031875" indent="-241300">
              <a:lnSpc>
                <a:spcPct val="100000"/>
              </a:lnSpc>
              <a:spcBef>
                <a:spcPts val="0"/>
              </a:spcBef>
              <a:spcAft>
                <a:spcPts val="0"/>
              </a:spcAft>
              <a:defRPr sz="1600">
                <a:solidFill>
                  <a:schemeClr val="bg1"/>
                </a:solidFill>
              </a:defRPr>
            </a:lvl4pPr>
            <a:lvl5pPr marL="1254125" indent="-225425">
              <a:lnSpc>
                <a:spcPct val="100000"/>
              </a:lnSpc>
              <a:spcBef>
                <a:spcPts val="0"/>
              </a:spcBef>
              <a:spcAft>
                <a:spcPts val="0"/>
              </a:spcAft>
              <a:defRPr sz="16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4606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Divider - White">
    <p:spTree>
      <p:nvGrpSpPr>
        <p:cNvPr id="1" name=""/>
        <p:cNvGrpSpPr/>
        <p:nvPr/>
      </p:nvGrpSpPr>
      <p:grpSpPr>
        <a:xfrm>
          <a:off x="0" y="0"/>
          <a:ext cx="0" cy="0"/>
          <a:chOff x="0" y="0"/>
          <a:chExt cx="0" cy="0"/>
        </a:xfrm>
      </p:grpSpPr>
      <p:sp>
        <p:nvSpPr>
          <p:cNvPr id="14" name="Rectangle 13"/>
          <p:cNvSpPr/>
          <p:nvPr userDrawn="1"/>
        </p:nvSpPr>
        <p:spPr>
          <a:xfrm rot="5400000">
            <a:off x="5707293" y="135168"/>
            <a:ext cx="1387014" cy="128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1011238" y="6076950"/>
            <a:ext cx="10881360" cy="720513"/>
          </a:xfrm>
          <a:prstGeom prst="rect">
            <a:avLst/>
          </a:prstGeom>
        </p:spPr>
        <p:txBody>
          <a:bodyPr anchor="t">
            <a:noAutofit/>
          </a:bodyPr>
          <a:lstStyle>
            <a:lvl1pPr algn="ctr">
              <a:defRPr lang="en-US" sz="2800" kern="1200" dirty="0">
                <a:solidFill>
                  <a:schemeClr val="tx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011238" y="6641676"/>
            <a:ext cx="10881360" cy="479637"/>
          </a:xfrm>
        </p:spPr>
        <p:txBody>
          <a:bodyPr anchor="t">
            <a:noAutofit/>
          </a:bodyPr>
          <a:lstStyle>
            <a:lvl1pPr marL="0" indent="0" algn="ctr">
              <a:buNone/>
              <a:defRPr sz="1800">
                <a:solidFill>
                  <a:schemeClr val="tx1">
                    <a:tint val="75000"/>
                  </a:schemeClr>
                </a:solidFill>
              </a:defRPr>
            </a:lvl1pPr>
            <a:lvl2pPr marL="587822" indent="0">
              <a:buNone/>
              <a:defRPr sz="2300">
                <a:solidFill>
                  <a:schemeClr val="tx1">
                    <a:tint val="75000"/>
                  </a:schemeClr>
                </a:solidFill>
              </a:defRPr>
            </a:lvl2pPr>
            <a:lvl3pPr marL="1175644" indent="0">
              <a:buNone/>
              <a:defRPr sz="2100">
                <a:solidFill>
                  <a:schemeClr val="tx1">
                    <a:tint val="75000"/>
                  </a:schemeClr>
                </a:solidFill>
              </a:defRPr>
            </a:lvl3pPr>
            <a:lvl4pPr marL="1763466" indent="0">
              <a:buNone/>
              <a:defRPr sz="1800">
                <a:solidFill>
                  <a:schemeClr val="tx1">
                    <a:tint val="75000"/>
                  </a:schemeClr>
                </a:solidFill>
              </a:defRPr>
            </a:lvl4pPr>
            <a:lvl5pPr marL="2351288" indent="0">
              <a:buNone/>
              <a:defRPr sz="1800">
                <a:solidFill>
                  <a:schemeClr val="tx1">
                    <a:tint val="75000"/>
                  </a:schemeClr>
                </a:solidFill>
              </a:defRPr>
            </a:lvl5pPr>
            <a:lvl6pPr marL="2939110" indent="0">
              <a:buNone/>
              <a:defRPr sz="1800">
                <a:solidFill>
                  <a:schemeClr val="tx1">
                    <a:tint val="75000"/>
                  </a:schemeClr>
                </a:solidFill>
              </a:defRPr>
            </a:lvl6pPr>
            <a:lvl7pPr marL="3526932" indent="0">
              <a:buNone/>
              <a:defRPr sz="1800">
                <a:solidFill>
                  <a:schemeClr val="tx1">
                    <a:tint val="75000"/>
                  </a:schemeClr>
                </a:solidFill>
              </a:defRPr>
            </a:lvl7pPr>
            <a:lvl8pPr marL="4114754" indent="0">
              <a:buNone/>
              <a:defRPr sz="1800">
                <a:solidFill>
                  <a:schemeClr val="tx1">
                    <a:tint val="75000"/>
                  </a:schemeClr>
                </a:solidFill>
              </a:defRPr>
            </a:lvl8pPr>
            <a:lvl9pPr marL="4702576" indent="0">
              <a:buNone/>
              <a:defRPr sz="1800">
                <a:solidFill>
                  <a:schemeClr val="tx1">
                    <a:tint val="75000"/>
                  </a:schemeClr>
                </a:solidFill>
              </a:defRPr>
            </a:lvl9pPr>
          </a:lstStyle>
          <a:p>
            <a:pPr lvl="0"/>
            <a:r>
              <a:rPr lang="en-US"/>
              <a:t>Edit Master text styles</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9" name="Content Placeholder 9">
            <a:extLst>
              <a:ext uri="{FF2B5EF4-FFF2-40B4-BE49-F238E27FC236}">
                <a16:creationId xmlns:a16="http://schemas.microsoft.com/office/drawing/2014/main" id="{C853960C-66E5-45B7-BEF0-4E2DEB18AA6D}"/>
              </a:ext>
            </a:extLst>
          </p:cNvPr>
          <p:cNvSpPr>
            <a:spLocks noGrp="1"/>
          </p:cNvSpPr>
          <p:nvPr>
            <p:ph sz="quarter" idx="12" hasCustomPrompt="1"/>
          </p:nvPr>
        </p:nvSpPr>
        <p:spPr>
          <a:xfrm>
            <a:off x="0" y="1"/>
            <a:ext cx="12801600" cy="5843016"/>
          </a:xfrm>
        </p:spPr>
        <p:txBody>
          <a:bodyPr>
            <a:noAutofit/>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6.39 x 14.0 then send to back</a:t>
            </a:r>
          </a:p>
        </p:txBody>
      </p:sp>
    </p:spTree>
    <p:extLst>
      <p:ext uri="{BB962C8B-B14F-4D97-AF65-F5344CB8AC3E}">
        <p14:creationId xmlns:p14="http://schemas.microsoft.com/office/powerpoint/2010/main" val="3858429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Header - Dark">
    <p:spTree>
      <p:nvGrpSpPr>
        <p:cNvPr id="1" name=""/>
        <p:cNvGrpSpPr/>
        <p:nvPr/>
      </p:nvGrpSpPr>
      <p:grpSpPr>
        <a:xfrm>
          <a:off x="0" y="0"/>
          <a:ext cx="0" cy="0"/>
          <a:chOff x="0" y="0"/>
          <a:chExt cx="0" cy="0"/>
        </a:xfrm>
      </p:grpSpPr>
      <p:sp>
        <p:nvSpPr>
          <p:cNvPr id="14" name="Rectangle 13"/>
          <p:cNvSpPr/>
          <p:nvPr userDrawn="1"/>
        </p:nvSpPr>
        <p:spPr>
          <a:xfrm rot="5400000">
            <a:off x="5701429" y="141031"/>
            <a:ext cx="1398741"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9">
            <a:extLst>
              <a:ext uri="{FF2B5EF4-FFF2-40B4-BE49-F238E27FC236}">
                <a16:creationId xmlns:a16="http://schemas.microsoft.com/office/drawing/2014/main" id="{464F0D6E-A5E4-442E-9888-5C5418E563BE}"/>
              </a:ext>
            </a:extLst>
          </p:cNvPr>
          <p:cNvSpPr>
            <a:spLocks noGrp="1"/>
          </p:cNvSpPr>
          <p:nvPr>
            <p:ph sz="quarter" idx="12" hasCustomPrompt="1"/>
          </p:nvPr>
        </p:nvSpPr>
        <p:spPr>
          <a:xfrm>
            <a:off x="0" y="1"/>
            <a:ext cx="12801600" cy="5843016"/>
          </a:xfrm>
        </p:spPr>
        <p:txBody>
          <a:bodyPr>
            <a:noAutofit/>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6.39 x 14.0 then send to back</a:t>
            </a:r>
          </a:p>
        </p:txBody>
      </p:sp>
      <p:sp>
        <p:nvSpPr>
          <p:cNvPr id="2" name="Title 1"/>
          <p:cNvSpPr>
            <a:spLocks noGrp="1"/>
          </p:cNvSpPr>
          <p:nvPr>
            <p:ph type="title" hasCustomPrompt="1"/>
          </p:nvPr>
        </p:nvSpPr>
        <p:spPr>
          <a:xfrm>
            <a:off x="1011238" y="6076950"/>
            <a:ext cx="10881360" cy="720513"/>
          </a:xfrm>
          <a:prstGeom prst="rect">
            <a:avLst/>
          </a:prstGeom>
        </p:spPr>
        <p:txBody>
          <a:bodyPr anchor="t">
            <a:noAutofit/>
          </a:bodyPr>
          <a:lstStyle>
            <a:lvl1pPr algn="ctr">
              <a:defRPr lang="en-US" sz="2800" kern="1200" dirty="0">
                <a:solidFill>
                  <a:schemeClr val="bg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011238" y="6641676"/>
            <a:ext cx="10881360" cy="479637"/>
          </a:xfrm>
        </p:spPr>
        <p:txBody>
          <a:bodyPr anchor="t">
            <a:noAutofit/>
          </a:bodyPr>
          <a:lstStyle>
            <a:lvl1pPr marL="0" indent="0" algn="ctr">
              <a:buNone/>
              <a:defRPr sz="1800">
                <a:solidFill>
                  <a:schemeClr val="bg1">
                    <a:lumMod val="95000"/>
                  </a:schemeClr>
                </a:solidFill>
              </a:defRPr>
            </a:lvl1pPr>
            <a:lvl2pPr marL="587822" indent="0">
              <a:buNone/>
              <a:defRPr sz="2300">
                <a:solidFill>
                  <a:schemeClr val="tx1">
                    <a:tint val="75000"/>
                  </a:schemeClr>
                </a:solidFill>
              </a:defRPr>
            </a:lvl2pPr>
            <a:lvl3pPr marL="1175644" indent="0">
              <a:buNone/>
              <a:defRPr sz="2100">
                <a:solidFill>
                  <a:schemeClr val="tx1">
                    <a:tint val="75000"/>
                  </a:schemeClr>
                </a:solidFill>
              </a:defRPr>
            </a:lvl3pPr>
            <a:lvl4pPr marL="1763466" indent="0">
              <a:buNone/>
              <a:defRPr sz="1800">
                <a:solidFill>
                  <a:schemeClr val="tx1">
                    <a:tint val="75000"/>
                  </a:schemeClr>
                </a:solidFill>
              </a:defRPr>
            </a:lvl4pPr>
            <a:lvl5pPr marL="2351288" indent="0">
              <a:buNone/>
              <a:defRPr sz="1800">
                <a:solidFill>
                  <a:schemeClr val="tx1">
                    <a:tint val="75000"/>
                  </a:schemeClr>
                </a:solidFill>
              </a:defRPr>
            </a:lvl5pPr>
            <a:lvl6pPr marL="2939110" indent="0">
              <a:buNone/>
              <a:defRPr sz="1800">
                <a:solidFill>
                  <a:schemeClr val="tx1">
                    <a:tint val="75000"/>
                  </a:schemeClr>
                </a:solidFill>
              </a:defRPr>
            </a:lvl6pPr>
            <a:lvl7pPr marL="3526932" indent="0">
              <a:buNone/>
              <a:defRPr sz="1800">
                <a:solidFill>
                  <a:schemeClr val="tx1">
                    <a:tint val="75000"/>
                  </a:schemeClr>
                </a:solidFill>
              </a:defRPr>
            </a:lvl7pPr>
            <a:lvl8pPr marL="4114754" indent="0">
              <a:buNone/>
              <a:defRPr sz="1800">
                <a:solidFill>
                  <a:schemeClr val="tx1">
                    <a:tint val="75000"/>
                  </a:schemeClr>
                </a:solidFill>
              </a:defRPr>
            </a:lvl8pPr>
            <a:lvl9pPr marL="4702576" indent="0">
              <a:buNone/>
              <a:defRPr sz="1800">
                <a:solidFill>
                  <a:schemeClr val="tx1">
                    <a:tint val="75000"/>
                  </a:schemeClr>
                </a:solidFill>
              </a:defRPr>
            </a:lvl9pPr>
          </a:lstStyle>
          <a:p>
            <a:pPr lvl="0"/>
            <a:r>
              <a:rPr lang="en-US"/>
              <a:t>Edit Master text styles</a:t>
            </a:r>
          </a:p>
        </p:txBody>
      </p:sp>
      <p:sp>
        <p:nvSpPr>
          <p:cNvPr id="8"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Tree>
    <p:extLst>
      <p:ext uri="{BB962C8B-B14F-4D97-AF65-F5344CB8AC3E}">
        <p14:creationId xmlns:p14="http://schemas.microsoft.com/office/powerpoint/2010/main" val="1041757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losing Option 2">
    <p:spTree>
      <p:nvGrpSpPr>
        <p:cNvPr id="1" name=""/>
        <p:cNvGrpSpPr/>
        <p:nvPr/>
      </p:nvGrpSpPr>
      <p:grpSpPr>
        <a:xfrm>
          <a:off x="0" y="0"/>
          <a:ext cx="0" cy="0"/>
          <a:chOff x="0" y="0"/>
          <a:chExt cx="0" cy="0"/>
        </a:xfrm>
      </p:grpSpPr>
      <p:sp>
        <p:nvSpPr>
          <p:cNvPr id="7" name="Rectangle 6"/>
          <p:cNvSpPr/>
          <p:nvPr userDrawn="1"/>
        </p:nvSpPr>
        <p:spPr>
          <a:xfrm>
            <a:off x="7914902" y="0"/>
            <a:ext cx="4886698"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2"/>
          <p:cNvSpPr txBox="1">
            <a:spLocks/>
          </p:cNvSpPr>
          <p:nvPr userDrawn="1"/>
        </p:nvSpPr>
        <p:spPr>
          <a:xfrm>
            <a:off x="7989468" y="914400"/>
            <a:ext cx="4564482" cy="838200"/>
          </a:xfrm>
          <a:prstGeom prst="rect">
            <a:avLst/>
          </a:prstGeom>
        </p:spPr>
        <p:txBody>
          <a:bodyPr/>
          <a:lstStyle>
            <a:lvl1pPr algn="ctr" defTabSz="1175644" rtl="0" eaLnBrk="1" latinLnBrk="0" hangingPunct="1">
              <a:spcBef>
                <a:spcPct val="0"/>
              </a:spcBef>
              <a:buNone/>
              <a:defRPr sz="5700" kern="1200">
                <a:solidFill>
                  <a:schemeClr val="tx1"/>
                </a:solidFill>
                <a:latin typeface="+mj-lt"/>
                <a:ea typeface="+mj-ea"/>
                <a:cs typeface="+mj-cs"/>
              </a:defRPr>
            </a:lvl1pPr>
          </a:lstStyle>
          <a:p>
            <a:r>
              <a:rPr lang="en-US" sz="3600"/>
              <a:t>THANK YOU!</a:t>
            </a:r>
          </a:p>
        </p:txBody>
      </p:sp>
      <p:pic>
        <p:nvPicPr>
          <p:cNvPr id="10" name="Picture 9" descr="ab_logo.jpg"/>
          <p:cNvPicPr>
            <a:picLocks noChangeAspect="1"/>
          </p:cNvPicPr>
          <p:nvPr userDrawn="1"/>
        </p:nvPicPr>
        <p:blipFill>
          <a:blip r:embed="rId2" cstate="print">
            <a:clrChange>
              <a:clrFrom>
                <a:srgbClr val="FFFFFF"/>
              </a:clrFrom>
              <a:clrTo>
                <a:srgbClr val="FFFFFF">
                  <a:alpha val="0"/>
                </a:srgbClr>
              </a:clrTo>
            </a:clrChange>
            <a:lum/>
            <a:extLst>
              <a:ext uri="{28A0092B-C50C-407E-A947-70E740481C1C}">
                <a14:useLocalDpi xmlns:a14="http://schemas.microsoft.com/office/drawing/2010/main"/>
              </a:ext>
            </a:extLst>
          </a:blip>
          <a:stretch>
            <a:fillRect/>
          </a:stretch>
        </p:blipFill>
        <p:spPr>
          <a:xfrm>
            <a:off x="9421439" y="5394168"/>
            <a:ext cx="1873623" cy="1447800"/>
          </a:xfrm>
          <a:prstGeom prst="rect">
            <a:avLst/>
          </a:prstGeom>
        </p:spPr>
      </p:pic>
      <p:sp>
        <p:nvSpPr>
          <p:cNvPr id="11" name="Rectangle 10"/>
          <p:cNvSpPr/>
          <p:nvPr userDrawn="1"/>
        </p:nvSpPr>
        <p:spPr>
          <a:xfrm>
            <a:off x="8765423" y="6613368"/>
            <a:ext cx="3190605" cy="535531"/>
          </a:xfrm>
          <a:prstGeom prst="rect">
            <a:avLst/>
          </a:prstGeom>
        </p:spPr>
        <p:txBody>
          <a:bodyPr wrap="square">
            <a:spAutoFit/>
          </a:bodyPr>
          <a:lstStyle/>
          <a:p>
            <a:pPr marL="342900" indent="-342900" algn="ctr">
              <a:spcBef>
                <a:spcPct val="20000"/>
              </a:spcBef>
              <a:buClr>
                <a:srgbClr val="1B4273">
                  <a:lumMod val="75000"/>
                </a:srgbClr>
              </a:buClr>
              <a:buSzPct val="112000"/>
              <a:defRPr/>
            </a:pPr>
            <a:r>
              <a:rPr lang="en-US" sz="900" b="1">
                <a:solidFill>
                  <a:schemeClr val="tx1"/>
                </a:solidFill>
              </a:rPr>
              <a:t>1349 WEST PEACHTREE STREET  NW //  SUITE 1525</a:t>
            </a:r>
          </a:p>
          <a:p>
            <a:pPr marL="342900" indent="-342900" algn="ctr">
              <a:spcBef>
                <a:spcPct val="20000"/>
              </a:spcBef>
              <a:buClr>
                <a:srgbClr val="1B4273">
                  <a:lumMod val="75000"/>
                </a:srgbClr>
              </a:buClr>
              <a:buSzPct val="112000"/>
              <a:defRPr/>
            </a:pPr>
            <a:r>
              <a:rPr lang="en-US" sz="900" b="1">
                <a:solidFill>
                  <a:schemeClr val="tx1"/>
                </a:solidFill>
              </a:rPr>
              <a:t>ATLANTA, GEORGIA  30309</a:t>
            </a:r>
          </a:p>
        </p:txBody>
      </p:sp>
      <p:sp>
        <p:nvSpPr>
          <p:cNvPr id="12" name="Subtitle 3"/>
          <p:cNvSpPr txBox="1">
            <a:spLocks/>
          </p:cNvSpPr>
          <p:nvPr userDrawn="1"/>
        </p:nvSpPr>
        <p:spPr>
          <a:xfrm>
            <a:off x="8173641" y="1676400"/>
            <a:ext cx="4361259" cy="533400"/>
          </a:xfrm>
          <a:prstGeom prst="rect">
            <a:avLst/>
          </a:prstGeom>
        </p:spPr>
        <p:txBody>
          <a:bodyPr/>
          <a:lstStyle>
            <a:lvl1pPr marL="440867" indent="-440867" algn="l" defTabSz="1175644" rtl="0" eaLnBrk="1" latinLnBrk="0" hangingPunct="1">
              <a:spcBef>
                <a:spcPct val="20000"/>
              </a:spcBef>
              <a:buFont typeface="Arial" panose="020B0604020202020204" pitchFamily="34" charset="0"/>
              <a:buChar char="•"/>
              <a:defRPr sz="4100" kern="1200">
                <a:solidFill>
                  <a:schemeClr val="tx1"/>
                </a:solidFill>
                <a:latin typeface="+mn-lt"/>
                <a:ea typeface="+mn-ea"/>
                <a:cs typeface="+mn-cs"/>
              </a:defRPr>
            </a:lvl1pPr>
            <a:lvl2pPr marL="955211" indent="-367389" algn="l" defTabSz="117564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2pPr>
            <a:lvl3pPr marL="1469555" indent="-293911" algn="l" defTabSz="117564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3pPr>
            <a:lvl4pPr marL="205737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4pPr>
            <a:lvl5pPr marL="2645199"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a:lstStyle>
          <a:p>
            <a:pPr marL="0" indent="0" algn="ctr">
              <a:buNone/>
            </a:pPr>
            <a:r>
              <a:rPr lang="en-US" sz="1800" kern="1200">
                <a:solidFill>
                  <a:schemeClr val="tx1">
                    <a:tint val="75000"/>
                  </a:schemeClr>
                </a:solidFill>
                <a:latin typeface="+mn-lt"/>
                <a:ea typeface="+mn-ea"/>
                <a:cs typeface="+mn-cs"/>
              </a:rPr>
              <a:t>STRATEGY  //  INSIGHTS  //  ACTION</a:t>
            </a:r>
          </a:p>
        </p:txBody>
      </p:sp>
      <p:sp>
        <p:nvSpPr>
          <p:cNvPr id="22"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3" name="Content Placeholder 9">
            <a:extLst>
              <a:ext uri="{FF2B5EF4-FFF2-40B4-BE49-F238E27FC236}">
                <a16:creationId xmlns:a16="http://schemas.microsoft.com/office/drawing/2014/main" id="{EA622824-AA11-4A3B-B61E-60256A56399D}"/>
              </a:ext>
            </a:extLst>
          </p:cNvPr>
          <p:cNvSpPr>
            <a:spLocks noGrp="1"/>
          </p:cNvSpPr>
          <p:nvPr>
            <p:ph sz="quarter" idx="12" hasCustomPrompt="1"/>
          </p:nvPr>
        </p:nvSpPr>
        <p:spPr>
          <a:xfrm>
            <a:off x="0" y="1"/>
            <a:ext cx="7918704" cy="7238996"/>
          </a:xfrm>
        </p:spPr>
        <p:txBody>
          <a:bodyPr>
            <a:noAutofit/>
          </a:bodyPr>
          <a:lstStyle>
            <a:lvl1pPr marL="174625" indent="-174625">
              <a:lnSpc>
                <a:spcPct val="100000"/>
              </a:lnSpc>
              <a:spcBef>
                <a:spcPts val="0"/>
              </a:spcBef>
              <a:spcAft>
                <a:spcPts val="0"/>
              </a:spcAft>
              <a:defRPr/>
            </a:lvl1pPr>
            <a:lvl2pPr marL="796925" indent="-209550">
              <a:lnSpc>
                <a:spcPct val="100000"/>
              </a:lnSpc>
              <a:spcBef>
                <a:spcPts val="0"/>
              </a:spcBef>
              <a:spcAft>
                <a:spcPts val="0"/>
              </a:spcAft>
              <a:defRPr/>
            </a:lvl2pPr>
            <a:lvl3pPr marL="1371600" indent="-196850">
              <a:lnSpc>
                <a:spcPct val="100000"/>
              </a:lnSpc>
              <a:spcBef>
                <a:spcPts val="0"/>
              </a:spcBef>
              <a:spcAft>
                <a:spcPts val="0"/>
              </a:spcAft>
              <a:defRPr/>
            </a:lvl3pPr>
            <a:lvl4pPr marL="2003425" indent="-241300">
              <a:lnSpc>
                <a:spcPct val="100000"/>
              </a:lnSpc>
              <a:spcBef>
                <a:spcPts val="0"/>
              </a:spcBef>
              <a:spcAft>
                <a:spcPts val="0"/>
              </a:spcAft>
              <a:defRPr/>
            </a:lvl4pPr>
            <a:lvl5pPr marL="2519363" indent="-168275">
              <a:lnSpc>
                <a:spcPct val="100000"/>
              </a:lnSpc>
              <a:spcBef>
                <a:spcPts val="0"/>
              </a:spcBef>
              <a:spcAft>
                <a:spcPts val="0"/>
              </a:spcAft>
              <a:defRPr/>
            </a:lvl5pPr>
          </a:lstStyle>
          <a:p>
            <a:pPr lvl="0"/>
            <a:r>
              <a:rPr lang="en-US"/>
              <a:t>Photo here: 7.92 x 8.66 then send to back</a:t>
            </a:r>
          </a:p>
        </p:txBody>
      </p:sp>
    </p:spTree>
    <p:extLst>
      <p:ext uri="{BB962C8B-B14F-4D97-AF65-F5344CB8AC3E}">
        <p14:creationId xmlns:p14="http://schemas.microsoft.com/office/powerpoint/2010/main" val="4222049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 Full Width">
    <p:spTree>
      <p:nvGrpSpPr>
        <p:cNvPr id="1" name=""/>
        <p:cNvGrpSpPr/>
        <p:nvPr/>
      </p:nvGrpSpPr>
      <p:grpSpPr>
        <a:xfrm>
          <a:off x="0" y="0"/>
          <a:ext cx="0" cy="0"/>
          <a:chOff x="0" y="0"/>
          <a:chExt cx="0" cy="0"/>
        </a:xfrm>
      </p:grpSpPr>
      <p:sp>
        <p:nvSpPr>
          <p:cNvPr id="13" name="Subtitle 2">
            <a:extLst>
              <a:ext uri="{FF2B5EF4-FFF2-40B4-BE49-F238E27FC236}">
                <a16:creationId xmlns:a16="http://schemas.microsoft.com/office/drawing/2014/main" id="{27798AEB-0E10-46F1-8CC7-EEB8DF62CE2A}"/>
              </a:ext>
            </a:extLst>
          </p:cNvPr>
          <p:cNvSpPr>
            <a:spLocks noGrp="1"/>
          </p:cNvSpPr>
          <p:nvPr>
            <p:ph type="subTitle" idx="1" hasCustomPrompt="1"/>
          </p:nvPr>
        </p:nvSpPr>
        <p:spPr>
          <a:xfrm>
            <a:off x="0" y="5433507"/>
            <a:ext cx="12801600" cy="1424493"/>
          </a:xfrm>
          <a:solidFill>
            <a:srgbClr val="FFFFFF">
              <a:alpha val="65098"/>
            </a:srgbClr>
          </a:solidFill>
        </p:spPr>
        <p:txBody>
          <a:bodyPr anchor="ctr"/>
          <a:lstStyle>
            <a:lvl1pPr marL="0" indent="0" algn="r">
              <a:lnSpc>
                <a:spcPct val="100000"/>
              </a:lnSpc>
              <a:spcBef>
                <a:spcPts val="0"/>
              </a:spcBef>
              <a:spcAft>
                <a:spcPts val="0"/>
              </a:spcAft>
              <a:buNone/>
              <a:defRPr b="1">
                <a:solidFill>
                  <a:schemeClr val="tx1"/>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Client Name</a:t>
            </a:r>
          </a:p>
          <a:p>
            <a:r>
              <a:rPr lang="en-US"/>
              <a:t>City, State</a:t>
            </a:r>
          </a:p>
          <a:p>
            <a:r>
              <a:rPr lang="en-US"/>
              <a:t>Date</a:t>
            </a:r>
          </a:p>
        </p:txBody>
      </p:sp>
      <p:sp>
        <p:nvSpPr>
          <p:cNvPr id="8"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C07F411E-1884-4A39-88B6-D5CC0EDE110B}"/>
              </a:ext>
            </a:extLst>
          </p:cNvPr>
          <p:cNvSpPr>
            <a:spLocks noGrp="1"/>
          </p:cNvSpPr>
          <p:nvPr>
            <p:ph type="title" hasCustomPrompt="1"/>
          </p:nvPr>
        </p:nvSpPr>
        <p:spPr>
          <a:xfrm>
            <a:off x="5257801" y="311256"/>
            <a:ext cx="2286000" cy="1295400"/>
          </a:xfrm>
          <a:prstGeom prst="rect">
            <a:avLst/>
          </a:prstGeom>
        </p:spPr>
        <p:txBody>
          <a:bodyPr>
            <a:normAutofit/>
          </a:bodyPr>
          <a:lstStyle>
            <a:lvl1pPr algn="ctr">
              <a:defRPr sz="1667"/>
            </a:lvl1pPr>
          </a:lstStyle>
          <a:p>
            <a:r>
              <a:rPr lang="en-US"/>
              <a:t>CLIENT LOGO</a:t>
            </a:r>
          </a:p>
        </p:txBody>
      </p:sp>
      <p:sp>
        <p:nvSpPr>
          <p:cNvPr id="2" name="Rectangle 1">
            <a:extLst>
              <a:ext uri="{FF2B5EF4-FFF2-40B4-BE49-F238E27FC236}">
                <a16:creationId xmlns:a16="http://schemas.microsoft.com/office/drawing/2014/main" id="{F3AB2B38-F5E7-4256-89C8-77B4D019BD98}"/>
              </a:ext>
            </a:extLst>
          </p:cNvPr>
          <p:cNvSpPr/>
          <p:nvPr userDrawn="1"/>
        </p:nvSpPr>
        <p:spPr>
          <a:xfrm flipV="1">
            <a:off x="0" y="7162800"/>
            <a:ext cx="12801600"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Tree>
    <p:extLst>
      <p:ext uri="{BB962C8B-B14F-4D97-AF65-F5344CB8AC3E}">
        <p14:creationId xmlns:p14="http://schemas.microsoft.com/office/powerpoint/2010/main" val="164627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 - White / AB Logo">
    <p:spTree>
      <p:nvGrpSpPr>
        <p:cNvPr id="1" name=""/>
        <p:cNvGrpSpPr/>
        <p:nvPr/>
      </p:nvGrpSpPr>
      <p:grpSpPr>
        <a:xfrm>
          <a:off x="0" y="0"/>
          <a:ext cx="0" cy="0"/>
          <a:chOff x="0" y="0"/>
          <a:chExt cx="0" cy="0"/>
        </a:xfrm>
      </p:grpSpPr>
      <p:sp>
        <p:nvSpPr>
          <p:cNvPr id="10" name="Rectangle 9"/>
          <p:cNvSpPr/>
          <p:nvPr userDrawn="1"/>
        </p:nvSpPr>
        <p:spPr>
          <a:xfrm>
            <a:off x="7914902" y="1"/>
            <a:ext cx="4886698"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15" name="Pentagon 14"/>
          <p:cNvSpPr/>
          <p:nvPr userDrawn="1"/>
        </p:nvSpPr>
        <p:spPr>
          <a:xfrm rot="10800000">
            <a:off x="7482639" y="3124201"/>
            <a:ext cx="899361" cy="99060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2" name="Title 1"/>
          <p:cNvSpPr>
            <a:spLocks noGrp="1"/>
          </p:cNvSpPr>
          <p:nvPr>
            <p:ph type="ctrTitle" hasCustomPrompt="1"/>
          </p:nvPr>
        </p:nvSpPr>
        <p:spPr>
          <a:xfrm>
            <a:off x="8040958" y="2055405"/>
            <a:ext cx="4679871" cy="2133600"/>
          </a:xfrm>
          <a:prstGeom prst="rect">
            <a:avLst/>
          </a:prstGeom>
        </p:spPr>
        <p:txBody>
          <a:bodyPr>
            <a:noAutofit/>
          </a:bodyPr>
          <a:lstStyle>
            <a:lvl1pPr marL="0" algn="ctr" defTabSz="1089257" rtl="0" eaLnBrk="1" latinLnBrk="0" hangingPunct="1">
              <a:spcBef>
                <a:spcPct val="0"/>
              </a:spcBef>
              <a:buNone/>
              <a:defRPr lang="en-US" sz="2595" kern="1200" dirty="0">
                <a:solidFill>
                  <a:schemeClr val="tx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8056792" y="4327506"/>
            <a:ext cx="4648200" cy="471099"/>
          </a:xfrm>
        </p:spPr>
        <p:txBody>
          <a:bodyPr>
            <a:noAutofit/>
          </a:bodyPr>
          <a:lstStyle>
            <a:lvl1pPr marL="0" indent="0" algn="ctr">
              <a:buNone/>
              <a:defRPr>
                <a:solidFill>
                  <a:schemeClr val="tx1">
                    <a:tint val="75000"/>
                  </a:schemeClr>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Click to edit Master subtitle style</a:t>
            </a:r>
          </a:p>
        </p:txBody>
      </p:sp>
      <p:sp>
        <p:nvSpPr>
          <p:cNvPr id="8"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Text Placeholder 6">
            <a:extLst>
              <a:ext uri="{FF2B5EF4-FFF2-40B4-BE49-F238E27FC236}">
                <a16:creationId xmlns:a16="http://schemas.microsoft.com/office/drawing/2014/main" id="{B4184AC2-F08B-4500-B606-099CA559D5F8}"/>
              </a:ext>
            </a:extLst>
          </p:cNvPr>
          <p:cNvSpPr>
            <a:spLocks noGrp="1"/>
          </p:cNvSpPr>
          <p:nvPr>
            <p:ph type="body" sz="quarter" idx="10" hasCustomPrompt="1"/>
          </p:nvPr>
        </p:nvSpPr>
        <p:spPr>
          <a:xfrm>
            <a:off x="9009292" y="5212080"/>
            <a:ext cx="2743200" cy="274320"/>
          </a:xfrm>
        </p:spPr>
        <p:txBody>
          <a:bodyPr anchor="ctr">
            <a:noAutofit/>
          </a:bodyPr>
          <a:lstStyle>
            <a:lvl1pPr marL="0" indent="0" algn="ctr">
              <a:buNone/>
              <a:defRPr sz="1112" i="1">
                <a:solidFill>
                  <a:schemeClr val="accent2"/>
                </a:solidFill>
              </a:defRPr>
            </a:lvl1pPr>
          </a:lstStyle>
          <a:p>
            <a:pPr lvl="0"/>
            <a:r>
              <a:rPr lang="en-US"/>
              <a:t>Date</a:t>
            </a:r>
          </a:p>
        </p:txBody>
      </p:sp>
      <p:sp>
        <p:nvSpPr>
          <p:cNvPr id="5" name="Picture Placeholder 4">
            <a:extLst>
              <a:ext uri="{FF2B5EF4-FFF2-40B4-BE49-F238E27FC236}">
                <a16:creationId xmlns:a16="http://schemas.microsoft.com/office/drawing/2014/main" id="{86B08FD4-9367-4576-B4D8-BABB1193E2F5}"/>
              </a:ext>
            </a:extLst>
          </p:cNvPr>
          <p:cNvSpPr>
            <a:spLocks noGrp="1"/>
          </p:cNvSpPr>
          <p:nvPr>
            <p:ph type="pic" sz="quarter" idx="11" hasCustomPrompt="1"/>
          </p:nvPr>
        </p:nvSpPr>
        <p:spPr>
          <a:xfrm>
            <a:off x="9223606" y="232362"/>
            <a:ext cx="2314575" cy="1406358"/>
          </a:xfrm>
        </p:spPr>
        <p:txBody>
          <a:bodyPr anchor="ctr"/>
          <a:lstStyle>
            <a:lvl1pPr marL="0" indent="0" algn="ctr">
              <a:buNone/>
              <a:defRPr/>
            </a:lvl1pPr>
          </a:lstStyle>
          <a:p>
            <a:r>
              <a:rPr lang="en-US"/>
              <a:t>Client Logo</a:t>
            </a:r>
          </a:p>
        </p:txBody>
      </p:sp>
      <p:sp>
        <p:nvSpPr>
          <p:cNvPr id="20" name="Content Placeholder 9">
            <a:extLst>
              <a:ext uri="{FF2B5EF4-FFF2-40B4-BE49-F238E27FC236}">
                <a16:creationId xmlns:a16="http://schemas.microsoft.com/office/drawing/2014/main" id="{C8E58D18-0F4A-4C7E-A47B-9AC6444F1A49}"/>
              </a:ext>
            </a:extLst>
          </p:cNvPr>
          <p:cNvSpPr>
            <a:spLocks noGrp="1"/>
          </p:cNvSpPr>
          <p:nvPr>
            <p:ph sz="quarter" idx="12" hasCustomPrompt="1"/>
          </p:nvPr>
        </p:nvSpPr>
        <p:spPr>
          <a:xfrm>
            <a:off x="1" y="1"/>
            <a:ext cx="7918704" cy="7238996"/>
          </a:xfrm>
        </p:spPr>
        <p:txBody>
          <a:bodyPr/>
          <a:lstStyle>
            <a:lvl1pPr marL="161793" indent="-161793">
              <a:lnSpc>
                <a:spcPct val="100000"/>
              </a:lnSpc>
              <a:spcBef>
                <a:spcPts val="0"/>
              </a:spcBef>
              <a:spcAft>
                <a:spcPts val="0"/>
              </a:spcAft>
              <a:defRPr/>
            </a:lvl1pPr>
            <a:lvl2pPr marL="738367" indent="-194152">
              <a:lnSpc>
                <a:spcPct val="100000"/>
              </a:lnSpc>
              <a:spcBef>
                <a:spcPts val="0"/>
              </a:spcBef>
              <a:spcAft>
                <a:spcPts val="0"/>
              </a:spcAft>
              <a:defRPr/>
            </a:lvl2pPr>
            <a:lvl3pPr marL="1270815" indent="-182385">
              <a:lnSpc>
                <a:spcPct val="100000"/>
              </a:lnSpc>
              <a:spcBef>
                <a:spcPts val="0"/>
              </a:spcBef>
              <a:spcAft>
                <a:spcPts val="0"/>
              </a:spcAft>
              <a:defRPr/>
            </a:lvl3pPr>
            <a:lvl4pPr marL="1856213" indent="-223569">
              <a:lnSpc>
                <a:spcPct val="100000"/>
              </a:lnSpc>
              <a:spcBef>
                <a:spcPts val="0"/>
              </a:spcBef>
              <a:spcAft>
                <a:spcPts val="0"/>
              </a:spcAft>
              <a:defRPr/>
            </a:lvl4pPr>
            <a:lvl5pPr marL="2334240" indent="-155910">
              <a:lnSpc>
                <a:spcPct val="100000"/>
              </a:lnSpc>
              <a:spcBef>
                <a:spcPts val="0"/>
              </a:spcBef>
              <a:spcAft>
                <a:spcPts val="0"/>
              </a:spcAft>
              <a:defRPr/>
            </a:lvl5pPr>
          </a:lstStyle>
          <a:p>
            <a:pPr lvl="0"/>
            <a:r>
              <a:rPr lang="en-US"/>
              <a:t>Photo here: 7.92 x 8.66 then send to back</a:t>
            </a:r>
          </a:p>
        </p:txBody>
      </p:sp>
      <p:pic>
        <p:nvPicPr>
          <p:cNvPr id="11" name="Picture 10">
            <a:extLst>
              <a:ext uri="{FF2B5EF4-FFF2-40B4-BE49-F238E27FC236}">
                <a16:creationId xmlns:a16="http://schemas.microsoft.com/office/drawing/2014/main" id="{E5640B3A-52CE-4E2E-9739-AA09D94EA0E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5132" b="31224"/>
          <a:stretch/>
        </p:blipFill>
        <p:spPr>
          <a:xfrm>
            <a:off x="8140680" y="5835690"/>
            <a:ext cx="2101884" cy="869910"/>
          </a:xfrm>
          <a:prstGeom prst="rect">
            <a:avLst/>
          </a:prstGeom>
        </p:spPr>
      </p:pic>
      <p:pic>
        <p:nvPicPr>
          <p:cNvPr id="12" name="Picture 11">
            <a:extLst>
              <a:ext uri="{FF2B5EF4-FFF2-40B4-BE49-F238E27FC236}">
                <a16:creationId xmlns:a16="http://schemas.microsoft.com/office/drawing/2014/main" id="{3F68E4E1-B065-495D-B9EF-0A4C4268681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668000" y="5991631"/>
            <a:ext cx="1905000" cy="558031"/>
          </a:xfrm>
          <a:prstGeom prst="rect">
            <a:avLst/>
          </a:prstGeom>
        </p:spPr>
      </p:pic>
    </p:spTree>
    <p:extLst>
      <p:ext uri="{BB962C8B-B14F-4D97-AF65-F5344CB8AC3E}">
        <p14:creationId xmlns:p14="http://schemas.microsoft.com/office/powerpoint/2010/main" val="454161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 Dark / 2 Logos">
    <p:spTree>
      <p:nvGrpSpPr>
        <p:cNvPr id="1" name=""/>
        <p:cNvGrpSpPr/>
        <p:nvPr/>
      </p:nvGrpSpPr>
      <p:grpSpPr>
        <a:xfrm>
          <a:off x="0" y="0"/>
          <a:ext cx="0" cy="0"/>
          <a:chOff x="0" y="0"/>
          <a:chExt cx="0" cy="0"/>
        </a:xfrm>
      </p:grpSpPr>
      <p:sp>
        <p:nvSpPr>
          <p:cNvPr id="17" name="Content Placeholder 9">
            <a:extLst>
              <a:ext uri="{FF2B5EF4-FFF2-40B4-BE49-F238E27FC236}">
                <a16:creationId xmlns:a16="http://schemas.microsoft.com/office/drawing/2014/main" id="{AAA19B68-6FA9-4E3C-B228-1B4E621358C4}"/>
              </a:ext>
            </a:extLst>
          </p:cNvPr>
          <p:cNvSpPr>
            <a:spLocks noGrp="1"/>
          </p:cNvSpPr>
          <p:nvPr>
            <p:ph sz="quarter" idx="12" hasCustomPrompt="1"/>
          </p:nvPr>
        </p:nvSpPr>
        <p:spPr>
          <a:xfrm>
            <a:off x="1" y="1"/>
            <a:ext cx="7918704" cy="7238996"/>
          </a:xfrm>
        </p:spPr>
        <p:txBody>
          <a:bodyPr/>
          <a:lstStyle>
            <a:lvl1pPr marL="161793" indent="-161793">
              <a:lnSpc>
                <a:spcPct val="100000"/>
              </a:lnSpc>
              <a:spcBef>
                <a:spcPts val="0"/>
              </a:spcBef>
              <a:spcAft>
                <a:spcPts val="0"/>
              </a:spcAft>
              <a:defRPr/>
            </a:lvl1pPr>
            <a:lvl2pPr marL="738367" indent="-194152">
              <a:lnSpc>
                <a:spcPct val="100000"/>
              </a:lnSpc>
              <a:spcBef>
                <a:spcPts val="0"/>
              </a:spcBef>
              <a:spcAft>
                <a:spcPts val="0"/>
              </a:spcAft>
              <a:defRPr/>
            </a:lvl2pPr>
            <a:lvl3pPr marL="1270815" indent="-182385">
              <a:lnSpc>
                <a:spcPct val="100000"/>
              </a:lnSpc>
              <a:spcBef>
                <a:spcPts val="0"/>
              </a:spcBef>
              <a:spcAft>
                <a:spcPts val="0"/>
              </a:spcAft>
              <a:defRPr/>
            </a:lvl3pPr>
            <a:lvl4pPr marL="1856213" indent="-223569">
              <a:lnSpc>
                <a:spcPct val="100000"/>
              </a:lnSpc>
              <a:spcBef>
                <a:spcPts val="0"/>
              </a:spcBef>
              <a:spcAft>
                <a:spcPts val="0"/>
              </a:spcAft>
              <a:defRPr/>
            </a:lvl4pPr>
            <a:lvl5pPr marL="2334240" indent="-155910">
              <a:lnSpc>
                <a:spcPct val="100000"/>
              </a:lnSpc>
              <a:spcBef>
                <a:spcPts val="0"/>
              </a:spcBef>
              <a:spcAft>
                <a:spcPts val="0"/>
              </a:spcAft>
              <a:defRPr/>
            </a:lvl5pPr>
          </a:lstStyle>
          <a:p>
            <a:pPr lvl="0"/>
            <a:r>
              <a:rPr lang="en-US"/>
              <a:t>Photo here: 7.92 x 8.66 then send to back</a:t>
            </a:r>
          </a:p>
        </p:txBody>
      </p:sp>
      <p:sp>
        <p:nvSpPr>
          <p:cNvPr id="10" name="Rectangle 9"/>
          <p:cNvSpPr/>
          <p:nvPr userDrawn="1"/>
        </p:nvSpPr>
        <p:spPr>
          <a:xfrm>
            <a:off x="7914902" y="1"/>
            <a:ext cx="4886698"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2" name="Title 1"/>
          <p:cNvSpPr>
            <a:spLocks noGrp="1"/>
          </p:cNvSpPr>
          <p:nvPr>
            <p:ph type="ctrTitle" hasCustomPrompt="1"/>
          </p:nvPr>
        </p:nvSpPr>
        <p:spPr>
          <a:xfrm>
            <a:off x="8037577" y="2057400"/>
            <a:ext cx="4679871" cy="2133600"/>
          </a:xfrm>
          <a:prstGeom prst="rect">
            <a:avLst/>
          </a:prstGeom>
        </p:spPr>
        <p:txBody>
          <a:bodyPr>
            <a:noAutofit/>
          </a:bodyPr>
          <a:lstStyle>
            <a:lvl1pPr marL="0" algn="ctr" defTabSz="1089257" rtl="0" eaLnBrk="1" latinLnBrk="0" hangingPunct="1">
              <a:spcBef>
                <a:spcPct val="0"/>
              </a:spcBef>
              <a:buNone/>
              <a:defRPr lang="en-US" sz="2595" kern="1200" dirty="0">
                <a:solidFill>
                  <a:schemeClr val="bg1"/>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8053411" y="4325113"/>
            <a:ext cx="4648200" cy="471099"/>
          </a:xfrm>
        </p:spPr>
        <p:txBody>
          <a:bodyPr>
            <a:noAutofit/>
          </a:bodyPr>
          <a:lstStyle>
            <a:lvl1pPr marL="0" indent="0" algn="ctr">
              <a:buNone/>
              <a:defRPr>
                <a:solidFill>
                  <a:schemeClr val="bg1">
                    <a:lumMod val="95000"/>
                  </a:schemeClr>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Click to edit Master subtitle style</a:t>
            </a:r>
          </a:p>
        </p:txBody>
      </p:sp>
      <p:sp>
        <p:nvSpPr>
          <p:cNvPr id="8"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3" name="Text Placeholder 6">
            <a:extLst>
              <a:ext uri="{FF2B5EF4-FFF2-40B4-BE49-F238E27FC236}">
                <a16:creationId xmlns:a16="http://schemas.microsoft.com/office/drawing/2014/main" id="{542FE23D-A41F-475E-9852-E31A33BA203B}"/>
              </a:ext>
            </a:extLst>
          </p:cNvPr>
          <p:cNvSpPr>
            <a:spLocks noGrp="1"/>
          </p:cNvSpPr>
          <p:nvPr>
            <p:ph type="body" sz="quarter" idx="10" hasCustomPrompt="1"/>
          </p:nvPr>
        </p:nvSpPr>
        <p:spPr>
          <a:xfrm>
            <a:off x="9005911" y="5212080"/>
            <a:ext cx="2743200" cy="274320"/>
          </a:xfrm>
        </p:spPr>
        <p:txBody>
          <a:bodyPr anchor="ctr">
            <a:noAutofit/>
          </a:bodyPr>
          <a:lstStyle>
            <a:lvl1pPr marL="0" indent="0" algn="ctr">
              <a:buNone/>
              <a:defRPr sz="1112" i="1">
                <a:solidFill>
                  <a:schemeClr val="accent2"/>
                </a:solidFill>
              </a:defRPr>
            </a:lvl1pPr>
          </a:lstStyle>
          <a:p>
            <a:pPr lvl="0"/>
            <a:r>
              <a:rPr lang="en-US"/>
              <a:t>Date</a:t>
            </a:r>
          </a:p>
        </p:txBody>
      </p:sp>
      <p:sp>
        <p:nvSpPr>
          <p:cNvPr id="14" name="Picture Placeholder 4">
            <a:extLst>
              <a:ext uri="{FF2B5EF4-FFF2-40B4-BE49-F238E27FC236}">
                <a16:creationId xmlns:a16="http://schemas.microsoft.com/office/drawing/2014/main" id="{0DCFDD51-D9BA-4144-AEF9-D909202E566E}"/>
              </a:ext>
            </a:extLst>
          </p:cNvPr>
          <p:cNvSpPr>
            <a:spLocks noGrp="1"/>
          </p:cNvSpPr>
          <p:nvPr>
            <p:ph type="pic" sz="quarter" idx="11" hasCustomPrompt="1"/>
          </p:nvPr>
        </p:nvSpPr>
        <p:spPr>
          <a:xfrm>
            <a:off x="9220225" y="232362"/>
            <a:ext cx="2314575" cy="1406358"/>
          </a:xfrm>
        </p:spPr>
        <p:txBody>
          <a:bodyPr anchor="ctr"/>
          <a:lstStyle>
            <a:lvl1pPr marL="0" indent="0" algn="ctr">
              <a:buNone/>
              <a:defRPr>
                <a:solidFill>
                  <a:schemeClr val="bg1"/>
                </a:solidFill>
              </a:defRPr>
            </a:lvl1pPr>
          </a:lstStyle>
          <a:p>
            <a:r>
              <a:rPr lang="en-US"/>
              <a:t>Client Logo</a:t>
            </a:r>
          </a:p>
        </p:txBody>
      </p:sp>
      <p:pic>
        <p:nvPicPr>
          <p:cNvPr id="12" name="Picture 11">
            <a:extLst>
              <a:ext uri="{FF2B5EF4-FFF2-40B4-BE49-F238E27FC236}">
                <a16:creationId xmlns:a16="http://schemas.microsoft.com/office/drawing/2014/main" id="{C8E87B25-80EB-4232-B456-DD8FD02A58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68000" y="6000544"/>
            <a:ext cx="1898146" cy="558054"/>
          </a:xfrm>
          <a:prstGeom prst="rect">
            <a:avLst/>
          </a:prstGeom>
        </p:spPr>
      </p:pic>
      <p:pic>
        <p:nvPicPr>
          <p:cNvPr id="15" name="Picture 14">
            <a:extLst>
              <a:ext uri="{FF2B5EF4-FFF2-40B4-BE49-F238E27FC236}">
                <a16:creationId xmlns:a16="http://schemas.microsoft.com/office/drawing/2014/main" id="{1ABCE6F8-872D-4AEB-A0EE-CD2DCEC767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209021" y="5929741"/>
            <a:ext cx="1985597" cy="699660"/>
          </a:xfrm>
          <a:prstGeom prst="rect">
            <a:avLst/>
          </a:prstGeom>
        </p:spPr>
      </p:pic>
    </p:spTree>
    <p:extLst>
      <p:ext uri="{BB962C8B-B14F-4D97-AF65-F5344CB8AC3E}">
        <p14:creationId xmlns:p14="http://schemas.microsoft.com/office/powerpoint/2010/main" val="29300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39140" y="1673425"/>
            <a:ext cx="11323320" cy="526077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1507">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C07F411E-1884-4A39-88B6-D5CC0EDE110B}"/>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6" name="Subtitle 2">
            <a:extLst>
              <a:ext uri="{FF2B5EF4-FFF2-40B4-BE49-F238E27FC236}">
                <a16:creationId xmlns:a16="http://schemas.microsoft.com/office/drawing/2014/main" id="{39A16184-E09D-4FF2-9192-40515C02CF6F}"/>
              </a:ext>
            </a:extLst>
          </p:cNvPr>
          <p:cNvSpPr>
            <a:spLocks noGrp="1"/>
          </p:cNvSpPr>
          <p:nvPr>
            <p:ph type="subTitle" idx="10"/>
          </p:nvPr>
        </p:nvSpPr>
        <p:spPr>
          <a:xfrm>
            <a:off x="731034" y="6934201"/>
            <a:ext cx="11331426" cy="289516"/>
          </a:xfrm>
        </p:spPr>
        <p:txBody>
          <a:bodyPr anchor="b">
            <a:normAutofit/>
          </a:bodyPr>
          <a:lstStyle>
            <a:lvl1pPr marL="0" indent="0" algn="l">
              <a:buNone/>
              <a:defRPr sz="741">
                <a:solidFill>
                  <a:schemeClr val="bg1">
                    <a:lumMod val="50000"/>
                  </a:schemeClr>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632424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Subtitle 2">
            <a:extLst>
              <a:ext uri="{FF2B5EF4-FFF2-40B4-BE49-F238E27FC236}">
                <a16:creationId xmlns:a16="http://schemas.microsoft.com/office/drawing/2014/main" id="{D06DA704-D317-4C7F-BEC1-02E13E9A85A4}"/>
              </a:ext>
            </a:extLst>
          </p:cNvPr>
          <p:cNvSpPr>
            <a:spLocks noGrp="1"/>
          </p:cNvSpPr>
          <p:nvPr>
            <p:ph type="subTitle" idx="10"/>
          </p:nvPr>
        </p:nvSpPr>
        <p:spPr>
          <a:xfrm>
            <a:off x="731034" y="6934201"/>
            <a:ext cx="11331426" cy="289516"/>
          </a:xfrm>
        </p:spPr>
        <p:txBody>
          <a:bodyPr anchor="b">
            <a:normAutofit/>
          </a:bodyPr>
          <a:lstStyle>
            <a:lvl1pPr marL="0" indent="0" algn="l">
              <a:buNone/>
              <a:defRPr sz="741">
                <a:solidFill>
                  <a:schemeClr val="bg1">
                    <a:lumMod val="50000"/>
                  </a:schemeClr>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Click to edit Master subtitle style</a:t>
            </a:r>
          </a:p>
        </p:txBody>
      </p:sp>
      <p:sp>
        <p:nvSpPr>
          <p:cNvPr id="8" name="Title 1">
            <a:extLst>
              <a:ext uri="{FF2B5EF4-FFF2-40B4-BE49-F238E27FC236}">
                <a16:creationId xmlns:a16="http://schemas.microsoft.com/office/drawing/2014/main" id="{B029EE9C-248A-4490-BB13-5872BE5CCCC4}"/>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1" name="Content Placeholder 2">
            <a:extLst>
              <a:ext uri="{FF2B5EF4-FFF2-40B4-BE49-F238E27FC236}">
                <a16:creationId xmlns:a16="http://schemas.microsoft.com/office/drawing/2014/main" id="{C43C72CD-E97F-416A-ADC1-B5F95A12B0EE}"/>
              </a:ext>
            </a:extLst>
          </p:cNvPr>
          <p:cNvSpPr>
            <a:spLocks noGrp="1"/>
          </p:cNvSpPr>
          <p:nvPr>
            <p:ph idx="11"/>
          </p:nvPr>
        </p:nvSpPr>
        <p:spPr>
          <a:xfrm>
            <a:off x="739141" y="1678288"/>
            <a:ext cx="5486400" cy="5260776"/>
          </a:xfrm>
        </p:spPr>
        <p:txBody>
          <a:bodyPr>
            <a:noAutofit/>
          </a:bodyPr>
          <a:lstStyle>
            <a:lvl1pPr marL="161793" indent="-161793" algn="l" defTabSz="847210" rtl="0" eaLnBrk="1" latinLnBrk="0" hangingPunct="1">
              <a:lnSpc>
                <a:spcPct val="100000"/>
              </a:lnSpc>
              <a:spcBef>
                <a:spcPts val="0"/>
              </a:spcBef>
              <a:spcAft>
                <a:spcPts val="0"/>
              </a:spcAft>
              <a:defRPr lang="en-US" sz="1853" kern="1200" dirty="0" smtClean="0">
                <a:solidFill>
                  <a:schemeClr val="tx1">
                    <a:lumMod val="50000"/>
                  </a:schemeClr>
                </a:solidFill>
                <a:latin typeface="+mn-lt"/>
                <a:ea typeface="+mn-ea"/>
                <a:cs typeface="+mn-cs"/>
              </a:defRPr>
            </a:lvl1pPr>
            <a:lvl2pPr marL="478027" indent="-248574" algn="l" defTabSz="847210" rtl="0" eaLnBrk="1" latinLnBrk="0" hangingPunct="1">
              <a:lnSpc>
                <a:spcPct val="100000"/>
              </a:lnSpc>
              <a:spcBef>
                <a:spcPts val="0"/>
              </a:spcBef>
              <a:spcAft>
                <a:spcPts val="0"/>
              </a:spcAft>
              <a:defRPr lang="en-US" sz="1853" kern="1200" dirty="0" smtClean="0">
                <a:solidFill>
                  <a:schemeClr val="tx1">
                    <a:lumMod val="50000"/>
                  </a:schemeClr>
                </a:solidFill>
                <a:latin typeface="+mn-lt"/>
                <a:ea typeface="+mn-ea"/>
                <a:cs typeface="+mn-cs"/>
              </a:defRPr>
            </a:lvl2pPr>
            <a:lvl3pPr marL="685416" indent="-182385" algn="l" defTabSz="847210" rtl="0" eaLnBrk="1" latinLnBrk="0" hangingPunct="1">
              <a:lnSpc>
                <a:spcPct val="100000"/>
              </a:lnSpc>
              <a:spcBef>
                <a:spcPts val="0"/>
              </a:spcBef>
              <a:spcAft>
                <a:spcPts val="0"/>
              </a:spcAft>
              <a:defRPr lang="en-US" sz="1853" kern="1200" dirty="0" smtClean="0">
                <a:solidFill>
                  <a:schemeClr val="tx1">
                    <a:lumMod val="50000"/>
                  </a:schemeClr>
                </a:solidFill>
                <a:latin typeface="+mn-lt"/>
                <a:ea typeface="+mn-ea"/>
                <a:cs typeface="+mn-cs"/>
              </a:defRPr>
            </a:lvl3pPr>
            <a:lvl4pPr marL="956053" indent="-223569" algn="l" defTabSz="847210" rtl="0" eaLnBrk="1" latinLnBrk="0" hangingPunct="1">
              <a:lnSpc>
                <a:spcPct val="100000"/>
              </a:lnSpc>
              <a:spcBef>
                <a:spcPts val="0"/>
              </a:spcBef>
              <a:spcAft>
                <a:spcPts val="0"/>
              </a:spcAft>
              <a:defRPr lang="en-US" sz="1853" kern="1200" dirty="0" smtClean="0">
                <a:solidFill>
                  <a:schemeClr val="tx1">
                    <a:lumMod val="50000"/>
                  </a:schemeClr>
                </a:solidFill>
                <a:latin typeface="+mn-lt"/>
                <a:ea typeface="+mn-ea"/>
                <a:cs typeface="+mn-cs"/>
              </a:defRPr>
            </a:lvl4pPr>
            <a:lvl5pPr marL="1161972" indent="-208861" algn="l" defTabSz="847210" rtl="0" eaLnBrk="1" latinLnBrk="0" hangingPunct="1">
              <a:lnSpc>
                <a:spcPct val="100000"/>
              </a:lnSpc>
              <a:spcBef>
                <a:spcPts val="0"/>
              </a:spcBef>
              <a:spcAft>
                <a:spcPts val="0"/>
              </a:spcAft>
              <a:defRPr lang="en-US" sz="1853" kern="1200" dirty="0">
                <a:solidFill>
                  <a:schemeClr val="tx1">
                    <a:lumMod val="50000"/>
                  </a:schemeClr>
                </a:solidFill>
                <a:latin typeface="+mn-lt"/>
                <a:ea typeface="+mn-ea"/>
                <a:cs typeface="+mn-cs"/>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95C1B7B8-BE01-4667-81BB-0ADE2BEDD003}"/>
              </a:ext>
            </a:extLst>
          </p:cNvPr>
          <p:cNvSpPr>
            <a:spLocks noGrp="1"/>
          </p:cNvSpPr>
          <p:nvPr>
            <p:ph idx="12"/>
          </p:nvPr>
        </p:nvSpPr>
        <p:spPr>
          <a:xfrm>
            <a:off x="6584166" y="1678288"/>
            <a:ext cx="5486400" cy="526077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0288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7" name="Subtitle 2">
            <a:extLst>
              <a:ext uri="{FF2B5EF4-FFF2-40B4-BE49-F238E27FC236}">
                <a16:creationId xmlns:a16="http://schemas.microsoft.com/office/drawing/2014/main" id="{85D83062-905D-4328-B3DB-FEA448161D2A}"/>
              </a:ext>
            </a:extLst>
          </p:cNvPr>
          <p:cNvSpPr>
            <a:spLocks noGrp="1"/>
          </p:cNvSpPr>
          <p:nvPr>
            <p:ph type="subTitle" idx="11"/>
          </p:nvPr>
        </p:nvSpPr>
        <p:spPr>
          <a:xfrm>
            <a:off x="731034" y="6934201"/>
            <a:ext cx="11331426" cy="289516"/>
          </a:xfrm>
        </p:spPr>
        <p:txBody>
          <a:bodyPr anchor="b">
            <a:normAutofit/>
          </a:bodyPr>
          <a:lstStyle>
            <a:lvl1pPr marL="0" indent="0" algn="l">
              <a:buNone/>
              <a:defRPr sz="741">
                <a:solidFill>
                  <a:schemeClr val="bg1">
                    <a:lumMod val="50000"/>
                  </a:schemeClr>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Click to edit Master subtitle style</a:t>
            </a:r>
          </a:p>
        </p:txBody>
      </p:sp>
      <p:sp>
        <p:nvSpPr>
          <p:cNvPr id="8" name="Title 1">
            <a:extLst>
              <a:ext uri="{FF2B5EF4-FFF2-40B4-BE49-F238E27FC236}">
                <a16:creationId xmlns:a16="http://schemas.microsoft.com/office/drawing/2014/main" id="{BB848D4D-C37A-438E-9176-B1210B369A3D}"/>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1" name="Content Placeholder 2">
            <a:extLst>
              <a:ext uri="{FF2B5EF4-FFF2-40B4-BE49-F238E27FC236}">
                <a16:creationId xmlns:a16="http://schemas.microsoft.com/office/drawing/2014/main" id="{1F3D58F9-D8C7-4207-BACD-C2A66E4C195B}"/>
              </a:ext>
            </a:extLst>
          </p:cNvPr>
          <p:cNvSpPr>
            <a:spLocks noGrp="1"/>
          </p:cNvSpPr>
          <p:nvPr>
            <p:ph idx="12"/>
          </p:nvPr>
        </p:nvSpPr>
        <p:spPr>
          <a:xfrm>
            <a:off x="739141" y="1677478"/>
            <a:ext cx="3502152" cy="526077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052EEC6-6219-415B-96B5-AECF8511B29B}"/>
              </a:ext>
            </a:extLst>
          </p:cNvPr>
          <p:cNvSpPr>
            <a:spLocks noGrp="1"/>
          </p:cNvSpPr>
          <p:nvPr>
            <p:ph idx="13"/>
          </p:nvPr>
        </p:nvSpPr>
        <p:spPr>
          <a:xfrm>
            <a:off x="4649725" y="1677478"/>
            <a:ext cx="3502152" cy="526077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C092B389-03D8-40EB-B3A4-D43027E592B7}"/>
              </a:ext>
            </a:extLst>
          </p:cNvPr>
          <p:cNvSpPr>
            <a:spLocks noGrp="1"/>
          </p:cNvSpPr>
          <p:nvPr>
            <p:ph idx="14"/>
          </p:nvPr>
        </p:nvSpPr>
        <p:spPr>
          <a:xfrm>
            <a:off x="8560308" y="1677478"/>
            <a:ext cx="3502152" cy="526077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9294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4" name="Rectangle 3"/>
          <p:cNvSpPr/>
          <p:nvPr userDrawn="1"/>
        </p:nvSpPr>
        <p:spPr>
          <a:xfrm>
            <a:off x="9271464" y="1"/>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11" name="Content Placeholder 2">
            <a:extLst>
              <a:ext uri="{FF2B5EF4-FFF2-40B4-BE49-F238E27FC236}">
                <a16:creationId xmlns:a16="http://schemas.microsoft.com/office/drawing/2014/main" id="{7ED81201-6152-4706-AB60-835B37DF6B5C}"/>
              </a:ext>
            </a:extLst>
          </p:cNvPr>
          <p:cNvSpPr>
            <a:spLocks noGrp="1"/>
          </p:cNvSpPr>
          <p:nvPr>
            <p:ph idx="19"/>
          </p:nvPr>
        </p:nvSpPr>
        <p:spPr>
          <a:xfrm>
            <a:off x="9477376" y="1905000"/>
            <a:ext cx="3099816" cy="4809744"/>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9479280" y="609600"/>
            <a:ext cx="3093720" cy="1295400"/>
          </a:xfrm>
          <a:prstGeom prst="rect">
            <a:avLst/>
          </a:prstGeom>
        </p:spPr>
        <p:txBody>
          <a:bodyPr>
            <a:noAutofit/>
          </a:bodyPr>
          <a:lstStyle>
            <a:lvl1pPr marL="0" algn="l" defTabSz="1089257" rtl="0" eaLnBrk="1" latinLnBrk="0" hangingPunct="1">
              <a:lnSpc>
                <a:spcPct val="100000"/>
              </a:lnSpc>
              <a:spcBef>
                <a:spcPct val="0"/>
              </a:spcBef>
              <a:spcAft>
                <a:spcPts val="0"/>
              </a:spcAft>
              <a:buNone/>
              <a:defRPr lang="en-US" sz="2224" b="1" kern="1200" dirty="0">
                <a:solidFill>
                  <a:schemeClr val="tx1"/>
                </a:solidFill>
                <a:latin typeface="+mj-lt"/>
                <a:ea typeface="+mj-ea"/>
                <a:cs typeface="+mj-cs"/>
              </a:defRPr>
            </a:lvl1pPr>
          </a:lstStyle>
          <a:p>
            <a:r>
              <a:rPr lang="en-US"/>
              <a:t>CLICK TO EDIT MASTER TITLE STYLE</a:t>
            </a:r>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13" name="Subtitle 2">
            <a:extLst>
              <a:ext uri="{FF2B5EF4-FFF2-40B4-BE49-F238E27FC236}">
                <a16:creationId xmlns:a16="http://schemas.microsoft.com/office/drawing/2014/main" id="{3D61FB14-0B00-41B0-A164-CAB24296E4EB}"/>
              </a:ext>
            </a:extLst>
          </p:cNvPr>
          <p:cNvSpPr>
            <a:spLocks noGrp="1"/>
          </p:cNvSpPr>
          <p:nvPr>
            <p:ph type="subTitle" idx="14"/>
          </p:nvPr>
        </p:nvSpPr>
        <p:spPr>
          <a:xfrm>
            <a:off x="731034" y="6934201"/>
            <a:ext cx="11331426" cy="289516"/>
          </a:xfrm>
        </p:spPr>
        <p:txBody>
          <a:bodyPr anchor="b">
            <a:normAutofit/>
          </a:bodyPr>
          <a:lstStyle>
            <a:lvl1pPr marL="0" indent="0" algn="l">
              <a:buNone/>
              <a:defRPr sz="741">
                <a:solidFill>
                  <a:schemeClr val="bg1">
                    <a:lumMod val="50000"/>
                  </a:schemeClr>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Click to edit Master subtitle style</a:t>
            </a:r>
          </a:p>
        </p:txBody>
      </p:sp>
      <p:sp>
        <p:nvSpPr>
          <p:cNvPr id="14" name="Content Placeholder 2">
            <a:extLst>
              <a:ext uri="{FF2B5EF4-FFF2-40B4-BE49-F238E27FC236}">
                <a16:creationId xmlns:a16="http://schemas.microsoft.com/office/drawing/2014/main" id="{D484A1A3-D4C8-4C5E-B714-710CF1B376BE}"/>
              </a:ext>
            </a:extLst>
          </p:cNvPr>
          <p:cNvSpPr>
            <a:spLocks noGrp="1"/>
          </p:cNvSpPr>
          <p:nvPr>
            <p:ph idx="15"/>
          </p:nvPr>
        </p:nvSpPr>
        <p:spPr>
          <a:xfrm>
            <a:off x="739141" y="610920"/>
            <a:ext cx="3986784" cy="2862072"/>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4AE60353-9F85-4C96-B068-A7D8BF350D5F}"/>
              </a:ext>
            </a:extLst>
          </p:cNvPr>
          <p:cNvSpPr>
            <a:spLocks noGrp="1"/>
          </p:cNvSpPr>
          <p:nvPr>
            <p:ph idx="16"/>
          </p:nvPr>
        </p:nvSpPr>
        <p:spPr>
          <a:xfrm>
            <a:off x="5111495" y="610920"/>
            <a:ext cx="3986783" cy="2862072"/>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1AB7689D-9499-4408-A6E9-C32F96747E5B}"/>
              </a:ext>
            </a:extLst>
          </p:cNvPr>
          <p:cNvSpPr>
            <a:spLocks noGrp="1"/>
          </p:cNvSpPr>
          <p:nvPr>
            <p:ph idx="17"/>
          </p:nvPr>
        </p:nvSpPr>
        <p:spPr>
          <a:xfrm>
            <a:off x="739141" y="3858768"/>
            <a:ext cx="3986784" cy="2862072"/>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DE5F23A8-4E9D-4C48-B5B2-E72DEC44AE50}"/>
              </a:ext>
            </a:extLst>
          </p:cNvPr>
          <p:cNvSpPr>
            <a:spLocks noGrp="1"/>
          </p:cNvSpPr>
          <p:nvPr>
            <p:ph idx="18"/>
          </p:nvPr>
        </p:nvSpPr>
        <p:spPr>
          <a:xfrm>
            <a:off x="5111495" y="3858768"/>
            <a:ext cx="3986783" cy="2862072"/>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037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ix Content">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2" name="Subtitle 2">
            <a:extLst>
              <a:ext uri="{FF2B5EF4-FFF2-40B4-BE49-F238E27FC236}">
                <a16:creationId xmlns:a16="http://schemas.microsoft.com/office/drawing/2014/main" id="{5254529B-95B5-4833-8598-0AAADA7A1646}"/>
              </a:ext>
            </a:extLst>
          </p:cNvPr>
          <p:cNvSpPr>
            <a:spLocks noGrp="1"/>
          </p:cNvSpPr>
          <p:nvPr>
            <p:ph type="subTitle" idx="14"/>
          </p:nvPr>
        </p:nvSpPr>
        <p:spPr>
          <a:xfrm>
            <a:off x="731034" y="6934201"/>
            <a:ext cx="11331426" cy="289516"/>
          </a:xfrm>
        </p:spPr>
        <p:txBody>
          <a:bodyPr anchor="b">
            <a:normAutofit/>
          </a:bodyPr>
          <a:lstStyle>
            <a:lvl1pPr marL="0" indent="0" algn="l">
              <a:buNone/>
              <a:defRPr sz="741">
                <a:solidFill>
                  <a:schemeClr val="bg1">
                    <a:lumMod val="50000"/>
                  </a:schemeClr>
                </a:solidFill>
              </a:defRPr>
            </a:lvl1pPr>
            <a:lvl2pPr marL="544629" indent="0" algn="ctr">
              <a:buNone/>
              <a:defRPr>
                <a:solidFill>
                  <a:schemeClr val="tx1">
                    <a:tint val="75000"/>
                  </a:schemeClr>
                </a:solidFill>
              </a:defRPr>
            </a:lvl2pPr>
            <a:lvl3pPr marL="1089257" indent="0" algn="ctr">
              <a:buNone/>
              <a:defRPr>
                <a:solidFill>
                  <a:schemeClr val="tx1">
                    <a:tint val="75000"/>
                  </a:schemeClr>
                </a:solidFill>
              </a:defRPr>
            </a:lvl3pPr>
            <a:lvl4pPr marL="1633886" indent="0" algn="ctr">
              <a:buNone/>
              <a:defRPr>
                <a:solidFill>
                  <a:schemeClr val="tx1">
                    <a:tint val="75000"/>
                  </a:schemeClr>
                </a:solidFill>
              </a:defRPr>
            </a:lvl4pPr>
            <a:lvl5pPr marL="2178516" indent="0" algn="ctr">
              <a:buNone/>
              <a:defRPr>
                <a:solidFill>
                  <a:schemeClr val="tx1">
                    <a:tint val="75000"/>
                  </a:schemeClr>
                </a:solidFill>
              </a:defRPr>
            </a:lvl5pPr>
            <a:lvl6pPr marL="2723145" indent="0" algn="ctr">
              <a:buNone/>
              <a:defRPr>
                <a:solidFill>
                  <a:schemeClr val="tx1">
                    <a:tint val="75000"/>
                  </a:schemeClr>
                </a:solidFill>
              </a:defRPr>
            </a:lvl6pPr>
            <a:lvl7pPr marL="3267773" indent="0" algn="ctr">
              <a:buNone/>
              <a:defRPr>
                <a:solidFill>
                  <a:schemeClr val="tx1">
                    <a:tint val="75000"/>
                  </a:schemeClr>
                </a:solidFill>
              </a:defRPr>
            </a:lvl7pPr>
            <a:lvl8pPr marL="3812402" indent="0" algn="ctr">
              <a:buNone/>
              <a:defRPr>
                <a:solidFill>
                  <a:schemeClr val="tx1">
                    <a:tint val="75000"/>
                  </a:schemeClr>
                </a:solidFill>
              </a:defRPr>
            </a:lvl8pPr>
            <a:lvl9pPr marL="4357031" indent="0" algn="ctr">
              <a:buNone/>
              <a:defRPr>
                <a:solidFill>
                  <a:schemeClr val="tx1">
                    <a:tint val="75000"/>
                  </a:schemeClr>
                </a:solidFill>
              </a:defRPr>
            </a:lvl9pPr>
          </a:lstStyle>
          <a:p>
            <a:r>
              <a:rPr lang="en-US"/>
              <a:t>Click to edit Master subtitle style</a:t>
            </a:r>
          </a:p>
        </p:txBody>
      </p:sp>
      <p:sp>
        <p:nvSpPr>
          <p:cNvPr id="11" name="Title 1">
            <a:extLst>
              <a:ext uri="{FF2B5EF4-FFF2-40B4-BE49-F238E27FC236}">
                <a16:creationId xmlns:a16="http://schemas.microsoft.com/office/drawing/2014/main" id="{63DC6D53-B198-4E6D-8C8D-5E777EB445CC}"/>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
        <p:nvSpPr>
          <p:cNvPr id="14" name="Content Placeholder 2">
            <a:extLst>
              <a:ext uri="{FF2B5EF4-FFF2-40B4-BE49-F238E27FC236}">
                <a16:creationId xmlns:a16="http://schemas.microsoft.com/office/drawing/2014/main" id="{FC771422-A3C6-456A-9CFF-CA9F96F29863}"/>
              </a:ext>
            </a:extLst>
          </p:cNvPr>
          <p:cNvSpPr>
            <a:spLocks noGrp="1"/>
          </p:cNvSpPr>
          <p:nvPr>
            <p:ph idx="15"/>
          </p:nvPr>
        </p:nvSpPr>
        <p:spPr>
          <a:xfrm>
            <a:off x="739141" y="1673425"/>
            <a:ext cx="3502152" cy="2483010"/>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8BDFD507-2CA9-495A-B222-4FC69AA0A977}"/>
              </a:ext>
            </a:extLst>
          </p:cNvPr>
          <p:cNvSpPr>
            <a:spLocks noGrp="1"/>
          </p:cNvSpPr>
          <p:nvPr>
            <p:ph idx="16"/>
          </p:nvPr>
        </p:nvSpPr>
        <p:spPr>
          <a:xfrm>
            <a:off x="4649725" y="1673425"/>
            <a:ext cx="3502152" cy="2483010"/>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C0CB394B-18A7-4034-9971-B4753DE87C58}"/>
              </a:ext>
            </a:extLst>
          </p:cNvPr>
          <p:cNvSpPr>
            <a:spLocks noGrp="1"/>
          </p:cNvSpPr>
          <p:nvPr>
            <p:ph idx="17"/>
          </p:nvPr>
        </p:nvSpPr>
        <p:spPr>
          <a:xfrm>
            <a:off x="8560308" y="1675953"/>
            <a:ext cx="3502152" cy="2477952"/>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8866564A-BD5F-4953-A0EA-F54C50B7B12A}"/>
              </a:ext>
            </a:extLst>
          </p:cNvPr>
          <p:cNvSpPr>
            <a:spLocks noGrp="1"/>
          </p:cNvSpPr>
          <p:nvPr>
            <p:ph idx="18"/>
          </p:nvPr>
        </p:nvSpPr>
        <p:spPr>
          <a:xfrm>
            <a:off x="739141" y="4306825"/>
            <a:ext cx="3502152" cy="2483010"/>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CC216FDD-D062-4F43-8EC7-EEC44133FDBA}"/>
              </a:ext>
            </a:extLst>
          </p:cNvPr>
          <p:cNvSpPr>
            <a:spLocks noGrp="1"/>
          </p:cNvSpPr>
          <p:nvPr>
            <p:ph idx="19"/>
          </p:nvPr>
        </p:nvSpPr>
        <p:spPr>
          <a:xfrm>
            <a:off x="4649725" y="4306825"/>
            <a:ext cx="3502152" cy="2483010"/>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631F01F-789A-4084-B50E-4CF3194918D6}"/>
              </a:ext>
            </a:extLst>
          </p:cNvPr>
          <p:cNvSpPr>
            <a:spLocks noGrp="1"/>
          </p:cNvSpPr>
          <p:nvPr>
            <p:ph idx="20"/>
          </p:nvPr>
        </p:nvSpPr>
        <p:spPr>
          <a:xfrm>
            <a:off x="8560308" y="4309353"/>
            <a:ext cx="3502152" cy="2477952"/>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31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5" name="Title 1">
            <a:extLst>
              <a:ext uri="{FF2B5EF4-FFF2-40B4-BE49-F238E27FC236}">
                <a16:creationId xmlns:a16="http://schemas.microsoft.com/office/drawing/2014/main" id="{7A160172-2BD4-4246-85AB-821B0F1ADD63}"/>
              </a:ext>
            </a:extLst>
          </p:cNvPr>
          <p:cNvSpPr>
            <a:spLocks noGrp="1"/>
          </p:cNvSpPr>
          <p:nvPr>
            <p:ph type="title" hasCustomPrompt="1"/>
          </p:nvPr>
        </p:nvSpPr>
        <p:spPr>
          <a:xfrm>
            <a:off x="739140" y="311256"/>
            <a:ext cx="11323320" cy="1295400"/>
          </a:xfrm>
          <a:prstGeom prst="rect">
            <a:avLst/>
          </a:prstGeom>
        </p:spPr>
        <p:txBody>
          <a:bodyPr/>
          <a:lstStyle>
            <a:lvl1pPr>
              <a:lnSpc>
                <a:spcPct val="100000"/>
              </a:lnSpc>
              <a:spcAft>
                <a:spcPts val="0"/>
              </a:spcAft>
              <a:defRPr b="1"/>
            </a:lvl1pPr>
          </a:lstStyle>
          <a:p>
            <a:r>
              <a:rPr lang="en-US"/>
              <a:t>CLICK TO EDIT MASTER TITLE STYLE</a:t>
            </a:r>
          </a:p>
        </p:txBody>
      </p:sp>
    </p:spTree>
    <p:extLst>
      <p:ext uri="{BB962C8B-B14F-4D97-AF65-F5344CB8AC3E}">
        <p14:creationId xmlns:p14="http://schemas.microsoft.com/office/powerpoint/2010/main" val="3708718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Tree>
    <p:extLst>
      <p:ext uri="{BB962C8B-B14F-4D97-AF65-F5344CB8AC3E}">
        <p14:creationId xmlns:p14="http://schemas.microsoft.com/office/powerpoint/2010/main" val="2963348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ap - White">
    <p:spTree>
      <p:nvGrpSpPr>
        <p:cNvPr id="1" name=""/>
        <p:cNvGrpSpPr/>
        <p:nvPr/>
      </p:nvGrpSpPr>
      <p:grpSpPr>
        <a:xfrm>
          <a:off x="0" y="0"/>
          <a:ext cx="0" cy="0"/>
          <a:chOff x="0" y="0"/>
          <a:chExt cx="0" cy="0"/>
        </a:xfrm>
      </p:grpSpPr>
      <p:sp>
        <p:nvSpPr>
          <p:cNvPr id="4" name="Rectangle 3"/>
          <p:cNvSpPr/>
          <p:nvPr userDrawn="1"/>
        </p:nvSpPr>
        <p:spPr>
          <a:xfrm>
            <a:off x="9271464" y="1"/>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9" name="Title 1">
            <a:extLst>
              <a:ext uri="{FF2B5EF4-FFF2-40B4-BE49-F238E27FC236}">
                <a16:creationId xmlns:a16="http://schemas.microsoft.com/office/drawing/2014/main" id="{00E9A6C1-4ED1-43A5-8B5E-394BAA83719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089257" rtl="0" eaLnBrk="1" latinLnBrk="0" hangingPunct="1">
              <a:lnSpc>
                <a:spcPct val="100000"/>
              </a:lnSpc>
              <a:spcBef>
                <a:spcPct val="0"/>
              </a:spcBef>
              <a:spcAft>
                <a:spcPts val="0"/>
              </a:spcAft>
              <a:buNone/>
              <a:defRPr lang="en-US" sz="2224" b="1" kern="1200" dirty="0">
                <a:solidFill>
                  <a:schemeClr val="tx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3E1D95FD-3E8D-4D81-9E89-582C50E8DB2A}"/>
              </a:ext>
            </a:extLst>
          </p:cNvPr>
          <p:cNvSpPr>
            <a:spLocks noGrp="1"/>
          </p:cNvSpPr>
          <p:nvPr>
            <p:ph sz="quarter" idx="11"/>
          </p:nvPr>
        </p:nvSpPr>
        <p:spPr>
          <a:xfrm>
            <a:off x="1" y="1"/>
            <a:ext cx="9271463" cy="723899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C3595C4F-EBF5-4894-BECC-79FD2DA3ED1F}"/>
              </a:ext>
            </a:extLst>
          </p:cNvPr>
          <p:cNvSpPr>
            <a:spLocks noGrp="1"/>
          </p:cNvSpPr>
          <p:nvPr>
            <p:ph sz="quarter" idx="12"/>
          </p:nvPr>
        </p:nvSpPr>
        <p:spPr>
          <a:xfrm>
            <a:off x="9482328" y="1901952"/>
            <a:ext cx="3099816" cy="4809744"/>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49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ap - White - 3 Side">
    <p:spTree>
      <p:nvGrpSpPr>
        <p:cNvPr id="1" name=""/>
        <p:cNvGrpSpPr/>
        <p:nvPr/>
      </p:nvGrpSpPr>
      <p:grpSpPr>
        <a:xfrm>
          <a:off x="0" y="0"/>
          <a:ext cx="0" cy="0"/>
          <a:chOff x="0" y="0"/>
          <a:chExt cx="0" cy="0"/>
        </a:xfrm>
      </p:grpSpPr>
      <p:sp>
        <p:nvSpPr>
          <p:cNvPr id="4" name="Rectangle 3"/>
          <p:cNvSpPr/>
          <p:nvPr userDrawn="1"/>
        </p:nvSpPr>
        <p:spPr>
          <a:xfrm>
            <a:off x="9271464" y="1"/>
            <a:ext cx="3530137"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9" name="Title 1">
            <a:extLst>
              <a:ext uri="{FF2B5EF4-FFF2-40B4-BE49-F238E27FC236}">
                <a16:creationId xmlns:a16="http://schemas.microsoft.com/office/drawing/2014/main" id="{00E9A6C1-4ED1-43A5-8B5E-394BAA837192}"/>
              </a:ext>
            </a:extLst>
          </p:cNvPr>
          <p:cNvSpPr>
            <a:spLocks noGrp="1"/>
          </p:cNvSpPr>
          <p:nvPr>
            <p:ph type="title" hasCustomPrompt="1"/>
          </p:nvPr>
        </p:nvSpPr>
        <p:spPr>
          <a:xfrm>
            <a:off x="9478327" y="609600"/>
            <a:ext cx="3093720" cy="1295400"/>
          </a:xfrm>
          <a:prstGeom prst="rect">
            <a:avLst/>
          </a:prstGeom>
        </p:spPr>
        <p:txBody>
          <a:bodyPr>
            <a:noAutofit/>
          </a:bodyPr>
          <a:lstStyle>
            <a:lvl1pPr marL="0" algn="l" defTabSz="1089257" rtl="0" eaLnBrk="1" latinLnBrk="0" hangingPunct="1">
              <a:lnSpc>
                <a:spcPct val="100000"/>
              </a:lnSpc>
              <a:spcBef>
                <a:spcPct val="0"/>
              </a:spcBef>
              <a:spcAft>
                <a:spcPts val="0"/>
              </a:spcAft>
              <a:buNone/>
              <a:defRPr lang="en-US" sz="2224" b="1" kern="1200" dirty="0">
                <a:solidFill>
                  <a:schemeClr val="tx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3E1D95FD-3E8D-4D81-9E89-582C50E8DB2A}"/>
              </a:ext>
            </a:extLst>
          </p:cNvPr>
          <p:cNvSpPr>
            <a:spLocks noGrp="1"/>
          </p:cNvSpPr>
          <p:nvPr>
            <p:ph sz="quarter" idx="11"/>
          </p:nvPr>
        </p:nvSpPr>
        <p:spPr>
          <a:xfrm>
            <a:off x="1" y="1"/>
            <a:ext cx="9271463" cy="723899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9">
            <a:extLst>
              <a:ext uri="{FF2B5EF4-FFF2-40B4-BE49-F238E27FC236}">
                <a16:creationId xmlns:a16="http://schemas.microsoft.com/office/drawing/2014/main" id="{8D3B3C02-592B-4C91-B3DB-BB0019149642}"/>
              </a:ext>
            </a:extLst>
          </p:cNvPr>
          <p:cNvSpPr>
            <a:spLocks noGrp="1"/>
          </p:cNvSpPr>
          <p:nvPr>
            <p:ph sz="quarter" idx="12"/>
          </p:nvPr>
        </p:nvSpPr>
        <p:spPr>
          <a:xfrm>
            <a:off x="9482328" y="1911096"/>
            <a:ext cx="3099816" cy="2404872"/>
          </a:xfrm>
        </p:spPr>
        <p:txBody>
          <a:bodyPr>
            <a:noAutofit/>
          </a:bodyPr>
          <a:lstStyle>
            <a:lvl1pPr marL="161793" indent="-161793">
              <a:lnSpc>
                <a:spcPct val="100000"/>
              </a:lnSpc>
              <a:spcBef>
                <a:spcPts val="0"/>
              </a:spcBef>
              <a:spcAft>
                <a:spcPts val="0"/>
              </a:spcAft>
              <a:defRPr sz="1483"/>
            </a:lvl1pPr>
            <a:lvl2pPr marL="478027" indent="-248574">
              <a:lnSpc>
                <a:spcPct val="100000"/>
              </a:lnSpc>
              <a:spcBef>
                <a:spcPts val="0"/>
              </a:spcBef>
              <a:spcAft>
                <a:spcPts val="0"/>
              </a:spcAft>
              <a:defRPr sz="1483"/>
            </a:lvl2pPr>
            <a:lvl3pPr marL="685416" indent="-182385">
              <a:lnSpc>
                <a:spcPct val="100000"/>
              </a:lnSpc>
              <a:spcBef>
                <a:spcPts val="0"/>
              </a:spcBef>
              <a:spcAft>
                <a:spcPts val="0"/>
              </a:spcAft>
              <a:defRPr sz="1483"/>
            </a:lvl3pPr>
            <a:lvl4pPr marL="956053" indent="-223569">
              <a:lnSpc>
                <a:spcPct val="100000"/>
              </a:lnSpc>
              <a:spcBef>
                <a:spcPts val="0"/>
              </a:spcBef>
              <a:spcAft>
                <a:spcPts val="0"/>
              </a:spcAft>
              <a:defRPr sz="1483"/>
            </a:lvl4pPr>
            <a:lvl5pPr marL="1161972" indent="-208861">
              <a:lnSpc>
                <a:spcPct val="100000"/>
              </a:lnSpc>
              <a:spcBef>
                <a:spcPts val="0"/>
              </a:spcBef>
              <a:spcAft>
                <a:spcPts val="0"/>
              </a:spcAft>
              <a:defRPr sz="148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3B74925-1DB5-4834-843A-F4B484008F11}"/>
              </a:ext>
            </a:extLst>
          </p:cNvPr>
          <p:cNvSpPr>
            <a:spLocks noGrp="1"/>
          </p:cNvSpPr>
          <p:nvPr>
            <p:ph sz="quarter" idx="13"/>
          </p:nvPr>
        </p:nvSpPr>
        <p:spPr>
          <a:xfrm>
            <a:off x="9482328" y="4352544"/>
            <a:ext cx="3099816" cy="2404872"/>
          </a:xfrm>
        </p:spPr>
        <p:txBody>
          <a:bodyPr>
            <a:noAutofit/>
          </a:bodyPr>
          <a:lstStyle>
            <a:lvl1pPr marL="161793" indent="-161793">
              <a:lnSpc>
                <a:spcPct val="100000"/>
              </a:lnSpc>
              <a:spcBef>
                <a:spcPts val="0"/>
              </a:spcBef>
              <a:spcAft>
                <a:spcPts val="0"/>
              </a:spcAft>
              <a:defRPr sz="1483"/>
            </a:lvl1pPr>
            <a:lvl2pPr marL="478027" indent="-248574">
              <a:lnSpc>
                <a:spcPct val="100000"/>
              </a:lnSpc>
              <a:spcBef>
                <a:spcPts val="0"/>
              </a:spcBef>
              <a:spcAft>
                <a:spcPts val="0"/>
              </a:spcAft>
              <a:defRPr sz="1483"/>
            </a:lvl2pPr>
            <a:lvl3pPr marL="685416" indent="-182385">
              <a:lnSpc>
                <a:spcPct val="100000"/>
              </a:lnSpc>
              <a:spcBef>
                <a:spcPts val="0"/>
              </a:spcBef>
              <a:spcAft>
                <a:spcPts val="0"/>
              </a:spcAft>
              <a:defRPr sz="1483"/>
            </a:lvl3pPr>
            <a:lvl4pPr marL="956053" indent="-223569">
              <a:lnSpc>
                <a:spcPct val="100000"/>
              </a:lnSpc>
              <a:spcBef>
                <a:spcPts val="0"/>
              </a:spcBef>
              <a:spcAft>
                <a:spcPts val="0"/>
              </a:spcAft>
              <a:defRPr sz="1483"/>
            </a:lvl4pPr>
            <a:lvl5pPr marL="1161972" indent="-208861">
              <a:lnSpc>
                <a:spcPct val="100000"/>
              </a:lnSpc>
              <a:spcBef>
                <a:spcPts val="0"/>
              </a:spcBef>
              <a:spcAft>
                <a:spcPts val="0"/>
              </a:spcAft>
              <a:defRPr sz="1483"/>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1083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ap - Dark">
    <p:spTree>
      <p:nvGrpSpPr>
        <p:cNvPr id="1" name=""/>
        <p:cNvGrpSpPr/>
        <p:nvPr/>
      </p:nvGrpSpPr>
      <p:grpSpPr>
        <a:xfrm>
          <a:off x="0" y="0"/>
          <a:ext cx="0" cy="0"/>
          <a:chOff x="0" y="0"/>
          <a:chExt cx="0" cy="0"/>
        </a:xfrm>
      </p:grpSpPr>
      <p:sp>
        <p:nvSpPr>
          <p:cNvPr id="4" name="Rectangle 3"/>
          <p:cNvSpPr/>
          <p:nvPr userDrawn="1"/>
        </p:nvSpPr>
        <p:spPr>
          <a:xfrm>
            <a:off x="9271464" y="1"/>
            <a:ext cx="3530137"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8" name="Title 1">
            <a:extLst>
              <a:ext uri="{FF2B5EF4-FFF2-40B4-BE49-F238E27FC236}">
                <a16:creationId xmlns:a16="http://schemas.microsoft.com/office/drawing/2014/main" id="{4C1D3105-F6DE-4554-B2D4-5604653CBBF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089257" rtl="0" eaLnBrk="1" latinLnBrk="0" hangingPunct="1">
              <a:lnSpc>
                <a:spcPct val="100000"/>
              </a:lnSpc>
              <a:spcBef>
                <a:spcPct val="0"/>
              </a:spcBef>
              <a:spcAft>
                <a:spcPts val="0"/>
              </a:spcAft>
              <a:buNone/>
              <a:defRPr lang="en-US" sz="2224" b="1" kern="1200" dirty="0">
                <a:solidFill>
                  <a:schemeClr val="bg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A08751EB-B0A7-4613-8752-E2DB50480646}"/>
              </a:ext>
            </a:extLst>
          </p:cNvPr>
          <p:cNvSpPr>
            <a:spLocks noGrp="1"/>
          </p:cNvSpPr>
          <p:nvPr>
            <p:ph sz="quarter" idx="11"/>
          </p:nvPr>
        </p:nvSpPr>
        <p:spPr>
          <a:xfrm>
            <a:off x="1" y="1"/>
            <a:ext cx="9271463" cy="723899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CB2B2847-DD7D-4212-880B-D7517D108BE4}"/>
              </a:ext>
            </a:extLst>
          </p:cNvPr>
          <p:cNvSpPr>
            <a:spLocks noGrp="1"/>
          </p:cNvSpPr>
          <p:nvPr>
            <p:ph sz="quarter" idx="12"/>
          </p:nvPr>
        </p:nvSpPr>
        <p:spPr>
          <a:xfrm>
            <a:off x="9482328" y="1901952"/>
            <a:ext cx="3099816" cy="4809744"/>
          </a:xfrm>
        </p:spPr>
        <p:txBody>
          <a:bodyPr>
            <a:noAutofit/>
          </a:bodyPr>
          <a:lstStyle>
            <a:lvl1pPr marL="161793" indent="-161793">
              <a:lnSpc>
                <a:spcPct val="100000"/>
              </a:lnSpc>
              <a:spcBef>
                <a:spcPts val="0"/>
              </a:spcBef>
              <a:spcAft>
                <a:spcPts val="0"/>
              </a:spcAft>
              <a:defRPr>
                <a:solidFill>
                  <a:schemeClr val="bg1"/>
                </a:solidFill>
              </a:defRPr>
            </a:lvl1pPr>
            <a:lvl2pPr marL="478027" indent="-248574">
              <a:lnSpc>
                <a:spcPct val="100000"/>
              </a:lnSpc>
              <a:spcBef>
                <a:spcPts val="0"/>
              </a:spcBef>
              <a:spcAft>
                <a:spcPts val="0"/>
              </a:spcAft>
              <a:defRPr>
                <a:solidFill>
                  <a:schemeClr val="bg1"/>
                </a:solidFill>
              </a:defRPr>
            </a:lvl2pPr>
            <a:lvl3pPr marL="685416" indent="-182385">
              <a:lnSpc>
                <a:spcPct val="100000"/>
              </a:lnSpc>
              <a:spcBef>
                <a:spcPts val="0"/>
              </a:spcBef>
              <a:spcAft>
                <a:spcPts val="0"/>
              </a:spcAft>
              <a:defRPr>
                <a:solidFill>
                  <a:schemeClr val="bg1"/>
                </a:solidFill>
              </a:defRPr>
            </a:lvl3pPr>
            <a:lvl4pPr marL="956053" indent="-223569">
              <a:lnSpc>
                <a:spcPct val="100000"/>
              </a:lnSpc>
              <a:spcBef>
                <a:spcPts val="0"/>
              </a:spcBef>
              <a:spcAft>
                <a:spcPts val="0"/>
              </a:spcAft>
              <a:defRPr>
                <a:solidFill>
                  <a:schemeClr val="bg1"/>
                </a:solidFill>
              </a:defRPr>
            </a:lvl4pPr>
            <a:lvl5pPr marL="1161972" indent="-208861">
              <a:lnSpc>
                <a:spcPct val="100000"/>
              </a:lnSpc>
              <a:spcBef>
                <a:spcPts val="0"/>
              </a:spcBef>
              <a:spcAft>
                <a:spcPts val="0"/>
              </a:spcAft>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4953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ap - Dark - 3 Side">
    <p:spTree>
      <p:nvGrpSpPr>
        <p:cNvPr id="1" name=""/>
        <p:cNvGrpSpPr/>
        <p:nvPr/>
      </p:nvGrpSpPr>
      <p:grpSpPr>
        <a:xfrm>
          <a:off x="0" y="0"/>
          <a:ext cx="0" cy="0"/>
          <a:chOff x="0" y="0"/>
          <a:chExt cx="0" cy="0"/>
        </a:xfrm>
      </p:grpSpPr>
      <p:sp>
        <p:nvSpPr>
          <p:cNvPr id="4" name="Rectangle 3"/>
          <p:cNvSpPr/>
          <p:nvPr userDrawn="1"/>
        </p:nvSpPr>
        <p:spPr>
          <a:xfrm>
            <a:off x="9271464" y="1"/>
            <a:ext cx="3530137" cy="723899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3" name="Slide Number Placeholder 2"/>
          <p:cNvSpPr>
            <a:spLocks noGrp="1"/>
          </p:cNvSpPr>
          <p:nvPr>
            <p:ph type="sldNum" sz="quarter" idx="10"/>
          </p:nvPr>
        </p:nvSpPr>
        <p:spPr/>
        <p:txBody>
          <a:bodyPr/>
          <a:lstStyle/>
          <a:p>
            <a:fld id="{DFE75DC9-2AA8-4836-ABA6-832E2002DAE6}" type="slidenum">
              <a:rPr lang="en-US" smtClean="0">
                <a:solidFill>
                  <a:srgbClr val="FFFFFF"/>
                </a:solidFill>
              </a:rPr>
              <a:t>‹#›</a:t>
            </a:fld>
            <a:endParaRPr lang="en-US">
              <a:solidFill>
                <a:srgbClr val="FFFFFF"/>
              </a:solidFill>
            </a:endParaRPr>
          </a:p>
        </p:txBody>
      </p:sp>
      <p:sp>
        <p:nvSpPr>
          <p:cNvPr id="8" name="Title 1">
            <a:extLst>
              <a:ext uri="{FF2B5EF4-FFF2-40B4-BE49-F238E27FC236}">
                <a16:creationId xmlns:a16="http://schemas.microsoft.com/office/drawing/2014/main" id="{4C1D3105-F6DE-4554-B2D4-5604653CBBF2}"/>
              </a:ext>
            </a:extLst>
          </p:cNvPr>
          <p:cNvSpPr>
            <a:spLocks noGrp="1"/>
          </p:cNvSpPr>
          <p:nvPr>
            <p:ph type="title" hasCustomPrompt="1"/>
          </p:nvPr>
        </p:nvSpPr>
        <p:spPr>
          <a:xfrm>
            <a:off x="9479280" y="609600"/>
            <a:ext cx="3093720" cy="1295400"/>
          </a:xfrm>
          <a:prstGeom prst="rect">
            <a:avLst/>
          </a:prstGeom>
        </p:spPr>
        <p:txBody>
          <a:bodyPr>
            <a:noAutofit/>
          </a:bodyPr>
          <a:lstStyle>
            <a:lvl1pPr marL="0" algn="l" defTabSz="1089257" rtl="0" eaLnBrk="1" latinLnBrk="0" hangingPunct="1">
              <a:lnSpc>
                <a:spcPct val="100000"/>
              </a:lnSpc>
              <a:spcBef>
                <a:spcPct val="0"/>
              </a:spcBef>
              <a:spcAft>
                <a:spcPts val="0"/>
              </a:spcAft>
              <a:buNone/>
              <a:defRPr lang="en-US" sz="2224" b="1" kern="1200" dirty="0">
                <a:solidFill>
                  <a:schemeClr val="bg1"/>
                </a:solidFill>
                <a:latin typeface="+mj-lt"/>
                <a:ea typeface="+mj-ea"/>
                <a:cs typeface="+mj-cs"/>
              </a:defRPr>
            </a:lvl1pPr>
          </a:lstStyle>
          <a:p>
            <a:r>
              <a:rPr lang="en-US"/>
              <a:t>CLICK TO EDIT MASTER TITLE STYLE</a:t>
            </a:r>
          </a:p>
        </p:txBody>
      </p:sp>
      <p:sp>
        <p:nvSpPr>
          <p:cNvPr id="10" name="Content Placeholder 9">
            <a:extLst>
              <a:ext uri="{FF2B5EF4-FFF2-40B4-BE49-F238E27FC236}">
                <a16:creationId xmlns:a16="http://schemas.microsoft.com/office/drawing/2014/main" id="{A08751EB-B0A7-4613-8752-E2DB50480646}"/>
              </a:ext>
            </a:extLst>
          </p:cNvPr>
          <p:cNvSpPr>
            <a:spLocks noGrp="1"/>
          </p:cNvSpPr>
          <p:nvPr>
            <p:ph sz="quarter" idx="11"/>
          </p:nvPr>
        </p:nvSpPr>
        <p:spPr>
          <a:xfrm>
            <a:off x="1" y="1"/>
            <a:ext cx="9271463" cy="7238996"/>
          </a:xfrm>
        </p:spPr>
        <p:txBody>
          <a:bodyPr>
            <a:noAutofit/>
          </a:bodyPr>
          <a:lstStyle>
            <a:lvl1pPr marL="161793" indent="-161793">
              <a:lnSpc>
                <a:spcPct val="100000"/>
              </a:lnSpc>
              <a:spcBef>
                <a:spcPts val="0"/>
              </a:spcBef>
              <a:spcAft>
                <a:spcPts val="0"/>
              </a:spcAft>
              <a:defRPr/>
            </a:lvl1pPr>
            <a:lvl2pPr marL="478027" indent="-248574">
              <a:lnSpc>
                <a:spcPct val="100000"/>
              </a:lnSpc>
              <a:spcBef>
                <a:spcPts val="0"/>
              </a:spcBef>
              <a:spcAft>
                <a:spcPts val="0"/>
              </a:spcAft>
              <a:defRPr/>
            </a:lvl2pPr>
            <a:lvl3pPr marL="685416" indent="-182385">
              <a:lnSpc>
                <a:spcPct val="100000"/>
              </a:lnSpc>
              <a:spcBef>
                <a:spcPts val="0"/>
              </a:spcBef>
              <a:spcAft>
                <a:spcPts val="0"/>
              </a:spcAft>
              <a:defRPr/>
            </a:lvl3pPr>
            <a:lvl4pPr marL="956053" indent="-223569">
              <a:lnSpc>
                <a:spcPct val="100000"/>
              </a:lnSpc>
              <a:spcBef>
                <a:spcPts val="0"/>
              </a:spcBef>
              <a:spcAft>
                <a:spcPts val="0"/>
              </a:spcAft>
              <a:defRPr/>
            </a:lvl4pPr>
            <a:lvl5pPr marL="1161972" indent="-208861">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9">
            <a:extLst>
              <a:ext uri="{FF2B5EF4-FFF2-40B4-BE49-F238E27FC236}">
                <a16:creationId xmlns:a16="http://schemas.microsoft.com/office/drawing/2014/main" id="{843BB5FB-A8F7-4D93-888A-26B2547047CA}"/>
              </a:ext>
            </a:extLst>
          </p:cNvPr>
          <p:cNvSpPr>
            <a:spLocks noGrp="1"/>
          </p:cNvSpPr>
          <p:nvPr>
            <p:ph sz="quarter" idx="12"/>
          </p:nvPr>
        </p:nvSpPr>
        <p:spPr>
          <a:xfrm>
            <a:off x="9482328" y="1911096"/>
            <a:ext cx="3099816" cy="2404872"/>
          </a:xfrm>
        </p:spPr>
        <p:txBody>
          <a:bodyPr>
            <a:noAutofit/>
          </a:bodyPr>
          <a:lstStyle>
            <a:lvl1pPr marL="161793" indent="-161793">
              <a:lnSpc>
                <a:spcPct val="100000"/>
              </a:lnSpc>
              <a:spcBef>
                <a:spcPts val="0"/>
              </a:spcBef>
              <a:spcAft>
                <a:spcPts val="0"/>
              </a:spcAft>
              <a:defRPr sz="1483">
                <a:solidFill>
                  <a:schemeClr val="bg1"/>
                </a:solidFill>
              </a:defRPr>
            </a:lvl1pPr>
            <a:lvl2pPr marL="478027" indent="-248574">
              <a:lnSpc>
                <a:spcPct val="100000"/>
              </a:lnSpc>
              <a:spcBef>
                <a:spcPts val="0"/>
              </a:spcBef>
              <a:spcAft>
                <a:spcPts val="0"/>
              </a:spcAft>
              <a:defRPr sz="1483">
                <a:solidFill>
                  <a:schemeClr val="bg1"/>
                </a:solidFill>
              </a:defRPr>
            </a:lvl2pPr>
            <a:lvl3pPr marL="685416" indent="-182385">
              <a:lnSpc>
                <a:spcPct val="100000"/>
              </a:lnSpc>
              <a:spcBef>
                <a:spcPts val="0"/>
              </a:spcBef>
              <a:spcAft>
                <a:spcPts val="0"/>
              </a:spcAft>
              <a:defRPr sz="1483">
                <a:solidFill>
                  <a:schemeClr val="bg1"/>
                </a:solidFill>
              </a:defRPr>
            </a:lvl3pPr>
            <a:lvl4pPr marL="956053" indent="-223569">
              <a:lnSpc>
                <a:spcPct val="100000"/>
              </a:lnSpc>
              <a:spcBef>
                <a:spcPts val="0"/>
              </a:spcBef>
              <a:spcAft>
                <a:spcPts val="0"/>
              </a:spcAft>
              <a:defRPr sz="1483">
                <a:solidFill>
                  <a:schemeClr val="bg1"/>
                </a:solidFill>
              </a:defRPr>
            </a:lvl4pPr>
            <a:lvl5pPr marL="1161972" indent="-208861">
              <a:lnSpc>
                <a:spcPct val="100000"/>
              </a:lnSpc>
              <a:spcBef>
                <a:spcPts val="0"/>
              </a:spcBef>
              <a:spcAft>
                <a:spcPts val="0"/>
              </a:spcAft>
              <a:defRPr sz="1483">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9DD6F7C9-8FD8-4625-B01C-7652B371DFF7}"/>
              </a:ext>
            </a:extLst>
          </p:cNvPr>
          <p:cNvSpPr>
            <a:spLocks noGrp="1"/>
          </p:cNvSpPr>
          <p:nvPr>
            <p:ph sz="quarter" idx="13"/>
          </p:nvPr>
        </p:nvSpPr>
        <p:spPr>
          <a:xfrm>
            <a:off x="9482328" y="4352544"/>
            <a:ext cx="3099816" cy="2404872"/>
          </a:xfrm>
        </p:spPr>
        <p:txBody>
          <a:bodyPr>
            <a:noAutofit/>
          </a:bodyPr>
          <a:lstStyle>
            <a:lvl1pPr marL="161793" indent="-161793">
              <a:lnSpc>
                <a:spcPct val="100000"/>
              </a:lnSpc>
              <a:spcBef>
                <a:spcPts val="0"/>
              </a:spcBef>
              <a:spcAft>
                <a:spcPts val="0"/>
              </a:spcAft>
              <a:defRPr sz="1483">
                <a:solidFill>
                  <a:schemeClr val="bg1"/>
                </a:solidFill>
              </a:defRPr>
            </a:lvl1pPr>
            <a:lvl2pPr marL="478027" indent="-248574">
              <a:lnSpc>
                <a:spcPct val="100000"/>
              </a:lnSpc>
              <a:spcBef>
                <a:spcPts val="0"/>
              </a:spcBef>
              <a:spcAft>
                <a:spcPts val="0"/>
              </a:spcAft>
              <a:defRPr sz="1483">
                <a:solidFill>
                  <a:schemeClr val="bg1"/>
                </a:solidFill>
              </a:defRPr>
            </a:lvl2pPr>
            <a:lvl3pPr marL="685416" indent="-182385">
              <a:lnSpc>
                <a:spcPct val="100000"/>
              </a:lnSpc>
              <a:spcBef>
                <a:spcPts val="0"/>
              </a:spcBef>
              <a:spcAft>
                <a:spcPts val="0"/>
              </a:spcAft>
              <a:defRPr sz="1483">
                <a:solidFill>
                  <a:schemeClr val="bg1"/>
                </a:solidFill>
              </a:defRPr>
            </a:lvl3pPr>
            <a:lvl4pPr marL="956053" indent="-223569">
              <a:lnSpc>
                <a:spcPct val="100000"/>
              </a:lnSpc>
              <a:spcBef>
                <a:spcPts val="0"/>
              </a:spcBef>
              <a:spcAft>
                <a:spcPts val="0"/>
              </a:spcAft>
              <a:defRPr sz="1483">
                <a:solidFill>
                  <a:schemeClr val="bg1"/>
                </a:solidFill>
              </a:defRPr>
            </a:lvl4pPr>
            <a:lvl5pPr marL="1161972" indent="-208861">
              <a:lnSpc>
                <a:spcPct val="100000"/>
              </a:lnSpc>
              <a:spcBef>
                <a:spcPts val="0"/>
              </a:spcBef>
              <a:spcAft>
                <a:spcPts val="0"/>
              </a:spcAft>
              <a:defRPr sz="1483">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6228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Divider - White">
    <p:spTree>
      <p:nvGrpSpPr>
        <p:cNvPr id="1" name=""/>
        <p:cNvGrpSpPr/>
        <p:nvPr/>
      </p:nvGrpSpPr>
      <p:grpSpPr>
        <a:xfrm>
          <a:off x="0" y="0"/>
          <a:ext cx="0" cy="0"/>
          <a:chOff x="0" y="0"/>
          <a:chExt cx="0" cy="0"/>
        </a:xfrm>
      </p:grpSpPr>
      <p:sp>
        <p:nvSpPr>
          <p:cNvPr id="14" name="Rectangle 13"/>
          <p:cNvSpPr/>
          <p:nvPr userDrawn="1"/>
        </p:nvSpPr>
        <p:spPr>
          <a:xfrm rot="5400000">
            <a:off x="5707293" y="135168"/>
            <a:ext cx="1387014" cy="128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2" name="Title 1"/>
          <p:cNvSpPr>
            <a:spLocks noGrp="1"/>
          </p:cNvSpPr>
          <p:nvPr>
            <p:ph type="title" hasCustomPrompt="1"/>
          </p:nvPr>
        </p:nvSpPr>
        <p:spPr>
          <a:xfrm>
            <a:off x="1011238" y="6076951"/>
            <a:ext cx="10881360" cy="720513"/>
          </a:xfrm>
          <a:prstGeom prst="rect">
            <a:avLst/>
          </a:prstGeom>
        </p:spPr>
        <p:txBody>
          <a:bodyPr anchor="t">
            <a:noAutofit/>
          </a:bodyPr>
          <a:lstStyle>
            <a:lvl1pPr algn="ctr">
              <a:defRPr lang="en-US" sz="2595" kern="1200" dirty="0">
                <a:solidFill>
                  <a:schemeClr val="tx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011238" y="6641677"/>
            <a:ext cx="10881360" cy="479637"/>
          </a:xfrm>
        </p:spPr>
        <p:txBody>
          <a:bodyPr anchor="t">
            <a:noAutofit/>
          </a:bodyPr>
          <a:lstStyle>
            <a:lvl1pPr marL="0" indent="0" algn="ctr">
              <a:buNone/>
              <a:defRPr sz="1667">
                <a:solidFill>
                  <a:schemeClr val="tx1">
                    <a:tint val="75000"/>
                  </a:schemeClr>
                </a:solidFill>
              </a:defRPr>
            </a:lvl1pPr>
            <a:lvl2pPr marL="544629" indent="0">
              <a:buNone/>
              <a:defRPr sz="2132">
                <a:solidFill>
                  <a:schemeClr val="tx1">
                    <a:tint val="75000"/>
                  </a:schemeClr>
                </a:solidFill>
              </a:defRPr>
            </a:lvl2pPr>
            <a:lvl3pPr marL="1089257" indent="0">
              <a:buNone/>
              <a:defRPr sz="1946">
                <a:solidFill>
                  <a:schemeClr val="tx1">
                    <a:tint val="75000"/>
                  </a:schemeClr>
                </a:solidFill>
              </a:defRPr>
            </a:lvl3pPr>
            <a:lvl4pPr marL="1633886" indent="0">
              <a:buNone/>
              <a:defRPr sz="1667">
                <a:solidFill>
                  <a:schemeClr val="tx1">
                    <a:tint val="75000"/>
                  </a:schemeClr>
                </a:solidFill>
              </a:defRPr>
            </a:lvl4pPr>
            <a:lvl5pPr marL="2178516" indent="0">
              <a:buNone/>
              <a:defRPr sz="1667">
                <a:solidFill>
                  <a:schemeClr val="tx1">
                    <a:tint val="75000"/>
                  </a:schemeClr>
                </a:solidFill>
              </a:defRPr>
            </a:lvl5pPr>
            <a:lvl6pPr marL="2723145" indent="0">
              <a:buNone/>
              <a:defRPr sz="1667">
                <a:solidFill>
                  <a:schemeClr val="tx1">
                    <a:tint val="75000"/>
                  </a:schemeClr>
                </a:solidFill>
              </a:defRPr>
            </a:lvl6pPr>
            <a:lvl7pPr marL="3267773" indent="0">
              <a:buNone/>
              <a:defRPr sz="1667">
                <a:solidFill>
                  <a:schemeClr val="tx1">
                    <a:tint val="75000"/>
                  </a:schemeClr>
                </a:solidFill>
              </a:defRPr>
            </a:lvl7pPr>
            <a:lvl8pPr marL="3812402" indent="0">
              <a:buNone/>
              <a:defRPr sz="1667">
                <a:solidFill>
                  <a:schemeClr val="tx1">
                    <a:tint val="75000"/>
                  </a:schemeClr>
                </a:solidFill>
              </a:defRPr>
            </a:lvl8pPr>
            <a:lvl9pPr marL="4357031" indent="0">
              <a:buNone/>
              <a:defRPr sz="1667">
                <a:solidFill>
                  <a:schemeClr val="tx1">
                    <a:tint val="75000"/>
                  </a:schemeClr>
                </a:solidFill>
              </a:defRPr>
            </a:lvl9pPr>
          </a:lstStyle>
          <a:p>
            <a:pPr lvl="0"/>
            <a:r>
              <a:rPr lang="en-US"/>
              <a:t>Edit Master text styles</a:t>
            </a:r>
          </a:p>
        </p:txBody>
      </p:sp>
      <p:sp>
        <p:nvSpPr>
          <p:cNvPr id="8"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9" name="Content Placeholder 9">
            <a:extLst>
              <a:ext uri="{FF2B5EF4-FFF2-40B4-BE49-F238E27FC236}">
                <a16:creationId xmlns:a16="http://schemas.microsoft.com/office/drawing/2014/main" id="{C853960C-66E5-45B7-BEF0-4E2DEB18AA6D}"/>
              </a:ext>
            </a:extLst>
          </p:cNvPr>
          <p:cNvSpPr>
            <a:spLocks noGrp="1"/>
          </p:cNvSpPr>
          <p:nvPr>
            <p:ph sz="quarter" idx="12" hasCustomPrompt="1"/>
          </p:nvPr>
        </p:nvSpPr>
        <p:spPr>
          <a:xfrm>
            <a:off x="0" y="1"/>
            <a:ext cx="12801600" cy="5843016"/>
          </a:xfrm>
        </p:spPr>
        <p:txBody>
          <a:bodyPr>
            <a:noAutofit/>
          </a:bodyPr>
          <a:lstStyle>
            <a:lvl1pPr marL="161793" indent="-161793">
              <a:lnSpc>
                <a:spcPct val="100000"/>
              </a:lnSpc>
              <a:spcBef>
                <a:spcPts val="0"/>
              </a:spcBef>
              <a:spcAft>
                <a:spcPts val="0"/>
              </a:spcAft>
              <a:defRPr/>
            </a:lvl1pPr>
            <a:lvl2pPr marL="738367" indent="-194152">
              <a:lnSpc>
                <a:spcPct val="100000"/>
              </a:lnSpc>
              <a:spcBef>
                <a:spcPts val="0"/>
              </a:spcBef>
              <a:spcAft>
                <a:spcPts val="0"/>
              </a:spcAft>
              <a:defRPr/>
            </a:lvl2pPr>
            <a:lvl3pPr marL="1270815" indent="-182385">
              <a:lnSpc>
                <a:spcPct val="100000"/>
              </a:lnSpc>
              <a:spcBef>
                <a:spcPts val="0"/>
              </a:spcBef>
              <a:spcAft>
                <a:spcPts val="0"/>
              </a:spcAft>
              <a:defRPr/>
            </a:lvl3pPr>
            <a:lvl4pPr marL="1856213" indent="-223569">
              <a:lnSpc>
                <a:spcPct val="100000"/>
              </a:lnSpc>
              <a:spcBef>
                <a:spcPts val="0"/>
              </a:spcBef>
              <a:spcAft>
                <a:spcPts val="0"/>
              </a:spcAft>
              <a:defRPr/>
            </a:lvl4pPr>
            <a:lvl5pPr marL="2334240" indent="-155910">
              <a:lnSpc>
                <a:spcPct val="100000"/>
              </a:lnSpc>
              <a:spcBef>
                <a:spcPts val="0"/>
              </a:spcBef>
              <a:spcAft>
                <a:spcPts val="0"/>
              </a:spcAft>
              <a:defRPr/>
            </a:lvl5pPr>
          </a:lstStyle>
          <a:p>
            <a:pPr lvl="0"/>
            <a:r>
              <a:rPr lang="en-US"/>
              <a:t>Photo here: 6.39 x 14.0 then send to back</a:t>
            </a:r>
          </a:p>
        </p:txBody>
      </p:sp>
    </p:spTree>
    <p:extLst>
      <p:ext uri="{BB962C8B-B14F-4D97-AF65-F5344CB8AC3E}">
        <p14:creationId xmlns:p14="http://schemas.microsoft.com/office/powerpoint/2010/main" val="1370809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 Dark">
    <p:spTree>
      <p:nvGrpSpPr>
        <p:cNvPr id="1" name=""/>
        <p:cNvGrpSpPr/>
        <p:nvPr/>
      </p:nvGrpSpPr>
      <p:grpSpPr>
        <a:xfrm>
          <a:off x="0" y="0"/>
          <a:ext cx="0" cy="0"/>
          <a:chOff x="0" y="0"/>
          <a:chExt cx="0" cy="0"/>
        </a:xfrm>
      </p:grpSpPr>
      <p:sp>
        <p:nvSpPr>
          <p:cNvPr id="14" name="Rectangle 13"/>
          <p:cNvSpPr/>
          <p:nvPr userDrawn="1"/>
        </p:nvSpPr>
        <p:spPr>
          <a:xfrm rot="5400000">
            <a:off x="5701431" y="141031"/>
            <a:ext cx="1398741" cy="1280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9" name="Content Placeholder 9">
            <a:extLst>
              <a:ext uri="{FF2B5EF4-FFF2-40B4-BE49-F238E27FC236}">
                <a16:creationId xmlns:a16="http://schemas.microsoft.com/office/drawing/2014/main" id="{464F0D6E-A5E4-442E-9888-5C5418E563BE}"/>
              </a:ext>
            </a:extLst>
          </p:cNvPr>
          <p:cNvSpPr>
            <a:spLocks noGrp="1"/>
          </p:cNvSpPr>
          <p:nvPr>
            <p:ph sz="quarter" idx="12" hasCustomPrompt="1"/>
          </p:nvPr>
        </p:nvSpPr>
        <p:spPr>
          <a:xfrm>
            <a:off x="0" y="1"/>
            <a:ext cx="12801600" cy="5843016"/>
          </a:xfrm>
        </p:spPr>
        <p:txBody>
          <a:bodyPr>
            <a:noAutofit/>
          </a:bodyPr>
          <a:lstStyle>
            <a:lvl1pPr marL="161793" indent="-161793">
              <a:lnSpc>
                <a:spcPct val="100000"/>
              </a:lnSpc>
              <a:spcBef>
                <a:spcPts val="0"/>
              </a:spcBef>
              <a:spcAft>
                <a:spcPts val="0"/>
              </a:spcAft>
              <a:defRPr/>
            </a:lvl1pPr>
            <a:lvl2pPr marL="738367" indent="-194152">
              <a:lnSpc>
                <a:spcPct val="100000"/>
              </a:lnSpc>
              <a:spcBef>
                <a:spcPts val="0"/>
              </a:spcBef>
              <a:spcAft>
                <a:spcPts val="0"/>
              </a:spcAft>
              <a:defRPr/>
            </a:lvl2pPr>
            <a:lvl3pPr marL="1270815" indent="-182385">
              <a:lnSpc>
                <a:spcPct val="100000"/>
              </a:lnSpc>
              <a:spcBef>
                <a:spcPts val="0"/>
              </a:spcBef>
              <a:spcAft>
                <a:spcPts val="0"/>
              </a:spcAft>
              <a:defRPr/>
            </a:lvl3pPr>
            <a:lvl4pPr marL="1856213" indent="-223569">
              <a:lnSpc>
                <a:spcPct val="100000"/>
              </a:lnSpc>
              <a:spcBef>
                <a:spcPts val="0"/>
              </a:spcBef>
              <a:spcAft>
                <a:spcPts val="0"/>
              </a:spcAft>
              <a:defRPr/>
            </a:lvl4pPr>
            <a:lvl5pPr marL="2334240" indent="-155910">
              <a:lnSpc>
                <a:spcPct val="100000"/>
              </a:lnSpc>
              <a:spcBef>
                <a:spcPts val="0"/>
              </a:spcBef>
              <a:spcAft>
                <a:spcPts val="0"/>
              </a:spcAft>
              <a:defRPr/>
            </a:lvl5pPr>
          </a:lstStyle>
          <a:p>
            <a:pPr lvl="0"/>
            <a:r>
              <a:rPr lang="en-US"/>
              <a:t>Photo here: 6.39 x 14.0 then send to back</a:t>
            </a:r>
          </a:p>
        </p:txBody>
      </p:sp>
      <p:sp>
        <p:nvSpPr>
          <p:cNvPr id="2" name="Title 1"/>
          <p:cNvSpPr>
            <a:spLocks noGrp="1"/>
          </p:cNvSpPr>
          <p:nvPr>
            <p:ph type="title" hasCustomPrompt="1"/>
          </p:nvPr>
        </p:nvSpPr>
        <p:spPr>
          <a:xfrm>
            <a:off x="1011238" y="6076951"/>
            <a:ext cx="10881360" cy="720513"/>
          </a:xfrm>
          <a:prstGeom prst="rect">
            <a:avLst/>
          </a:prstGeom>
        </p:spPr>
        <p:txBody>
          <a:bodyPr anchor="t">
            <a:noAutofit/>
          </a:bodyPr>
          <a:lstStyle>
            <a:lvl1pPr algn="ctr">
              <a:defRPr lang="en-US" sz="2595" kern="1200" dirty="0">
                <a:solidFill>
                  <a:schemeClr val="bg1"/>
                </a:solidFill>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1011238" y="6641677"/>
            <a:ext cx="10881360" cy="479637"/>
          </a:xfrm>
        </p:spPr>
        <p:txBody>
          <a:bodyPr anchor="t">
            <a:noAutofit/>
          </a:bodyPr>
          <a:lstStyle>
            <a:lvl1pPr marL="0" indent="0" algn="ctr">
              <a:buNone/>
              <a:defRPr sz="1667">
                <a:solidFill>
                  <a:schemeClr val="bg1">
                    <a:lumMod val="95000"/>
                  </a:schemeClr>
                </a:solidFill>
              </a:defRPr>
            </a:lvl1pPr>
            <a:lvl2pPr marL="544629" indent="0">
              <a:buNone/>
              <a:defRPr sz="2132">
                <a:solidFill>
                  <a:schemeClr val="tx1">
                    <a:tint val="75000"/>
                  </a:schemeClr>
                </a:solidFill>
              </a:defRPr>
            </a:lvl2pPr>
            <a:lvl3pPr marL="1089257" indent="0">
              <a:buNone/>
              <a:defRPr sz="1946">
                <a:solidFill>
                  <a:schemeClr val="tx1">
                    <a:tint val="75000"/>
                  </a:schemeClr>
                </a:solidFill>
              </a:defRPr>
            </a:lvl3pPr>
            <a:lvl4pPr marL="1633886" indent="0">
              <a:buNone/>
              <a:defRPr sz="1667">
                <a:solidFill>
                  <a:schemeClr val="tx1">
                    <a:tint val="75000"/>
                  </a:schemeClr>
                </a:solidFill>
              </a:defRPr>
            </a:lvl4pPr>
            <a:lvl5pPr marL="2178516" indent="0">
              <a:buNone/>
              <a:defRPr sz="1667">
                <a:solidFill>
                  <a:schemeClr val="tx1">
                    <a:tint val="75000"/>
                  </a:schemeClr>
                </a:solidFill>
              </a:defRPr>
            </a:lvl5pPr>
            <a:lvl6pPr marL="2723145" indent="0">
              <a:buNone/>
              <a:defRPr sz="1667">
                <a:solidFill>
                  <a:schemeClr val="tx1">
                    <a:tint val="75000"/>
                  </a:schemeClr>
                </a:solidFill>
              </a:defRPr>
            </a:lvl6pPr>
            <a:lvl7pPr marL="3267773" indent="0">
              <a:buNone/>
              <a:defRPr sz="1667">
                <a:solidFill>
                  <a:schemeClr val="tx1">
                    <a:tint val="75000"/>
                  </a:schemeClr>
                </a:solidFill>
              </a:defRPr>
            </a:lvl7pPr>
            <a:lvl8pPr marL="3812402" indent="0">
              <a:buNone/>
              <a:defRPr sz="1667">
                <a:solidFill>
                  <a:schemeClr val="tx1">
                    <a:tint val="75000"/>
                  </a:schemeClr>
                </a:solidFill>
              </a:defRPr>
            </a:lvl8pPr>
            <a:lvl9pPr marL="4357031" indent="0">
              <a:buNone/>
              <a:defRPr sz="1667">
                <a:solidFill>
                  <a:schemeClr val="tx1">
                    <a:tint val="75000"/>
                  </a:schemeClr>
                </a:solidFill>
              </a:defRPr>
            </a:lvl9pPr>
          </a:lstStyle>
          <a:p>
            <a:pPr lvl="0"/>
            <a:r>
              <a:rPr lang="en-US"/>
              <a:t>Edit Master text styles</a:t>
            </a:r>
          </a:p>
        </p:txBody>
      </p:sp>
      <p:sp>
        <p:nvSpPr>
          <p:cNvPr id="8"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Tree>
    <p:extLst>
      <p:ext uri="{BB962C8B-B14F-4D97-AF65-F5344CB8AC3E}">
        <p14:creationId xmlns:p14="http://schemas.microsoft.com/office/powerpoint/2010/main" val="2553771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losing Option 2">
    <p:spTree>
      <p:nvGrpSpPr>
        <p:cNvPr id="1" name=""/>
        <p:cNvGrpSpPr/>
        <p:nvPr/>
      </p:nvGrpSpPr>
      <p:grpSpPr>
        <a:xfrm>
          <a:off x="0" y="0"/>
          <a:ext cx="0" cy="0"/>
          <a:chOff x="0" y="0"/>
          <a:chExt cx="0" cy="0"/>
        </a:xfrm>
      </p:grpSpPr>
      <p:sp>
        <p:nvSpPr>
          <p:cNvPr id="7" name="Rectangle 6"/>
          <p:cNvSpPr/>
          <p:nvPr userDrawn="1"/>
        </p:nvSpPr>
        <p:spPr>
          <a:xfrm>
            <a:off x="7914902" y="1"/>
            <a:ext cx="4886698" cy="7238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8" name="Title 2"/>
          <p:cNvSpPr txBox="1">
            <a:spLocks/>
          </p:cNvSpPr>
          <p:nvPr userDrawn="1"/>
        </p:nvSpPr>
        <p:spPr>
          <a:xfrm>
            <a:off x="7989468" y="914400"/>
            <a:ext cx="4564482" cy="838200"/>
          </a:xfrm>
          <a:prstGeom prst="rect">
            <a:avLst/>
          </a:prstGeom>
        </p:spPr>
        <p:txBody>
          <a:bodyPr/>
          <a:lstStyle>
            <a:lvl1pPr algn="ctr" defTabSz="1175644" rtl="0" eaLnBrk="1" latinLnBrk="0" hangingPunct="1">
              <a:spcBef>
                <a:spcPct val="0"/>
              </a:spcBef>
              <a:buNone/>
              <a:defRPr sz="5700" kern="1200">
                <a:solidFill>
                  <a:schemeClr val="tx1"/>
                </a:solidFill>
                <a:latin typeface="+mj-lt"/>
                <a:ea typeface="+mj-ea"/>
                <a:cs typeface="+mj-cs"/>
              </a:defRPr>
            </a:lvl1pPr>
          </a:lstStyle>
          <a:p>
            <a:r>
              <a:rPr lang="en-US" sz="3336"/>
              <a:t>THANK YOU!</a:t>
            </a:r>
          </a:p>
        </p:txBody>
      </p:sp>
      <p:pic>
        <p:nvPicPr>
          <p:cNvPr id="10" name="Picture 9" descr="ab_logo.jpg"/>
          <p:cNvPicPr>
            <a:picLocks noChangeAspect="1"/>
          </p:cNvPicPr>
          <p:nvPr userDrawn="1"/>
        </p:nvPicPr>
        <p:blipFill>
          <a:blip r:embed="rId2" cstate="print">
            <a:clrChange>
              <a:clrFrom>
                <a:srgbClr val="FFFFFF"/>
              </a:clrFrom>
              <a:clrTo>
                <a:srgbClr val="FFFFFF">
                  <a:alpha val="0"/>
                </a:srgbClr>
              </a:clrTo>
            </a:clrChange>
            <a:lum/>
            <a:extLst>
              <a:ext uri="{28A0092B-C50C-407E-A947-70E740481C1C}">
                <a14:useLocalDpi xmlns:a14="http://schemas.microsoft.com/office/drawing/2010/main"/>
              </a:ext>
            </a:extLst>
          </a:blip>
          <a:stretch>
            <a:fillRect/>
          </a:stretch>
        </p:blipFill>
        <p:spPr>
          <a:xfrm>
            <a:off x="9421440" y="5394169"/>
            <a:ext cx="1873623" cy="1447800"/>
          </a:xfrm>
          <a:prstGeom prst="rect">
            <a:avLst/>
          </a:prstGeom>
        </p:spPr>
      </p:pic>
      <p:sp>
        <p:nvSpPr>
          <p:cNvPr id="11" name="Rectangle 10"/>
          <p:cNvSpPr/>
          <p:nvPr userDrawn="1"/>
        </p:nvSpPr>
        <p:spPr>
          <a:xfrm>
            <a:off x="8765424" y="6613369"/>
            <a:ext cx="3190605" cy="374718"/>
          </a:xfrm>
          <a:prstGeom prst="rect">
            <a:avLst/>
          </a:prstGeom>
        </p:spPr>
        <p:txBody>
          <a:bodyPr wrap="square">
            <a:spAutoFit/>
          </a:bodyPr>
          <a:lstStyle/>
          <a:p>
            <a:pPr marL="317704" indent="-317704" algn="ctr">
              <a:spcBef>
                <a:spcPct val="20000"/>
              </a:spcBef>
              <a:buClr>
                <a:srgbClr val="1B4273">
                  <a:lumMod val="75000"/>
                </a:srgbClr>
              </a:buClr>
              <a:buSzPct val="112000"/>
              <a:defRPr/>
            </a:pPr>
            <a:r>
              <a:rPr lang="en-US" sz="834" b="1">
                <a:solidFill>
                  <a:schemeClr val="tx1"/>
                </a:solidFill>
              </a:rPr>
              <a:t>1349 WEST PEACHTREE STREET  NW //  SUITE 1525</a:t>
            </a:r>
          </a:p>
          <a:p>
            <a:pPr marL="317704" indent="-317704" algn="ctr">
              <a:spcBef>
                <a:spcPct val="20000"/>
              </a:spcBef>
              <a:buClr>
                <a:srgbClr val="1B4273">
                  <a:lumMod val="75000"/>
                </a:srgbClr>
              </a:buClr>
              <a:buSzPct val="112000"/>
              <a:defRPr/>
            </a:pPr>
            <a:r>
              <a:rPr lang="en-US" sz="834" b="1">
                <a:solidFill>
                  <a:schemeClr val="tx1"/>
                </a:solidFill>
              </a:rPr>
              <a:t>ATLANTA, GEORGIA  30309</a:t>
            </a:r>
          </a:p>
        </p:txBody>
      </p:sp>
      <p:sp>
        <p:nvSpPr>
          <p:cNvPr id="12" name="Subtitle 3"/>
          <p:cNvSpPr txBox="1">
            <a:spLocks/>
          </p:cNvSpPr>
          <p:nvPr userDrawn="1"/>
        </p:nvSpPr>
        <p:spPr>
          <a:xfrm>
            <a:off x="8173641" y="1676401"/>
            <a:ext cx="4361259" cy="533400"/>
          </a:xfrm>
          <a:prstGeom prst="rect">
            <a:avLst/>
          </a:prstGeom>
        </p:spPr>
        <p:txBody>
          <a:bodyPr/>
          <a:lstStyle>
            <a:lvl1pPr marL="440867" indent="-440867" algn="l" defTabSz="1175644" rtl="0" eaLnBrk="1" latinLnBrk="0" hangingPunct="1">
              <a:spcBef>
                <a:spcPct val="20000"/>
              </a:spcBef>
              <a:buFont typeface="Arial" panose="020B0604020202020204" pitchFamily="34" charset="0"/>
              <a:buChar char="•"/>
              <a:defRPr sz="4100" kern="1200">
                <a:solidFill>
                  <a:schemeClr val="tx1"/>
                </a:solidFill>
                <a:latin typeface="+mn-lt"/>
                <a:ea typeface="+mn-ea"/>
                <a:cs typeface="+mn-cs"/>
              </a:defRPr>
            </a:lvl1pPr>
            <a:lvl2pPr marL="955211" indent="-367389" algn="l" defTabSz="1175644" rtl="0" eaLnBrk="1" latinLnBrk="0" hangingPunct="1">
              <a:spcBef>
                <a:spcPct val="20000"/>
              </a:spcBef>
              <a:buFont typeface="Arial" panose="020B0604020202020204" pitchFamily="34" charset="0"/>
              <a:buChar char="–"/>
              <a:defRPr sz="3600" kern="1200">
                <a:solidFill>
                  <a:schemeClr val="tx1"/>
                </a:solidFill>
                <a:latin typeface="+mn-lt"/>
                <a:ea typeface="+mn-ea"/>
                <a:cs typeface="+mn-cs"/>
              </a:defRPr>
            </a:lvl2pPr>
            <a:lvl3pPr marL="1469555" indent="-293911" algn="l" defTabSz="1175644"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3pPr>
            <a:lvl4pPr marL="205737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4pPr>
            <a:lvl5pPr marL="2645199"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a:lstStyle>
          <a:p>
            <a:pPr marL="0" indent="0" algn="ctr">
              <a:buNone/>
            </a:pPr>
            <a:r>
              <a:rPr lang="en-US" sz="1667" kern="1200">
                <a:solidFill>
                  <a:schemeClr val="tx1">
                    <a:tint val="75000"/>
                  </a:schemeClr>
                </a:solidFill>
                <a:latin typeface="+mn-lt"/>
                <a:ea typeface="+mn-ea"/>
                <a:cs typeface="+mn-cs"/>
              </a:rPr>
              <a:t>STRATEGY  //  INSIGHTS  //  ACTION</a:t>
            </a:r>
          </a:p>
        </p:txBody>
      </p:sp>
      <p:sp>
        <p:nvSpPr>
          <p:cNvPr id="22"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3" name="Content Placeholder 9">
            <a:extLst>
              <a:ext uri="{FF2B5EF4-FFF2-40B4-BE49-F238E27FC236}">
                <a16:creationId xmlns:a16="http://schemas.microsoft.com/office/drawing/2014/main" id="{EA622824-AA11-4A3B-B61E-60256A56399D}"/>
              </a:ext>
            </a:extLst>
          </p:cNvPr>
          <p:cNvSpPr>
            <a:spLocks noGrp="1"/>
          </p:cNvSpPr>
          <p:nvPr>
            <p:ph sz="quarter" idx="12" hasCustomPrompt="1"/>
          </p:nvPr>
        </p:nvSpPr>
        <p:spPr>
          <a:xfrm>
            <a:off x="1" y="1"/>
            <a:ext cx="7918704" cy="7238996"/>
          </a:xfrm>
        </p:spPr>
        <p:txBody>
          <a:bodyPr>
            <a:noAutofit/>
          </a:bodyPr>
          <a:lstStyle>
            <a:lvl1pPr marL="161793" indent="-161793">
              <a:lnSpc>
                <a:spcPct val="100000"/>
              </a:lnSpc>
              <a:spcBef>
                <a:spcPts val="0"/>
              </a:spcBef>
              <a:spcAft>
                <a:spcPts val="0"/>
              </a:spcAft>
              <a:defRPr/>
            </a:lvl1pPr>
            <a:lvl2pPr marL="738367" indent="-194152">
              <a:lnSpc>
                <a:spcPct val="100000"/>
              </a:lnSpc>
              <a:spcBef>
                <a:spcPts val="0"/>
              </a:spcBef>
              <a:spcAft>
                <a:spcPts val="0"/>
              </a:spcAft>
              <a:defRPr/>
            </a:lvl2pPr>
            <a:lvl3pPr marL="1270815" indent="-182385">
              <a:lnSpc>
                <a:spcPct val="100000"/>
              </a:lnSpc>
              <a:spcBef>
                <a:spcPts val="0"/>
              </a:spcBef>
              <a:spcAft>
                <a:spcPts val="0"/>
              </a:spcAft>
              <a:defRPr/>
            </a:lvl3pPr>
            <a:lvl4pPr marL="1856213" indent="-223569">
              <a:lnSpc>
                <a:spcPct val="100000"/>
              </a:lnSpc>
              <a:spcBef>
                <a:spcPts val="0"/>
              </a:spcBef>
              <a:spcAft>
                <a:spcPts val="0"/>
              </a:spcAft>
              <a:defRPr/>
            </a:lvl4pPr>
            <a:lvl5pPr marL="2334240" indent="-155910">
              <a:lnSpc>
                <a:spcPct val="100000"/>
              </a:lnSpc>
              <a:spcBef>
                <a:spcPts val="0"/>
              </a:spcBef>
              <a:spcAft>
                <a:spcPts val="0"/>
              </a:spcAft>
              <a:defRPr/>
            </a:lvl5pPr>
          </a:lstStyle>
          <a:p>
            <a:pPr lvl="0"/>
            <a:r>
              <a:rPr lang="en-US"/>
              <a:t>Photo here: 7.92 x 8.66 then send to back</a:t>
            </a:r>
          </a:p>
        </p:txBody>
      </p:sp>
    </p:spTree>
    <p:extLst>
      <p:ext uri="{BB962C8B-B14F-4D97-AF65-F5344CB8AC3E}">
        <p14:creationId xmlns:p14="http://schemas.microsoft.com/office/powerpoint/2010/main" val="2977954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image" Target="../media/image8.png"/><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19" Type="http://schemas.openxmlformats.org/officeDocument/2006/relationships/image" Target="../media/image2.png"/><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theme" Target="../theme/theme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image" Target="../media/image8.png"/><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image" Target="../media/image2.png"/><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7239000"/>
            <a:ext cx="12801600" cy="533400"/>
          </a:xfrm>
          <a:prstGeom prst="rect">
            <a:avLst/>
          </a:prstGeom>
          <a:solidFill>
            <a:srgbClr val="414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CA2F326-A55A-4006-A62A-F771DD14895E}"/>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524000" y="7359777"/>
            <a:ext cx="1120297" cy="310896"/>
          </a:xfrm>
          <a:prstGeom prst="rect">
            <a:avLst/>
          </a:prstGeom>
        </p:spPr>
      </p:pic>
      <p:sp>
        <p:nvSpPr>
          <p:cNvPr id="8" name="Pentagon 7"/>
          <p:cNvSpPr/>
          <p:nvPr/>
        </p:nvSpPr>
        <p:spPr>
          <a:xfrm rot="10800000">
            <a:off x="11764566" y="7238997"/>
            <a:ext cx="1037034" cy="533401"/>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39140" y="311256"/>
            <a:ext cx="11323320" cy="1295400"/>
          </a:xfrm>
          <a:prstGeom prst="rect">
            <a:avLst/>
          </a:prstGeom>
        </p:spPr>
        <p:txBody>
          <a:bodyPr vert="horz" lIns="117564" tIns="58782" rIns="117564" bIns="58782" rtlCol="0" anchor="ctr">
            <a:noAutofit/>
          </a:bodyPr>
          <a:lstStyle/>
          <a:p>
            <a:r>
              <a:rPr lang="en-US"/>
              <a:t>Click to edit Master title style</a:t>
            </a:r>
          </a:p>
        </p:txBody>
      </p:sp>
      <p:sp>
        <p:nvSpPr>
          <p:cNvPr id="3" name="Text Placeholder 2"/>
          <p:cNvSpPr>
            <a:spLocks noGrp="1"/>
          </p:cNvSpPr>
          <p:nvPr>
            <p:ph type="body" idx="1"/>
          </p:nvPr>
        </p:nvSpPr>
        <p:spPr>
          <a:xfrm>
            <a:off x="727141" y="2026848"/>
            <a:ext cx="11347319" cy="4907351"/>
          </a:xfrm>
          <a:prstGeom prst="rect">
            <a:avLst/>
          </a:prstGeom>
        </p:spPr>
        <p:txBody>
          <a:bodyPr vert="horz" lIns="117564" tIns="58782" rIns="117564" bIns="58782"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4" name="Footer Placeholder 4"/>
          <p:cNvSpPr txBox="1">
            <a:spLocks/>
          </p:cNvSpPr>
          <p:nvPr/>
        </p:nvSpPr>
        <p:spPr>
          <a:xfrm>
            <a:off x="1143000" y="7375361"/>
            <a:ext cx="10515600" cy="263689"/>
          </a:xfrm>
          <a:prstGeom prst="rect">
            <a:avLst/>
          </a:prstGeom>
        </p:spPr>
        <p:txBody>
          <a:bodyPr vert="horz" lIns="91440" tIns="45720" rIns="91440" bIns="45720" rtlCol="0" anchor="ctr"/>
          <a:lstStyle>
            <a:defPPr>
              <a:defRPr lang="en-US"/>
            </a:defPPr>
            <a:lvl1pPr marL="0" algn="ctr" defTabSz="1175644" rtl="0" eaLnBrk="1" latinLnBrk="0" hangingPunct="1">
              <a:defRPr sz="900" kern="1200">
                <a:solidFill>
                  <a:schemeClr val="bg2"/>
                </a:solidFill>
                <a:latin typeface="+mn-lt"/>
                <a:ea typeface="+mn-ea"/>
                <a:cs typeface="+mn-cs"/>
              </a:defRPr>
            </a:lvl1pPr>
            <a:lvl2pPr marL="587822" algn="l" defTabSz="1175644" rtl="0" eaLnBrk="1" latinLnBrk="0" hangingPunct="1">
              <a:defRPr sz="2300" kern="1200">
                <a:solidFill>
                  <a:schemeClr val="tx1"/>
                </a:solidFill>
                <a:latin typeface="+mn-lt"/>
                <a:ea typeface="+mn-ea"/>
                <a:cs typeface="+mn-cs"/>
              </a:defRPr>
            </a:lvl2pPr>
            <a:lvl3pPr marL="1175644" algn="l" defTabSz="1175644" rtl="0" eaLnBrk="1" latinLnBrk="0" hangingPunct="1">
              <a:defRPr sz="2300" kern="1200">
                <a:solidFill>
                  <a:schemeClr val="tx1"/>
                </a:solidFill>
                <a:latin typeface="+mn-lt"/>
                <a:ea typeface="+mn-ea"/>
                <a:cs typeface="+mn-cs"/>
              </a:defRPr>
            </a:lvl3pPr>
            <a:lvl4pPr marL="1763466" algn="l" defTabSz="1175644" rtl="0" eaLnBrk="1" latinLnBrk="0" hangingPunct="1">
              <a:defRPr sz="2300" kern="1200">
                <a:solidFill>
                  <a:schemeClr val="tx1"/>
                </a:solidFill>
                <a:latin typeface="+mn-lt"/>
                <a:ea typeface="+mn-ea"/>
                <a:cs typeface="+mn-cs"/>
              </a:defRPr>
            </a:lvl4pPr>
            <a:lvl5pPr marL="2351288" algn="l" defTabSz="1175644" rtl="0" eaLnBrk="1" latinLnBrk="0" hangingPunct="1">
              <a:defRPr sz="2300" kern="1200">
                <a:solidFill>
                  <a:schemeClr val="tx1"/>
                </a:solidFill>
                <a:latin typeface="+mn-lt"/>
                <a:ea typeface="+mn-ea"/>
                <a:cs typeface="+mn-cs"/>
              </a:defRPr>
            </a:lvl5pPr>
            <a:lvl6pPr marL="2939110" algn="l" defTabSz="1175644" rtl="0" eaLnBrk="1" latinLnBrk="0" hangingPunct="1">
              <a:defRPr sz="2300" kern="1200">
                <a:solidFill>
                  <a:schemeClr val="tx1"/>
                </a:solidFill>
                <a:latin typeface="+mn-lt"/>
                <a:ea typeface="+mn-ea"/>
                <a:cs typeface="+mn-cs"/>
              </a:defRPr>
            </a:lvl6pPr>
            <a:lvl7pPr marL="3526932" algn="l" defTabSz="1175644" rtl="0" eaLnBrk="1" latinLnBrk="0" hangingPunct="1">
              <a:defRPr sz="2300" kern="1200">
                <a:solidFill>
                  <a:schemeClr val="tx1"/>
                </a:solidFill>
                <a:latin typeface="+mn-lt"/>
                <a:ea typeface="+mn-ea"/>
                <a:cs typeface="+mn-cs"/>
              </a:defRPr>
            </a:lvl7pPr>
            <a:lvl8pPr marL="4114754" algn="l" defTabSz="1175644" rtl="0" eaLnBrk="1" latinLnBrk="0" hangingPunct="1">
              <a:defRPr sz="2300" kern="1200">
                <a:solidFill>
                  <a:schemeClr val="tx1"/>
                </a:solidFill>
                <a:latin typeface="+mn-lt"/>
                <a:ea typeface="+mn-ea"/>
                <a:cs typeface="+mn-cs"/>
              </a:defRPr>
            </a:lvl8pPr>
            <a:lvl9pPr marL="4702576" algn="l" defTabSz="1175644" rtl="0" eaLnBrk="1" latinLnBrk="0" hangingPunct="1">
              <a:defRPr sz="2300" kern="1200">
                <a:solidFill>
                  <a:schemeClr val="tx1"/>
                </a:solidFill>
                <a:latin typeface="+mn-lt"/>
                <a:ea typeface="+mn-ea"/>
                <a:cs typeface="+mn-cs"/>
              </a:defRPr>
            </a:lvl9pPr>
          </a:lstStyle>
          <a:p>
            <a:pPr algn="ctr"/>
            <a:r>
              <a:rPr lang="en-US" sz="1000" i="1" dirty="0">
                <a:solidFill>
                  <a:schemeClr val="bg1"/>
                </a:solidFill>
              </a:rPr>
              <a:t>© Copyright 2026, Alexander Babbage // All Rights Reserved, Confidential and Proprietary</a:t>
            </a:r>
          </a:p>
        </p:txBody>
      </p:sp>
      <p:pic>
        <p:nvPicPr>
          <p:cNvPr id="10" name="Picture 9">
            <a:extLst>
              <a:ext uri="{FF2B5EF4-FFF2-40B4-BE49-F238E27FC236}">
                <a16:creationId xmlns:a16="http://schemas.microsoft.com/office/drawing/2014/main" id="{CD54B74F-D3DA-4501-8280-0FA925FBDB81}"/>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304800" y="7305675"/>
            <a:ext cx="1018802" cy="389743"/>
          </a:xfrm>
          <a:prstGeom prst="rect">
            <a:avLst/>
          </a:prstGeom>
        </p:spPr>
      </p:pic>
    </p:spTree>
    <p:extLst>
      <p:ext uri="{BB962C8B-B14F-4D97-AF65-F5344CB8AC3E}">
        <p14:creationId xmlns:p14="http://schemas.microsoft.com/office/powerpoint/2010/main" val="4203165313"/>
      </p:ext>
    </p:extLst>
  </p:cSld>
  <p:clrMap bg1="lt1" tx1="dk1" bg2="lt2" tx2="dk2" accent1="accent1" accent2="accent2" accent3="accent3" accent4="accent4" accent5="accent5" accent6="accent6" hlink="hlink" folHlink="folHlink"/>
  <p:sldLayoutIdLst>
    <p:sldLayoutId id="2147483667" r:id="rId1"/>
    <p:sldLayoutId id="2147483649" r:id="rId2"/>
    <p:sldLayoutId id="2147483662" r:id="rId3"/>
    <p:sldLayoutId id="2147483650" r:id="rId4"/>
    <p:sldLayoutId id="2147483652" r:id="rId5"/>
    <p:sldLayoutId id="2147483664" r:id="rId6"/>
    <p:sldLayoutId id="2147483666" r:id="rId7"/>
    <p:sldLayoutId id="2147483665" r:id="rId8"/>
    <p:sldLayoutId id="2147483654" r:id="rId9"/>
    <p:sldLayoutId id="2147483655" r:id="rId10"/>
    <p:sldLayoutId id="2147483658" r:id="rId11"/>
    <p:sldLayoutId id="2147483669" r:id="rId12"/>
    <p:sldLayoutId id="2147483659" r:id="rId13"/>
    <p:sldLayoutId id="2147483668" r:id="rId14"/>
    <p:sldLayoutId id="2147483651" r:id="rId15"/>
    <p:sldLayoutId id="2147483663" r:id="rId16"/>
    <p:sldLayoutId id="2147483657" r:id="rId17"/>
    <p:sldLayoutId id="2147483718"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algn="l" defTabSz="1175644" rtl="0" eaLnBrk="1" latinLnBrk="0" hangingPunct="1">
        <a:lnSpc>
          <a:spcPct val="110000"/>
        </a:lnSpc>
        <a:spcBef>
          <a:spcPct val="0"/>
        </a:spcBef>
        <a:spcAft>
          <a:spcPts val="600"/>
        </a:spcAft>
        <a:buNone/>
        <a:defRPr lang="en-US" sz="2800" kern="1200" dirty="0">
          <a:solidFill>
            <a:schemeClr val="tx1"/>
          </a:solidFill>
          <a:latin typeface="+mj-lt"/>
          <a:ea typeface="+mj-ea"/>
          <a:cs typeface="+mj-cs"/>
        </a:defRPr>
      </a:lvl1pPr>
    </p:titleStyle>
    <p:bodyStyle>
      <a:lvl1pPr marL="233363" indent="-233363" algn="l" defTabSz="914400" rtl="0" eaLnBrk="1" latinLnBrk="0" hangingPunct="1">
        <a:lnSpc>
          <a:spcPct val="100000"/>
        </a:lnSpc>
        <a:spcBef>
          <a:spcPts val="0"/>
        </a:spcBef>
        <a:spcAft>
          <a:spcPts val="0"/>
        </a:spcAft>
        <a:buClr>
          <a:schemeClr val="accent2"/>
        </a:buClr>
        <a:buSzPct val="140000"/>
        <a:buFont typeface="Roboto" panose="02000000000000000000" pitchFamily="2" charset="0"/>
        <a:buChar char="›"/>
        <a:defRPr lang="en-US" sz="2000" kern="1200" dirty="0" smtClean="0">
          <a:solidFill>
            <a:schemeClr val="tx1">
              <a:lumMod val="50000"/>
            </a:schemeClr>
          </a:solidFill>
          <a:latin typeface="+mn-lt"/>
          <a:ea typeface="+mn-ea"/>
          <a:cs typeface="+mn-cs"/>
        </a:defRPr>
      </a:lvl1pPr>
      <a:lvl2pPr marL="457200" indent="-2095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2pPr>
      <a:lvl3pPr marL="690563" indent="-244475" algn="l" defTabSz="914400" rtl="0" eaLnBrk="1" latinLnBrk="0" hangingPunct="1">
        <a:lnSpc>
          <a:spcPct val="100000"/>
        </a:lnSpc>
        <a:spcBef>
          <a:spcPts val="0"/>
        </a:spcBef>
        <a:spcAft>
          <a:spcPts val="0"/>
        </a:spcAft>
        <a:buClr>
          <a:schemeClr val="accent3"/>
        </a:buClr>
        <a:buFont typeface="Arial" panose="020B0604020202020204" pitchFamily="34" charset="0"/>
        <a:buChar char="•"/>
        <a:defRPr lang="en-US" sz="2000" kern="1200" dirty="0" smtClean="0">
          <a:solidFill>
            <a:schemeClr val="tx1">
              <a:lumMod val="50000"/>
            </a:schemeClr>
          </a:solidFill>
          <a:latin typeface="+mn-lt"/>
          <a:ea typeface="+mn-ea"/>
          <a:cs typeface="+mn-cs"/>
        </a:defRPr>
      </a:lvl3pPr>
      <a:lvl4pPr marL="914400" indent="-2349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4pPr>
      <a:lvl5pPr marL="1147763" indent="-217488" algn="l" defTabSz="914400" rtl="0" eaLnBrk="1" latinLnBrk="0" hangingPunct="1">
        <a:lnSpc>
          <a:spcPct val="100000"/>
        </a:lnSpc>
        <a:spcBef>
          <a:spcPts val="0"/>
        </a:spcBef>
        <a:spcAft>
          <a:spcPts val="0"/>
        </a:spcAft>
        <a:buClr>
          <a:schemeClr val="tx1"/>
        </a:buClr>
        <a:buFont typeface="Arial" panose="020B0604020202020204" pitchFamily="34" charset="0"/>
        <a:buChar char="»"/>
        <a:defRPr lang="en-US" sz="2000" kern="1200" dirty="0">
          <a:solidFill>
            <a:schemeClr val="tx1">
              <a:lumMod val="50000"/>
            </a:schemeClr>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175644" rtl="0" eaLnBrk="1" latinLnBrk="0" hangingPunct="1">
        <a:defRPr sz="2300" kern="1200">
          <a:solidFill>
            <a:schemeClr val="tx1"/>
          </a:solidFill>
          <a:latin typeface="+mn-lt"/>
          <a:ea typeface="+mn-ea"/>
          <a:cs typeface="+mn-cs"/>
        </a:defRPr>
      </a:lvl1pPr>
      <a:lvl2pPr marL="587822" algn="l" defTabSz="1175644" rtl="0" eaLnBrk="1" latinLnBrk="0" hangingPunct="1">
        <a:defRPr sz="2300" kern="1200">
          <a:solidFill>
            <a:schemeClr val="tx1"/>
          </a:solidFill>
          <a:latin typeface="+mn-lt"/>
          <a:ea typeface="+mn-ea"/>
          <a:cs typeface="+mn-cs"/>
        </a:defRPr>
      </a:lvl2pPr>
      <a:lvl3pPr marL="1175644" algn="l" defTabSz="1175644" rtl="0" eaLnBrk="1" latinLnBrk="0" hangingPunct="1">
        <a:defRPr sz="2300" kern="1200">
          <a:solidFill>
            <a:schemeClr val="tx1"/>
          </a:solidFill>
          <a:latin typeface="+mn-lt"/>
          <a:ea typeface="+mn-ea"/>
          <a:cs typeface="+mn-cs"/>
        </a:defRPr>
      </a:lvl3pPr>
      <a:lvl4pPr marL="1763466" algn="l" defTabSz="1175644" rtl="0" eaLnBrk="1" latinLnBrk="0" hangingPunct="1">
        <a:defRPr sz="2300" kern="1200">
          <a:solidFill>
            <a:schemeClr val="tx1"/>
          </a:solidFill>
          <a:latin typeface="+mn-lt"/>
          <a:ea typeface="+mn-ea"/>
          <a:cs typeface="+mn-cs"/>
        </a:defRPr>
      </a:lvl4pPr>
      <a:lvl5pPr marL="2351288" algn="l" defTabSz="1175644" rtl="0" eaLnBrk="1" latinLnBrk="0" hangingPunct="1">
        <a:defRPr sz="2300" kern="1200">
          <a:solidFill>
            <a:schemeClr val="tx1"/>
          </a:solidFill>
          <a:latin typeface="+mn-lt"/>
          <a:ea typeface="+mn-ea"/>
          <a:cs typeface="+mn-cs"/>
        </a:defRPr>
      </a:lvl5pPr>
      <a:lvl6pPr marL="2939110" algn="l" defTabSz="1175644" rtl="0" eaLnBrk="1" latinLnBrk="0" hangingPunct="1">
        <a:defRPr sz="2300" kern="1200">
          <a:solidFill>
            <a:schemeClr val="tx1"/>
          </a:solidFill>
          <a:latin typeface="+mn-lt"/>
          <a:ea typeface="+mn-ea"/>
          <a:cs typeface="+mn-cs"/>
        </a:defRPr>
      </a:lvl6pPr>
      <a:lvl7pPr marL="3526932" algn="l" defTabSz="1175644" rtl="0" eaLnBrk="1" latinLnBrk="0" hangingPunct="1">
        <a:defRPr sz="2300" kern="1200">
          <a:solidFill>
            <a:schemeClr val="tx1"/>
          </a:solidFill>
          <a:latin typeface="+mn-lt"/>
          <a:ea typeface="+mn-ea"/>
          <a:cs typeface="+mn-cs"/>
        </a:defRPr>
      </a:lvl7pPr>
      <a:lvl8pPr marL="4114754" algn="l" defTabSz="1175644" rtl="0" eaLnBrk="1" latinLnBrk="0" hangingPunct="1">
        <a:defRPr sz="2300" kern="1200">
          <a:solidFill>
            <a:schemeClr val="tx1"/>
          </a:solidFill>
          <a:latin typeface="+mn-lt"/>
          <a:ea typeface="+mn-ea"/>
          <a:cs typeface="+mn-cs"/>
        </a:defRPr>
      </a:lvl8pPr>
      <a:lvl9pPr marL="4702576" algn="l" defTabSz="1175644" rtl="0" eaLnBrk="1" latinLnBrk="0" hangingPunct="1">
        <a:defRPr sz="2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48" userDrawn="1">
          <p15:clr>
            <a:srgbClr val="F26B43"/>
          </p15:clr>
        </p15:guide>
        <p15:guide id="2" pos="403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1EC43B-7FA2-AFF3-983E-3885DEB547F8}"/>
              </a:ext>
            </a:extLst>
          </p:cNvPr>
          <p:cNvSpPr>
            <a:spLocks noGrp="1"/>
          </p:cNvSpPr>
          <p:nvPr>
            <p:ph type="title"/>
          </p:nvPr>
        </p:nvSpPr>
        <p:spPr>
          <a:xfrm>
            <a:off x="879475" y="414338"/>
            <a:ext cx="11042650" cy="1501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2E1FD6-37D2-4889-2F0C-183339B9A660}"/>
              </a:ext>
            </a:extLst>
          </p:cNvPr>
          <p:cNvSpPr>
            <a:spLocks noGrp="1"/>
          </p:cNvSpPr>
          <p:nvPr>
            <p:ph type="body" idx="1"/>
          </p:nvPr>
        </p:nvSpPr>
        <p:spPr>
          <a:xfrm>
            <a:off x="879475" y="2068513"/>
            <a:ext cx="11042650" cy="49323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B04E66-5568-544F-09BE-5D3699B567CE}"/>
              </a:ext>
            </a:extLst>
          </p:cNvPr>
          <p:cNvSpPr>
            <a:spLocks noGrp="1"/>
          </p:cNvSpPr>
          <p:nvPr>
            <p:ph type="dt" sz="half" idx="2"/>
          </p:nvPr>
        </p:nvSpPr>
        <p:spPr>
          <a:xfrm>
            <a:off x="879475" y="7204075"/>
            <a:ext cx="2881313" cy="414338"/>
          </a:xfrm>
          <a:prstGeom prst="rect">
            <a:avLst/>
          </a:prstGeom>
        </p:spPr>
        <p:txBody>
          <a:bodyPr vert="horz" lIns="91440" tIns="45720" rIns="91440" bIns="45720" rtlCol="0" anchor="ctr"/>
          <a:lstStyle>
            <a:lvl1pPr algn="l">
              <a:defRPr sz="1200">
                <a:solidFill>
                  <a:schemeClr val="tx1">
                    <a:tint val="82000"/>
                  </a:schemeClr>
                </a:solidFill>
              </a:defRPr>
            </a:lvl1pPr>
          </a:lstStyle>
          <a:p>
            <a:fld id="{88E93B90-976C-466E-9791-14E081F3CD30}" type="datetimeFigureOut">
              <a:rPr lang="en-US" smtClean="0"/>
              <a:t>6/10/2026</a:t>
            </a:fld>
            <a:endParaRPr lang="en-US"/>
          </a:p>
        </p:txBody>
      </p:sp>
      <p:sp>
        <p:nvSpPr>
          <p:cNvPr id="5" name="Footer Placeholder 4">
            <a:extLst>
              <a:ext uri="{FF2B5EF4-FFF2-40B4-BE49-F238E27FC236}">
                <a16:creationId xmlns:a16="http://schemas.microsoft.com/office/drawing/2014/main" id="{FED85E7F-AAB0-DA4E-533C-6220A3027C82}"/>
              </a:ext>
            </a:extLst>
          </p:cNvPr>
          <p:cNvSpPr>
            <a:spLocks noGrp="1"/>
          </p:cNvSpPr>
          <p:nvPr>
            <p:ph type="ftr" sz="quarter" idx="3"/>
          </p:nvPr>
        </p:nvSpPr>
        <p:spPr>
          <a:xfrm>
            <a:off x="4240213" y="7204075"/>
            <a:ext cx="4321175" cy="41433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B08901-E0F3-9817-8F67-4EDB7C89A44D}"/>
              </a:ext>
            </a:extLst>
          </p:cNvPr>
          <p:cNvSpPr>
            <a:spLocks noGrp="1"/>
          </p:cNvSpPr>
          <p:nvPr>
            <p:ph type="sldNum" sz="quarter" idx="4"/>
          </p:nvPr>
        </p:nvSpPr>
        <p:spPr>
          <a:xfrm>
            <a:off x="9040813" y="7204075"/>
            <a:ext cx="2881312" cy="414338"/>
          </a:xfrm>
          <a:prstGeom prst="rect">
            <a:avLst/>
          </a:prstGeom>
        </p:spPr>
        <p:txBody>
          <a:bodyPr vert="horz" lIns="91440" tIns="45720" rIns="91440" bIns="45720" rtlCol="0" anchor="ctr"/>
          <a:lstStyle>
            <a:lvl1pPr algn="r">
              <a:defRPr sz="1200">
                <a:solidFill>
                  <a:schemeClr val="tx1">
                    <a:tint val="82000"/>
                  </a:schemeClr>
                </a:solidFill>
              </a:defRPr>
            </a:lvl1pPr>
          </a:lstStyle>
          <a:p>
            <a:fld id="{7DCD2A4F-A206-4037-BE5D-9560914F5DC1}" type="slidenum">
              <a:rPr lang="en-US" smtClean="0"/>
              <a:t>‹#›</a:t>
            </a:fld>
            <a:endParaRPr lang="en-US"/>
          </a:p>
        </p:txBody>
      </p:sp>
    </p:spTree>
    <p:extLst>
      <p:ext uri="{BB962C8B-B14F-4D97-AF65-F5344CB8AC3E}">
        <p14:creationId xmlns:p14="http://schemas.microsoft.com/office/powerpoint/2010/main" val="233060377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7239000"/>
            <a:ext cx="12801600" cy="533400"/>
          </a:xfrm>
          <a:prstGeom prst="rect">
            <a:avLst/>
          </a:prstGeom>
          <a:solidFill>
            <a:srgbClr val="414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entagon 7"/>
          <p:cNvSpPr/>
          <p:nvPr/>
        </p:nvSpPr>
        <p:spPr>
          <a:xfrm rot="10800000">
            <a:off x="11764566" y="7238997"/>
            <a:ext cx="1037034" cy="533401"/>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39140" y="311256"/>
            <a:ext cx="11323320" cy="1295400"/>
          </a:xfrm>
          <a:prstGeom prst="rect">
            <a:avLst/>
          </a:prstGeom>
        </p:spPr>
        <p:txBody>
          <a:bodyPr vert="horz" lIns="117564" tIns="58782" rIns="117564" bIns="58782" rtlCol="0" anchor="ctr">
            <a:noAutofit/>
          </a:bodyPr>
          <a:lstStyle/>
          <a:p>
            <a:r>
              <a:rPr lang="en-US"/>
              <a:t>Click to edit Master title style</a:t>
            </a:r>
          </a:p>
        </p:txBody>
      </p:sp>
      <p:sp>
        <p:nvSpPr>
          <p:cNvPr id="3" name="Text Placeholder 2"/>
          <p:cNvSpPr>
            <a:spLocks noGrp="1"/>
          </p:cNvSpPr>
          <p:nvPr>
            <p:ph type="body" idx="1"/>
          </p:nvPr>
        </p:nvSpPr>
        <p:spPr>
          <a:xfrm>
            <a:off x="727141" y="2026848"/>
            <a:ext cx="11347319" cy="4907351"/>
          </a:xfrm>
          <a:prstGeom prst="rect">
            <a:avLst/>
          </a:prstGeom>
        </p:spPr>
        <p:txBody>
          <a:bodyPr vert="horz" lIns="117564" tIns="58782" rIns="117564" bIns="58782"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a:spLocks noGrp="1"/>
          </p:cNvSpPr>
          <p:nvPr>
            <p:ph type="sldNum" sz="quarter" idx="4"/>
          </p:nvPr>
        </p:nvSpPr>
        <p:spPr>
          <a:xfrm>
            <a:off x="11887200" y="7400925"/>
            <a:ext cx="914400" cy="228600"/>
          </a:xfrm>
          <a:prstGeom prst="rect">
            <a:avLst/>
          </a:prstGeom>
        </p:spPr>
        <p:txBody>
          <a:bodyPr vert="horz" lIns="91440" tIns="45720" rIns="91440" bIns="45720" rtlCol="0" anchor="ctr"/>
          <a:lstStyle>
            <a:lvl1pPr algn="ctr">
              <a:defRPr sz="1200">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4" name="Footer Placeholder 4"/>
          <p:cNvSpPr txBox="1">
            <a:spLocks/>
          </p:cNvSpPr>
          <p:nvPr/>
        </p:nvSpPr>
        <p:spPr>
          <a:xfrm>
            <a:off x="1143000" y="7375361"/>
            <a:ext cx="10515600" cy="263689"/>
          </a:xfrm>
          <a:prstGeom prst="rect">
            <a:avLst/>
          </a:prstGeom>
        </p:spPr>
        <p:txBody>
          <a:bodyPr vert="horz" lIns="91440" tIns="45720" rIns="91440" bIns="45720" rtlCol="0" anchor="ctr"/>
          <a:lstStyle>
            <a:defPPr>
              <a:defRPr lang="en-US"/>
            </a:defPPr>
            <a:lvl1pPr marL="0" algn="ctr" defTabSz="1175644" rtl="0" eaLnBrk="1" latinLnBrk="0" hangingPunct="1">
              <a:defRPr sz="900" kern="1200">
                <a:solidFill>
                  <a:schemeClr val="bg2"/>
                </a:solidFill>
                <a:latin typeface="+mn-lt"/>
                <a:ea typeface="+mn-ea"/>
                <a:cs typeface="+mn-cs"/>
              </a:defRPr>
            </a:lvl1pPr>
            <a:lvl2pPr marL="587822" algn="l" defTabSz="1175644" rtl="0" eaLnBrk="1" latinLnBrk="0" hangingPunct="1">
              <a:defRPr sz="2300" kern="1200">
                <a:solidFill>
                  <a:schemeClr val="tx1"/>
                </a:solidFill>
                <a:latin typeface="+mn-lt"/>
                <a:ea typeface="+mn-ea"/>
                <a:cs typeface="+mn-cs"/>
              </a:defRPr>
            </a:lvl2pPr>
            <a:lvl3pPr marL="1175644" algn="l" defTabSz="1175644" rtl="0" eaLnBrk="1" latinLnBrk="0" hangingPunct="1">
              <a:defRPr sz="2300" kern="1200">
                <a:solidFill>
                  <a:schemeClr val="tx1"/>
                </a:solidFill>
                <a:latin typeface="+mn-lt"/>
                <a:ea typeface="+mn-ea"/>
                <a:cs typeface="+mn-cs"/>
              </a:defRPr>
            </a:lvl3pPr>
            <a:lvl4pPr marL="1763466" algn="l" defTabSz="1175644" rtl="0" eaLnBrk="1" latinLnBrk="0" hangingPunct="1">
              <a:defRPr sz="2300" kern="1200">
                <a:solidFill>
                  <a:schemeClr val="tx1"/>
                </a:solidFill>
                <a:latin typeface="+mn-lt"/>
                <a:ea typeface="+mn-ea"/>
                <a:cs typeface="+mn-cs"/>
              </a:defRPr>
            </a:lvl4pPr>
            <a:lvl5pPr marL="2351288" algn="l" defTabSz="1175644" rtl="0" eaLnBrk="1" latinLnBrk="0" hangingPunct="1">
              <a:defRPr sz="2300" kern="1200">
                <a:solidFill>
                  <a:schemeClr val="tx1"/>
                </a:solidFill>
                <a:latin typeface="+mn-lt"/>
                <a:ea typeface="+mn-ea"/>
                <a:cs typeface="+mn-cs"/>
              </a:defRPr>
            </a:lvl5pPr>
            <a:lvl6pPr marL="2939110" algn="l" defTabSz="1175644" rtl="0" eaLnBrk="1" latinLnBrk="0" hangingPunct="1">
              <a:defRPr sz="2300" kern="1200">
                <a:solidFill>
                  <a:schemeClr val="tx1"/>
                </a:solidFill>
                <a:latin typeface="+mn-lt"/>
                <a:ea typeface="+mn-ea"/>
                <a:cs typeface="+mn-cs"/>
              </a:defRPr>
            </a:lvl6pPr>
            <a:lvl7pPr marL="3526932" algn="l" defTabSz="1175644" rtl="0" eaLnBrk="1" latinLnBrk="0" hangingPunct="1">
              <a:defRPr sz="2300" kern="1200">
                <a:solidFill>
                  <a:schemeClr val="tx1"/>
                </a:solidFill>
                <a:latin typeface="+mn-lt"/>
                <a:ea typeface="+mn-ea"/>
                <a:cs typeface="+mn-cs"/>
              </a:defRPr>
            </a:lvl7pPr>
            <a:lvl8pPr marL="4114754" algn="l" defTabSz="1175644" rtl="0" eaLnBrk="1" latinLnBrk="0" hangingPunct="1">
              <a:defRPr sz="2300" kern="1200">
                <a:solidFill>
                  <a:schemeClr val="tx1"/>
                </a:solidFill>
                <a:latin typeface="+mn-lt"/>
                <a:ea typeface="+mn-ea"/>
                <a:cs typeface="+mn-cs"/>
              </a:defRPr>
            </a:lvl8pPr>
            <a:lvl9pPr marL="4702576" algn="l" defTabSz="1175644" rtl="0" eaLnBrk="1" latinLnBrk="0" hangingPunct="1">
              <a:defRPr sz="2300" kern="1200">
                <a:solidFill>
                  <a:schemeClr val="tx1"/>
                </a:solidFill>
                <a:latin typeface="+mn-lt"/>
                <a:ea typeface="+mn-ea"/>
                <a:cs typeface="+mn-cs"/>
              </a:defRPr>
            </a:lvl9pPr>
          </a:lstStyle>
          <a:p>
            <a:pPr algn="ctr"/>
            <a:r>
              <a:rPr lang="en-US" sz="1000" i="1">
                <a:solidFill>
                  <a:schemeClr val="bg1"/>
                </a:solidFill>
              </a:rPr>
              <a:t>© Copyright 2023, Alexander Babbage // All Rights Reserved, Confidential and Proprietary</a:t>
            </a:r>
          </a:p>
        </p:txBody>
      </p:sp>
      <p:pic>
        <p:nvPicPr>
          <p:cNvPr id="10" name="Picture 9">
            <a:extLst>
              <a:ext uri="{FF2B5EF4-FFF2-40B4-BE49-F238E27FC236}">
                <a16:creationId xmlns:a16="http://schemas.microsoft.com/office/drawing/2014/main" id="{CD54B74F-D3DA-4501-8280-0FA925FBDB81}"/>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4800" y="7305675"/>
            <a:ext cx="1018802" cy="389743"/>
          </a:xfrm>
          <a:prstGeom prst="rect">
            <a:avLst/>
          </a:prstGeom>
        </p:spPr>
      </p:pic>
      <p:pic>
        <p:nvPicPr>
          <p:cNvPr id="11" name="Picture 10">
            <a:extLst>
              <a:ext uri="{FF2B5EF4-FFF2-40B4-BE49-F238E27FC236}">
                <a16:creationId xmlns:a16="http://schemas.microsoft.com/office/drawing/2014/main" id="{EA601F38-1A22-475C-BF74-7375507FB40F}"/>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524000" y="7354383"/>
            <a:ext cx="1055207" cy="310231"/>
          </a:xfrm>
          <a:prstGeom prst="rect">
            <a:avLst/>
          </a:prstGeom>
        </p:spPr>
      </p:pic>
    </p:spTree>
    <p:extLst>
      <p:ext uri="{BB962C8B-B14F-4D97-AF65-F5344CB8AC3E}">
        <p14:creationId xmlns:p14="http://schemas.microsoft.com/office/powerpoint/2010/main" val="826795338"/>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algn="l" defTabSz="1175644" rtl="0" eaLnBrk="1" latinLnBrk="0" hangingPunct="1">
        <a:lnSpc>
          <a:spcPct val="110000"/>
        </a:lnSpc>
        <a:spcBef>
          <a:spcPct val="0"/>
        </a:spcBef>
        <a:spcAft>
          <a:spcPts val="600"/>
        </a:spcAft>
        <a:buNone/>
        <a:defRPr lang="en-US" sz="2800" kern="1200" dirty="0">
          <a:solidFill>
            <a:schemeClr val="tx1"/>
          </a:solidFill>
          <a:latin typeface="+mj-lt"/>
          <a:ea typeface="+mj-ea"/>
          <a:cs typeface="+mj-cs"/>
        </a:defRPr>
      </a:lvl1pPr>
    </p:titleStyle>
    <p:bodyStyle>
      <a:lvl1pPr marL="233363" indent="-233363" algn="l" defTabSz="914400" rtl="0" eaLnBrk="1" latinLnBrk="0" hangingPunct="1">
        <a:lnSpc>
          <a:spcPct val="100000"/>
        </a:lnSpc>
        <a:spcBef>
          <a:spcPts val="0"/>
        </a:spcBef>
        <a:spcAft>
          <a:spcPts val="0"/>
        </a:spcAft>
        <a:buClr>
          <a:schemeClr val="accent2"/>
        </a:buClr>
        <a:buSzPct val="140000"/>
        <a:buFont typeface="Roboto" panose="02000000000000000000" pitchFamily="2" charset="0"/>
        <a:buChar char="›"/>
        <a:defRPr lang="en-US" sz="2000" kern="1200" dirty="0" smtClean="0">
          <a:solidFill>
            <a:schemeClr val="tx1">
              <a:lumMod val="50000"/>
            </a:schemeClr>
          </a:solidFill>
          <a:latin typeface="+mn-lt"/>
          <a:ea typeface="+mn-ea"/>
          <a:cs typeface="+mn-cs"/>
        </a:defRPr>
      </a:lvl1pPr>
      <a:lvl2pPr marL="457200" indent="-2095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2pPr>
      <a:lvl3pPr marL="690563" indent="-244475" algn="l" defTabSz="914400" rtl="0" eaLnBrk="1" latinLnBrk="0" hangingPunct="1">
        <a:lnSpc>
          <a:spcPct val="100000"/>
        </a:lnSpc>
        <a:spcBef>
          <a:spcPts val="0"/>
        </a:spcBef>
        <a:spcAft>
          <a:spcPts val="0"/>
        </a:spcAft>
        <a:buClr>
          <a:schemeClr val="accent3"/>
        </a:buClr>
        <a:buFont typeface="Arial" panose="020B0604020202020204" pitchFamily="34" charset="0"/>
        <a:buChar char="•"/>
        <a:defRPr lang="en-US" sz="2000" kern="1200" dirty="0" smtClean="0">
          <a:solidFill>
            <a:schemeClr val="tx1">
              <a:lumMod val="50000"/>
            </a:schemeClr>
          </a:solidFill>
          <a:latin typeface="+mn-lt"/>
          <a:ea typeface="+mn-ea"/>
          <a:cs typeface="+mn-cs"/>
        </a:defRPr>
      </a:lvl3pPr>
      <a:lvl4pPr marL="914400" indent="-2349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4pPr>
      <a:lvl5pPr marL="1147763" indent="-217488" algn="l" defTabSz="914400" rtl="0" eaLnBrk="1" latinLnBrk="0" hangingPunct="1">
        <a:lnSpc>
          <a:spcPct val="100000"/>
        </a:lnSpc>
        <a:spcBef>
          <a:spcPts val="0"/>
        </a:spcBef>
        <a:spcAft>
          <a:spcPts val="0"/>
        </a:spcAft>
        <a:buClr>
          <a:schemeClr val="tx1"/>
        </a:buClr>
        <a:buFont typeface="Arial" panose="020B0604020202020204" pitchFamily="34" charset="0"/>
        <a:buChar char="»"/>
        <a:defRPr lang="en-US" sz="2000" kern="1200" dirty="0">
          <a:solidFill>
            <a:schemeClr val="tx1">
              <a:lumMod val="50000"/>
            </a:schemeClr>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p:bodyStyle>
    <p:otherStyle>
      <a:defPPr>
        <a:defRPr lang="en-US"/>
      </a:defPPr>
      <a:lvl1pPr marL="0" algn="l" defTabSz="1175644" rtl="0" eaLnBrk="1" latinLnBrk="0" hangingPunct="1">
        <a:defRPr sz="2300" kern="1200">
          <a:solidFill>
            <a:schemeClr val="tx1"/>
          </a:solidFill>
          <a:latin typeface="+mn-lt"/>
          <a:ea typeface="+mn-ea"/>
          <a:cs typeface="+mn-cs"/>
        </a:defRPr>
      </a:lvl1pPr>
      <a:lvl2pPr marL="587822" algn="l" defTabSz="1175644" rtl="0" eaLnBrk="1" latinLnBrk="0" hangingPunct="1">
        <a:defRPr sz="2300" kern="1200">
          <a:solidFill>
            <a:schemeClr val="tx1"/>
          </a:solidFill>
          <a:latin typeface="+mn-lt"/>
          <a:ea typeface="+mn-ea"/>
          <a:cs typeface="+mn-cs"/>
        </a:defRPr>
      </a:lvl2pPr>
      <a:lvl3pPr marL="1175644" algn="l" defTabSz="1175644" rtl="0" eaLnBrk="1" latinLnBrk="0" hangingPunct="1">
        <a:defRPr sz="2300" kern="1200">
          <a:solidFill>
            <a:schemeClr val="tx1"/>
          </a:solidFill>
          <a:latin typeface="+mn-lt"/>
          <a:ea typeface="+mn-ea"/>
          <a:cs typeface="+mn-cs"/>
        </a:defRPr>
      </a:lvl3pPr>
      <a:lvl4pPr marL="1763466" algn="l" defTabSz="1175644" rtl="0" eaLnBrk="1" latinLnBrk="0" hangingPunct="1">
        <a:defRPr sz="2300" kern="1200">
          <a:solidFill>
            <a:schemeClr val="tx1"/>
          </a:solidFill>
          <a:latin typeface="+mn-lt"/>
          <a:ea typeface="+mn-ea"/>
          <a:cs typeface="+mn-cs"/>
        </a:defRPr>
      </a:lvl4pPr>
      <a:lvl5pPr marL="2351288" algn="l" defTabSz="1175644" rtl="0" eaLnBrk="1" latinLnBrk="0" hangingPunct="1">
        <a:defRPr sz="2300" kern="1200">
          <a:solidFill>
            <a:schemeClr val="tx1"/>
          </a:solidFill>
          <a:latin typeface="+mn-lt"/>
          <a:ea typeface="+mn-ea"/>
          <a:cs typeface="+mn-cs"/>
        </a:defRPr>
      </a:lvl5pPr>
      <a:lvl6pPr marL="2939110" algn="l" defTabSz="1175644" rtl="0" eaLnBrk="1" latinLnBrk="0" hangingPunct="1">
        <a:defRPr sz="2300" kern="1200">
          <a:solidFill>
            <a:schemeClr val="tx1"/>
          </a:solidFill>
          <a:latin typeface="+mn-lt"/>
          <a:ea typeface="+mn-ea"/>
          <a:cs typeface="+mn-cs"/>
        </a:defRPr>
      </a:lvl6pPr>
      <a:lvl7pPr marL="3526932" algn="l" defTabSz="1175644" rtl="0" eaLnBrk="1" latinLnBrk="0" hangingPunct="1">
        <a:defRPr sz="2300" kern="1200">
          <a:solidFill>
            <a:schemeClr val="tx1"/>
          </a:solidFill>
          <a:latin typeface="+mn-lt"/>
          <a:ea typeface="+mn-ea"/>
          <a:cs typeface="+mn-cs"/>
        </a:defRPr>
      </a:lvl7pPr>
      <a:lvl8pPr marL="4114754" algn="l" defTabSz="1175644" rtl="0" eaLnBrk="1" latinLnBrk="0" hangingPunct="1">
        <a:defRPr sz="2300" kern="1200">
          <a:solidFill>
            <a:schemeClr val="tx1"/>
          </a:solidFill>
          <a:latin typeface="+mn-lt"/>
          <a:ea typeface="+mn-ea"/>
          <a:cs typeface="+mn-cs"/>
        </a:defRPr>
      </a:lvl8pPr>
      <a:lvl9pPr marL="4702576" algn="l" defTabSz="1175644" rtl="0" eaLnBrk="1" latinLnBrk="0" hangingPunct="1">
        <a:defRPr sz="2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7239001"/>
            <a:ext cx="12801600" cy="533400"/>
          </a:xfrm>
          <a:prstGeom prst="rect">
            <a:avLst/>
          </a:prstGeom>
          <a:solidFill>
            <a:srgbClr val="4140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8" name="Pentagon 7"/>
          <p:cNvSpPr/>
          <p:nvPr/>
        </p:nvSpPr>
        <p:spPr>
          <a:xfrm rot="10800000">
            <a:off x="11764567" y="7238998"/>
            <a:ext cx="1037034" cy="533401"/>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67"/>
          </a:p>
        </p:txBody>
      </p:sp>
      <p:sp>
        <p:nvSpPr>
          <p:cNvPr id="2" name="Title Placeholder 1"/>
          <p:cNvSpPr>
            <a:spLocks noGrp="1"/>
          </p:cNvSpPr>
          <p:nvPr>
            <p:ph type="title"/>
          </p:nvPr>
        </p:nvSpPr>
        <p:spPr>
          <a:xfrm>
            <a:off x="739140" y="311256"/>
            <a:ext cx="11323320" cy="1295400"/>
          </a:xfrm>
          <a:prstGeom prst="rect">
            <a:avLst/>
          </a:prstGeom>
        </p:spPr>
        <p:txBody>
          <a:bodyPr vert="horz" lIns="117564" tIns="58782" rIns="117564" bIns="58782" rtlCol="0" anchor="ctr">
            <a:noAutofit/>
          </a:bodyPr>
          <a:lstStyle/>
          <a:p>
            <a:r>
              <a:rPr lang="en-US"/>
              <a:t>Click to edit Master title style</a:t>
            </a:r>
          </a:p>
        </p:txBody>
      </p:sp>
      <p:sp>
        <p:nvSpPr>
          <p:cNvPr id="3" name="Text Placeholder 2"/>
          <p:cNvSpPr>
            <a:spLocks noGrp="1"/>
          </p:cNvSpPr>
          <p:nvPr>
            <p:ph type="body" idx="1"/>
          </p:nvPr>
        </p:nvSpPr>
        <p:spPr>
          <a:xfrm>
            <a:off x="727142" y="2026849"/>
            <a:ext cx="11347319" cy="4907351"/>
          </a:xfrm>
          <a:prstGeom prst="rect">
            <a:avLst/>
          </a:prstGeom>
        </p:spPr>
        <p:txBody>
          <a:bodyPr vert="horz" lIns="117564" tIns="58782" rIns="117564" bIns="58782"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5"/>
          <p:cNvSpPr>
            <a:spLocks noGrp="1"/>
          </p:cNvSpPr>
          <p:nvPr>
            <p:ph type="sldNum" sz="quarter" idx="4"/>
          </p:nvPr>
        </p:nvSpPr>
        <p:spPr>
          <a:xfrm>
            <a:off x="11887201" y="7400925"/>
            <a:ext cx="914400" cy="228600"/>
          </a:xfrm>
          <a:prstGeom prst="rect">
            <a:avLst/>
          </a:prstGeom>
        </p:spPr>
        <p:txBody>
          <a:bodyPr vert="horz" lIns="91440" tIns="45720" rIns="91440" bIns="45720" rtlCol="0" anchor="ctr"/>
          <a:lstStyle>
            <a:lvl1pPr algn="ctr">
              <a:defRPr sz="1112">
                <a:solidFill>
                  <a:schemeClr val="bg2"/>
                </a:solidFill>
              </a:defRPr>
            </a:lvl1pPr>
          </a:lstStyle>
          <a:p>
            <a:fld id="{DFE75DC9-2AA8-4836-ABA6-832E2002DAE6}" type="slidenum">
              <a:rPr lang="en-US" smtClean="0">
                <a:solidFill>
                  <a:srgbClr val="FFFFFF"/>
                </a:solidFill>
              </a:rPr>
              <a:t>‹#›</a:t>
            </a:fld>
            <a:endParaRPr lang="en-US">
              <a:solidFill>
                <a:srgbClr val="FFFFFF"/>
              </a:solidFill>
            </a:endParaRPr>
          </a:p>
        </p:txBody>
      </p:sp>
      <p:sp>
        <p:nvSpPr>
          <p:cNvPr id="14" name="Footer Placeholder 4"/>
          <p:cNvSpPr txBox="1">
            <a:spLocks/>
          </p:cNvSpPr>
          <p:nvPr/>
        </p:nvSpPr>
        <p:spPr>
          <a:xfrm>
            <a:off x="1143001" y="7375362"/>
            <a:ext cx="10515600" cy="263689"/>
          </a:xfrm>
          <a:prstGeom prst="rect">
            <a:avLst/>
          </a:prstGeom>
        </p:spPr>
        <p:txBody>
          <a:bodyPr vert="horz" lIns="84716" tIns="42358" rIns="84716" bIns="42358" rtlCol="0" anchor="ctr"/>
          <a:lstStyle>
            <a:defPPr>
              <a:defRPr lang="en-US"/>
            </a:defPPr>
            <a:lvl1pPr marL="0" algn="ctr" defTabSz="1175644" rtl="0" eaLnBrk="1" latinLnBrk="0" hangingPunct="1">
              <a:defRPr sz="900" kern="1200">
                <a:solidFill>
                  <a:schemeClr val="bg2"/>
                </a:solidFill>
                <a:latin typeface="+mn-lt"/>
                <a:ea typeface="+mn-ea"/>
                <a:cs typeface="+mn-cs"/>
              </a:defRPr>
            </a:lvl1pPr>
            <a:lvl2pPr marL="587822" algn="l" defTabSz="1175644" rtl="0" eaLnBrk="1" latinLnBrk="0" hangingPunct="1">
              <a:defRPr sz="2300" kern="1200">
                <a:solidFill>
                  <a:schemeClr val="tx1"/>
                </a:solidFill>
                <a:latin typeface="+mn-lt"/>
                <a:ea typeface="+mn-ea"/>
                <a:cs typeface="+mn-cs"/>
              </a:defRPr>
            </a:lvl2pPr>
            <a:lvl3pPr marL="1175644" algn="l" defTabSz="1175644" rtl="0" eaLnBrk="1" latinLnBrk="0" hangingPunct="1">
              <a:defRPr sz="2300" kern="1200">
                <a:solidFill>
                  <a:schemeClr val="tx1"/>
                </a:solidFill>
                <a:latin typeface="+mn-lt"/>
                <a:ea typeface="+mn-ea"/>
                <a:cs typeface="+mn-cs"/>
              </a:defRPr>
            </a:lvl3pPr>
            <a:lvl4pPr marL="1763466" algn="l" defTabSz="1175644" rtl="0" eaLnBrk="1" latinLnBrk="0" hangingPunct="1">
              <a:defRPr sz="2300" kern="1200">
                <a:solidFill>
                  <a:schemeClr val="tx1"/>
                </a:solidFill>
                <a:latin typeface="+mn-lt"/>
                <a:ea typeface="+mn-ea"/>
                <a:cs typeface="+mn-cs"/>
              </a:defRPr>
            </a:lvl4pPr>
            <a:lvl5pPr marL="2351288" algn="l" defTabSz="1175644" rtl="0" eaLnBrk="1" latinLnBrk="0" hangingPunct="1">
              <a:defRPr sz="2300" kern="1200">
                <a:solidFill>
                  <a:schemeClr val="tx1"/>
                </a:solidFill>
                <a:latin typeface="+mn-lt"/>
                <a:ea typeface="+mn-ea"/>
                <a:cs typeface="+mn-cs"/>
              </a:defRPr>
            </a:lvl5pPr>
            <a:lvl6pPr marL="2939110" algn="l" defTabSz="1175644" rtl="0" eaLnBrk="1" latinLnBrk="0" hangingPunct="1">
              <a:defRPr sz="2300" kern="1200">
                <a:solidFill>
                  <a:schemeClr val="tx1"/>
                </a:solidFill>
                <a:latin typeface="+mn-lt"/>
                <a:ea typeface="+mn-ea"/>
                <a:cs typeface="+mn-cs"/>
              </a:defRPr>
            </a:lvl6pPr>
            <a:lvl7pPr marL="3526932" algn="l" defTabSz="1175644" rtl="0" eaLnBrk="1" latinLnBrk="0" hangingPunct="1">
              <a:defRPr sz="2300" kern="1200">
                <a:solidFill>
                  <a:schemeClr val="tx1"/>
                </a:solidFill>
                <a:latin typeface="+mn-lt"/>
                <a:ea typeface="+mn-ea"/>
                <a:cs typeface="+mn-cs"/>
              </a:defRPr>
            </a:lvl7pPr>
            <a:lvl8pPr marL="4114754" algn="l" defTabSz="1175644" rtl="0" eaLnBrk="1" latinLnBrk="0" hangingPunct="1">
              <a:defRPr sz="2300" kern="1200">
                <a:solidFill>
                  <a:schemeClr val="tx1"/>
                </a:solidFill>
                <a:latin typeface="+mn-lt"/>
                <a:ea typeface="+mn-ea"/>
                <a:cs typeface="+mn-cs"/>
              </a:defRPr>
            </a:lvl8pPr>
            <a:lvl9pPr marL="4702576" algn="l" defTabSz="1175644" rtl="0" eaLnBrk="1" latinLnBrk="0" hangingPunct="1">
              <a:defRPr sz="2300" kern="1200">
                <a:solidFill>
                  <a:schemeClr val="tx1"/>
                </a:solidFill>
                <a:latin typeface="+mn-lt"/>
                <a:ea typeface="+mn-ea"/>
                <a:cs typeface="+mn-cs"/>
              </a:defRPr>
            </a:lvl9pPr>
          </a:lstStyle>
          <a:p>
            <a:pPr algn="ctr"/>
            <a:r>
              <a:rPr lang="en-US" sz="926" i="1">
                <a:solidFill>
                  <a:schemeClr val="bg1"/>
                </a:solidFill>
              </a:rPr>
              <a:t>© Copyright 2020, Alexander Babbage // All Rights Reserved, Confidential and Proprietary</a:t>
            </a:r>
          </a:p>
        </p:txBody>
      </p:sp>
      <p:pic>
        <p:nvPicPr>
          <p:cNvPr id="10" name="Picture 9">
            <a:extLst>
              <a:ext uri="{FF2B5EF4-FFF2-40B4-BE49-F238E27FC236}">
                <a16:creationId xmlns:a16="http://schemas.microsoft.com/office/drawing/2014/main" id="{CD54B74F-D3DA-4501-8280-0FA925FBDB81}"/>
              </a:ext>
            </a:extLst>
          </p:cNvPr>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4801" y="7305676"/>
            <a:ext cx="1018802" cy="389743"/>
          </a:xfrm>
          <a:prstGeom prst="rect">
            <a:avLst/>
          </a:prstGeom>
        </p:spPr>
      </p:pic>
      <p:pic>
        <p:nvPicPr>
          <p:cNvPr id="11" name="Picture 10">
            <a:extLst>
              <a:ext uri="{FF2B5EF4-FFF2-40B4-BE49-F238E27FC236}">
                <a16:creationId xmlns:a16="http://schemas.microsoft.com/office/drawing/2014/main" id="{EA601F38-1A22-475C-BF74-7375507FB40F}"/>
              </a:ext>
            </a:extLst>
          </p:cNvPr>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524001" y="7354384"/>
            <a:ext cx="1055207" cy="310231"/>
          </a:xfrm>
          <a:prstGeom prst="rect">
            <a:avLst/>
          </a:prstGeom>
        </p:spPr>
      </p:pic>
    </p:spTree>
    <p:extLst>
      <p:ext uri="{BB962C8B-B14F-4D97-AF65-F5344CB8AC3E}">
        <p14:creationId xmlns:p14="http://schemas.microsoft.com/office/powerpoint/2010/main" val="2937884643"/>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algn="l" defTabSz="1089257" rtl="0" eaLnBrk="1" latinLnBrk="0" hangingPunct="1">
        <a:lnSpc>
          <a:spcPct val="110000"/>
        </a:lnSpc>
        <a:spcBef>
          <a:spcPct val="0"/>
        </a:spcBef>
        <a:spcAft>
          <a:spcPts val="555"/>
        </a:spcAft>
        <a:buNone/>
        <a:defRPr lang="en-US" sz="2595" kern="1200" dirty="0">
          <a:solidFill>
            <a:schemeClr val="tx1"/>
          </a:solidFill>
          <a:latin typeface="+mj-lt"/>
          <a:ea typeface="+mj-ea"/>
          <a:cs typeface="+mj-cs"/>
        </a:defRPr>
      </a:lvl1pPr>
    </p:titleStyle>
    <p:bodyStyle>
      <a:lvl1pPr marL="216216" indent="-216216" algn="l" defTabSz="847210" rtl="0" eaLnBrk="1" latinLnBrk="0" hangingPunct="1">
        <a:lnSpc>
          <a:spcPct val="100000"/>
        </a:lnSpc>
        <a:spcBef>
          <a:spcPts val="0"/>
        </a:spcBef>
        <a:spcAft>
          <a:spcPts val="0"/>
        </a:spcAft>
        <a:buClr>
          <a:schemeClr val="accent2"/>
        </a:buClr>
        <a:buSzPct val="140000"/>
        <a:buFont typeface="Roboto" panose="02000000000000000000" pitchFamily="2" charset="0"/>
        <a:buChar char="›"/>
        <a:defRPr lang="en-US" sz="1853" kern="1200" dirty="0" smtClean="0">
          <a:solidFill>
            <a:schemeClr val="tx1">
              <a:lumMod val="50000"/>
            </a:schemeClr>
          </a:solidFill>
          <a:latin typeface="+mn-lt"/>
          <a:ea typeface="+mn-ea"/>
          <a:cs typeface="+mn-cs"/>
        </a:defRPr>
      </a:lvl1pPr>
      <a:lvl2pPr marL="423605" indent="-194152" algn="l" defTabSz="847210" rtl="0" eaLnBrk="1" latinLnBrk="0" hangingPunct="1">
        <a:lnSpc>
          <a:spcPct val="100000"/>
        </a:lnSpc>
        <a:spcBef>
          <a:spcPts val="0"/>
        </a:spcBef>
        <a:spcAft>
          <a:spcPts val="0"/>
        </a:spcAft>
        <a:buFont typeface="Arial" panose="020B0604020202020204" pitchFamily="34" charset="0"/>
        <a:buChar char="–"/>
        <a:defRPr lang="en-US" sz="1853" kern="1200" dirty="0" smtClean="0">
          <a:solidFill>
            <a:schemeClr val="tx1">
              <a:lumMod val="50000"/>
            </a:schemeClr>
          </a:solidFill>
          <a:latin typeface="+mn-lt"/>
          <a:ea typeface="+mn-ea"/>
          <a:cs typeface="+mn-cs"/>
        </a:defRPr>
      </a:lvl2pPr>
      <a:lvl3pPr marL="639821" indent="-226511" algn="l" defTabSz="847210" rtl="0" eaLnBrk="1" latinLnBrk="0" hangingPunct="1">
        <a:lnSpc>
          <a:spcPct val="100000"/>
        </a:lnSpc>
        <a:spcBef>
          <a:spcPts val="0"/>
        </a:spcBef>
        <a:spcAft>
          <a:spcPts val="0"/>
        </a:spcAft>
        <a:buClr>
          <a:schemeClr val="accent3"/>
        </a:buClr>
        <a:buFont typeface="Arial" panose="020B0604020202020204" pitchFamily="34" charset="0"/>
        <a:buChar char="•"/>
        <a:defRPr lang="en-US" sz="1853" kern="1200" dirty="0" smtClean="0">
          <a:solidFill>
            <a:schemeClr val="tx1">
              <a:lumMod val="50000"/>
            </a:schemeClr>
          </a:solidFill>
          <a:latin typeface="+mn-lt"/>
          <a:ea typeface="+mn-ea"/>
          <a:cs typeface="+mn-cs"/>
        </a:defRPr>
      </a:lvl3pPr>
      <a:lvl4pPr marL="847210" indent="-217686" algn="l" defTabSz="847210" rtl="0" eaLnBrk="1" latinLnBrk="0" hangingPunct="1">
        <a:lnSpc>
          <a:spcPct val="100000"/>
        </a:lnSpc>
        <a:spcBef>
          <a:spcPts val="0"/>
        </a:spcBef>
        <a:spcAft>
          <a:spcPts val="0"/>
        </a:spcAft>
        <a:buFont typeface="Arial" panose="020B0604020202020204" pitchFamily="34" charset="0"/>
        <a:buChar char="–"/>
        <a:defRPr lang="en-US" sz="1853" kern="1200" dirty="0" smtClean="0">
          <a:solidFill>
            <a:schemeClr val="tx1">
              <a:lumMod val="50000"/>
            </a:schemeClr>
          </a:solidFill>
          <a:latin typeface="+mn-lt"/>
          <a:ea typeface="+mn-ea"/>
          <a:cs typeface="+mn-cs"/>
        </a:defRPr>
      </a:lvl4pPr>
      <a:lvl5pPr marL="1063425" indent="-201507" algn="l" defTabSz="847210" rtl="0" eaLnBrk="1" latinLnBrk="0" hangingPunct="1">
        <a:lnSpc>
          <a:spcPct val="100000"/>
        </a:lnSpc>
        <a:spcBef>
          <a:spcPts val="0"/>
        </a:spcBef>
        <a:spcAft>
          <a:spcPts val="0"/>
        </a:spcAft>
        <a:buClr>
          <a:schemeClr val="tx1"/>
        </a:buClr>
        <a:buFont typeface="Arial" panose="020B0604020202020204" pitchFamily="34" charset="0"/>
        <a:buChar char="»"/>
        <a:defRPr lang="en-US" sz="1853" kern="1200" dirty="0">
          <a:solidFill>
            <a:schemeClr val="tx1">
              <a:lumMod val="50000"/>
            </a:schemeClr>
          </a:solidFill>
          <a:latin typeface="+mn-lt"/>
          <a:ea typeface="+mn-ea"/>
          <a:cs typeface="+mn-cs"/>
        </a:defRPr>
      </a:lvl5pPr>
      <a:lvl6pPr marL="2995459" indent="-272314" algn="l" defTabSz="1089257" rtl="0" eaLnBrk="1" latinLnBrk="0" hangingPunct="1">
        <a:spcBef>
          <a:spcPct val="20000"/>
        </a:spcBef>
        <a:buFont typeface="Arial" panose="020B0604020202020204" pitchFamily="34" charset="0"/>
        <a:buChar char="•"/>
        <a:defRPr sz="2409" kern="1200">
          <a:solidFill>
            <a:schemeClr val="tx1"/>
          </a:solidFill>
          <a:latin typeface="+mn-lt"/>
          <a:ea typeface="+mn-ea"/>
          <a:cs typeface="+mn-cs"/>
        </a:defRPr>
      </a:lvl6pPr>
      <a:lvl7pPr marL="3540088" indent="-272314" algn="l" defTabSz="1089257" rtl="0" eaLnBrk="1" latinLnBrk="0" hangingPunct="1">
        <a:spcBef>
          <a:spcPct val="20000"/>
        </a:spcBef>
        <a:buFont typeface="Arial" panose="020B0604020202020204" pitchFamily="34" charset="0"/>
        <a:buChar char="•"/>
        <a:defRPr sz="2409" kern="1200">
          <a:solidFill>
            <a:schemeClr val="tx1"/>
          </a:solidFill>
          <a:latin typeface="+mn-lt"/>
          <a:ea typeface="+mn-ea"/>
          <a:cs typeface="+mn-cs"/>
        </a:defRPr>
      </a:lvl7pPr>
      <a:lvl8pPr marL="4084716" indent="-272314" algn="l" defTabSz="1089257" rtl="0" eaLnBrk="1" latinLnBrk="0" hangingPunct="1">
        <a:spcBef>
          <a:spcPct val="20000"/>
        </a:spcBef>
        <a:buFont typeface="Arial" panose="020B0604020202020204" pitchFamily="34" charset="0"/>
        <a:buChar char="•"/>
        <a:defRPr sz="2409" kern="1200">
          <a:solidFill>
            <a:schemeClr val="tx1"/>
          </a:solidFill>
          <a:latin typeface="+mn-lt"/>
          <a:ea typeface="+mn-ea"/>
          <a:cs typeface="+mn-cs"/>
        </a:defRPr>
      </a:lvl8pPr>
      <a:lvl9pPr marL="4629345" indent="-272314" algn="l" defTabSz="1089257" rtl="0" eaLnBrk="1" latinLnBrk="0" hangingPunct="1">
        <a:spcBef>
          <a:spcPct val="20000"/>
        </a:spcBef>
        <a:buFont typeface="Arial" panose="020B0604020202020204" pitchFamily="34" charset="0"/>
        <a:buChar char="•"/>
        <a:defRPr sz="2409" kern="1200">
          <a:solidFill>
            <a:schemeClr val="tx1"/>
          </a:solidFill>
          <a:latin typeface="+mn-lt"/>
          <a:ea typeface="+mn-ea"/>
          <a:cs typeface="+mn-cs"/>
        </a:defRPr>
      </a:lvl9pPr>
    </p:bodyStyle>
    <p:otherStyle>
      <a:defPPr>
        <a:defRPr lang="en-US"/>
      </a:defPPr>
      <a:lvl1pPr marL="0" algn="l" defTabSz="1089257" rtl="0" eaLnBrk="1" latinLnBrk="0" hangingPunct="1">
        <a:defRPr sz="2132" kern="1200">
          <a:solidFill>
            <a:schemeClr val="tx1"/>
          </a:solidFill>
          <a:latin typeface="+mn-lt"/>
          <a:ea typeface="+mn-ea"/>
          <a:cs typeface="+mn-cs"/>
        </a:defRPr>
      </a:lvl1pPr>
      <a:lvl2pPr marL="544629" algn="l" defTabSz="1089257" rtl="0" eaLnBrk="1" latinLnBrk="0" hangingPunct="1">
        <a:defRPr sz="2132" kern="1200">
          <a:solidFill>
            <a:schemeClr val="tx1"/>
          </a:solidFill>
          <a:latin typeface="+mn-lt"/>
          <a:ea typeface="+mn-ea"/>
          <a:cs typeface="+mn-cs"/>
        </a:defRPr>
      </a:lvl2pPr>
      <a:lvl3pPr marL="1089257" algn="l" defTabSz="1089257" rtl="0" eaLnBrk="1" latinLnBrk="0" hangingPunct="1">
        <a:defRPr sz="2132" kern="1200">
          <a:solidFill>
            <a:schemeClr val="tx1"/>
          </a:solidFill>
          <a:latin typeface="+mn-lt"/>
          <a:ea typeface="+mn-ea"/>
          <a:cs typeface="+mn-cs"/>
        </a:defRPr>
      </a:lvl3pPr>
      <a:lvl4pPr marL="1633886" algn="l" defTabSz="1089257" rtl="0" eaLnBrk="1" latinLnBrk="0" hangingPunct="1">
        <a:defRPr sz="2132" kern="1200">
          <a:solidFill>
            <a:schemeClr val="tx1"/>
          </a:solidFill>
          <a:latin typeface="+mn-lt"/>
          <a:ea typeface="+mn-ea"/>
          <a:cs typeface="+mn-cs"/>
        </a:defRPr>
      </a:lvl4pPr>
      <a:lvl5pPr marL="2178516" algn="l" defTabSz="1089257" rtl="0" eaLnBrk="1" latinLnBrk="0" hangingPunct="1">
        <a:defRPr sz="2132" kern="1200">
          <a:solidFill>
            <a:schemeClr val="tx1"/>
          </a:solidFill>
          <a:latin typeface="+mn-lt"/>
          <a:ea typeface="+mn-ea"/>
          <a:cs typeface="+mn-cs"/>
        </a:defRPr>
      </a:lvl5pPr>
      <a:lvl6pPr marL="2723145" algn="l" defTabSz="1089257" rtl="0" eaLnBrk="1" latinLnBrk="0" hangingPunct="1">
        <a:defRPr sz="2132" kern="1200">
          <a:solidFill>
            <a:schemeClr val="tx1"/>
          </a:solidFill>
          <a:latin typeface="+mn-lt"/>
          <a:ea typeface="+mn-ea"/>
          <a:cs typeface="+mn-cs"/>
        </a:defRPr>
      </a:lvl6pPr>
      <a:lvl7pPr marL="3267773" algn="l" defTabSz="1089257" rtl="0" eaLnBrk="1" latinLnBrk="0" hangingPunct="1">
        <a:defRPr sz="2132" kern="1200">
          <a:solidFill>
            <a:schemeClr val="tx1"/>
          </a:solidFill>
          <a:latin typeface="+mn-lt"/>
          <a:ea typeface="+mn-ea"/>
          <a:cs typeface="+mn-cs"/>
        </a:defRPr>
      </a:lvl7pPr>
      <a:lvl8pPr marL="3812402" algn="l" defTabSz="1089257" rtl="0" eaLnBrk="1" latinLnBrk="0" hangingPunct="1">
        <a:defRPr sz="2132" kern="1200">
          <a:solidFill>
            <a:schemeClr val="tx1"/>
          </a:solidFill>
          <a:latin typeface="+mn-lt"/>
          <a:ea typeface="+mn-ea"/>
          <a:cs typeface="+mn-cs"/>
        </a:defRPr>
      </a:lvl8pPr>
      <a:lvl9pPr marL="4357031" algn="l" defTabSz="1089257" rtl="0" eaLnBrk="1" latinLnBrk="0" hangingPunct="1">
        <a:defRPr sz="213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jpeg"/><Relationship Id="rId9"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hyperlink" Target="https://dbc-4659a8af-9737.cloud.databricks.com/?o=5020840785703105#notebook/4268345134498833" TargetMode="External"/><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hyperlink" Target="https://aro36579709.sharepoint.com/:w:/s/ABResources/Ef09N4nAO35Cjomdt2q3AUkB3h-rQ3Nu0FGUsEEC15WtXQ?e=iHKuck" TargetMode="External"/><Relationship Id="rId2" Type="http://schemas.openxmlformats.org/officeDocument/2006/relationships/hyperlink" Target="https://dbc-4659a8af-9737.cloud.databricks.com/?o=5020840785703105#notebook/4268345134498833" TargetMode="Externa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chart" Target="../charts/chart3.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trutrade.alexanderbabbage.com/" TargetMode="Externa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4029A30-989E-4A89-ADE7-887CD4EC8CE3}"/>
              </a:ext>
            </a:extLst>
          </p:cNvPr>
          <p:cNvPicPr>
            <a:picLocks noChangeAspect="1"/>
          </p:cNvPicPr>
          <p:nvPr/>
        </p:nvPicPr>
        <p:blipFill rotWithShape="1">
          <a:blip r:embed="rId2"/>
          <a:srcRect l="587" r="37829"/>
          <a:stretch/>
        </p:blipFill>
        <p:spPr>
          <a:xfrm>
            <a:off x="0" y="0"/>
            <a:ext cx="7936992" cy="7242048"/>
          </a:xfrm>
          <a:prstGeom prst="rect">
            <a:avLst/>
          </a:prstGeom>
        </p:spPr>
      </p:pic>
      <p:sp>
        <p:nvSpPr>
          <p:cNvPr id="3" name="Title 2">
            <a:extLst>
              <a:ext uri="{FF2B5EF4-FFF2-40B4-BE49-F238E27FC236}">
                <a16:creationId xmlns:a16="http://schemas.microsoft.com/office/drawing/2014/main" id="{CF386C4C-1D78-498E-8DBD-00D80475DAA3}"/>
              </a:ext>
            </a:extLst>
          </p:cNvPr>
          <p:cNvSpPr>
            <a:spLocks noGrp="1"/>
          </p:cNvSpPr>
          <p:nvPr>
            <p:ph type="ctrTitle"/>
          </p:nvPr>
        </p:nvSpPr>
        <p:spPr/>
        <p:txBody>
          <a:bodyPr/>
          <a:lstStyle/>
          <a:p>
            <a:r>
              <a:rPr lang="en-US" sz="2400" b="1" dirty="0"/>
              <a:t>XXXXX </a:t>
            </a:r>
            <a:br>
              <a:rPr lang="en-US" sz="2400" b="1" dirty="0"/>
            </a:br>
            <a:r>
              <a:rPr lang="en-US" sz="2400" b="1" dirty="0"/>
              <a:t>2024 TruTrade </a:t>
            </a:r>
            <a:br>
              <a:rPr lang="en-US" sz="2400" b="1" dirty="0"/>
            </a:br>
            <a:r>
              <a:rPr lang="en-US" sz="2400" b="1" dirty="0"/>
              <a:t>Report of Findings</a:t>
            </a:r>
          </a:p>
        </p:txBody>
      </p:sp>
      <p:sp>
        <p:nvSpPr>
          <p:cNvPr id="5" name="Slide Number Placeholder 4" hidden="1">
            <a:extLst>
              <a:ext uri="{FF2B5EF4-FFF2-40B4-BE49-F238E27FC236}">
                <a16:creationId xmlns:a16="http://schemas.microsoft.com/office/drawing/2014/main" id="{B454444F-3273-479A-BD17-A70DB072D122}"/>
              </a:ext>
            </a:extLst>
          </p:cNvPr>
          <p:cNvSpPr>
            <a:spLocks noGrp="1"/>
          </p:cNvSpPr>
          <p:nvPr>
            <p:ph type="sldNum" sz="quarter" idx="4"/>
          </p:nvPr>
        </p:nvSpPr>
        <p:spPr/>
        <p:txBody>
          <a:bodyPr/>
          <a:lstStyle/>
          <a:p>
            <a:pPr>
              <a:spcAft>
                <a:spcPts val="600"/>
              </a:spcAft>
            </a:pPr>
            <a:fld id="{DFE75DC9-2AA8-4836-ABA6-832E2002DAE6}" type="slidenum">
              <a:rPr lang="en-US" smtClean="0">
                <a:solidFill>
                  <a:srgbClr val="FFFFFF"/>
                </a:solidFill>
              </a:rPr>
              <a:pPr>
                <a:spcAft>
                  <a:spcPts val="600"/>
                </a:spcAft>
              </a:pPr>
              <a:t>1</a:t>
            </a:fld>
            <a:endParaRPr lang="en-US" dirty="0">
              <a:solidFill>
                <a:srgbClr val="FFFFFF"/>
              </a:solidFill>
            </a:endParaRPr>
          </a:p>
        </p:txBody>
      </p:sp>
      <p:sp>
        <p:nvSpPr>
          <p:cNvPr id="6" name="Text Placeholder 5">
            <a:extLst>
              <a:ext uri="{FF2B5EF4-FFF2-40B4-BE49-F238E27FC236}">
                <a16:creationId xmlns:a16="http://schemas.microsoft.com/office/drawing/2014/main" id="{DF6B5669-20F6-42D6-9B93-63C836549568}"/>
              </a:ext>
            </a:extLst>
          </p:cNvPr>
          <p:cNvSpPr>
            <a:spLocks noGrp="1"/>
          </p:cNvSpPr>
          <p:nvPr>
            <p:ph type="body" sz="quarter" idx="10"/>
          </p:nvPr>
        </p:nvSpPr>
        <p:spPr>
          <a:xfrm>
            <a:off x="9009292" y="4189005"/>
            <a:ext cx="2743200" cy="274320"/>
          </a:xfrm>
        </p:spPr>
        <p:txBody>
          <a:bodyPr/>
          <a:lstStyle/>
          <a:p>
            <a:fld id="{5CB8A852-8173-4445-A65F-8B026DF2400A}" type="datetime4">
              <a:rPr lang="en-US" smtClean="0"/>
              <a:t>June 10, 2026</a:t>
            </a:fld>
            <a:endParaRPr lang="en-US" dirty="0"/>
          </a:p>
        </p:txBody>
      </p:sp>
      <p:sp>
        <p:nvSpPr>
          <p:cNvPr id="10" name="Pentagon 14">
            <a:extLst>
              <a:ext uri="{FF2B5EF4-FFF2-40B4-BE49-F238E27FC236}">
                <a16:creationId xmlns:a16="http://schemas.microsoft.com/office/drawing/2014/main" id="{44282E2D-6B78-4664-80D7-997326CCF541}"/>
              </a:ext>
            </a:extLst>
          </p:cNvPr>
          <p:cNvSpPr/>
          <p:nvPr/>
        </p:nvSpPr>
        <p:spPr>
          <a:xfrm rot="10800000">
            <a:off x="7467601" y="3124200"/>
            <a:ext cx="899361" cy="99060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9A10E913-9A2A-498E-BCC7-19F07F63A78B}"/>
              </a:ext>
            </a:extLst>
          </p:cNvPr>
          <p:cNvSpPr/>
          <p:nvPr/>
        </p:nvSpPr>
        <p:spPr>
          <a:xfrm>
            <a:off x="9390292" y="599872"/>
            <a:ext cx="1981200" cy="1066800"/>
          </a:xfrm>
          <a:prstGeom prst="rect">
            <a:avLst/>
          </a:prstGeom>
          <a:solidFill>
            <a:srgbClr val="99054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REPLACE WITH CLIENT LOGO</a:t>
            </a:r>
          </a:p>
        </p:txBody>
      </p:sp>
      <p:sp>
        <p:nvSpPr>
          <p:cNvPr id="11" name="Rectangle 10">
            <a:extLst>
              <a:ext uri="{FF2B5EF4-FFF2-40B4-BE49-F238E27FC236}">
                <a16:creationId xmlns:a16="http://schemas.microsoft.com/office/drawing/2014/main" id="{4C955052-F30D-4A7F-9DF8-2FD18CA65E27}"/>
              </a:ext>
            </a:extLst>
          </p:cNvPr>
          <p:cNvSpPr/>
          <p:nvPr/>
        </p:nvSpPr>
        <p:spPr>
          <a:xfrm>
            <a:off x="1624427" y="304800"/>
            <a:ext cx="4572000" cy="6629400"/>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Do a Find &amp; Replace (</a:t>
            </a:r>
            <a:r>
              <a:rPr kumimoji="0" lang="en-US" sz="1944" b="0" i="0" u="none" strike="noStrike" kern="0" cap="none" spc="0" normalizeH="0" baseline="0" noProof="0" dirty="0" err="1">
                <a:ln>
                  <a:noFill/>
                </a:ln>
                <a:solidFill>
                  <a:srgbClr val="FFFFFF"/>
                </a:solidFill>
                <a:effectLst/>
                <a:uLnTx/>
                <a:uFillTx/>
                <a:latin typeface="Arial" panose="020B0604020202020204"/>
                <a:ea typeface="+mn-ea"/>
                <a:cs typeface="+mn-cs"/>
              </a:rPr>
              <a:t>Ctrl+H</a:t>
            </a: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 to replace </a:t>
            </a: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all XXXXX </a:t>
            </a: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with the correct study Location Name</a:t>
            </a:r>
          </a:p>
          <a:p>
            <a:pPr marL="0" marR="0" lvl="0" indent="0" algn="ctr" defTabSz="987527" eaLnBrk="1" fontAlgn="auto" latinLnBrk="0" hangingPunct="1">
              <a:lnSpc>
                <a:spcPct val="100000"/>
              </a:lnSpc>
              <a:spcBef>
                <a:spcPts val="0"/>
              </a:spcBef>
              <a:spcAft>
                <a:spcPts val="0"/>
              </a:spcAft>
              <a:buClrTx/>
              <a:buSzTx/>
              <a:buFontTx/>
              <a:buNone/>
              <a:tabLst/>
              <a:defRPr/>
            </a:pPr>
            <a:endPar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Replace the photo with one of the client location or location being analyzed (Height: 7.92” x Width: 8.68”)</a:t>
            </a:r>
          </a:p>
          <a:p>
            <a:pPr marL="0" marR="0" lvl="0" indent="0" algn="ctr" defTabSz="987527" eaLnBrk="1" fontAlgn="auto" latinLnBrk="0" hangingPunct="1">
              <a:lnSpc>
                <a:spcPct val="100000"/>
              </a:lnSpc>
              <a:spcBef>
                <a:spcPts val="0"/>
              </a:spcBef>
              <a:spcAft>
                <a:spcPts val="0"/>
              </a:spcAft>
              <a:buClrTx/>
              <a:buSzTx/>
              <a:buFontTx/>
              <a:buNone/>
              <a:tabLst/>
              <a:defRPr/>
            </a:pPr>
            <a:endPar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Update the client logo</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
        <p:nvSpPr>
          <p:cNvPr id="8" name="Rectangle 7">
            <a:extLst>
              <a:ext uri="{FF2B5EF4-FFF2-40B4-BE49-F238E27FC236}">
                <a16:creationId xmlns:a16="http://schemas.microsoft.com/office/drawing/2014/main" id="{D756A5D8-82F9-2708-8D6C-25965613795D}"/>
              </a:ext>
            </a:extLst>
          </p:cNvPr>
          <p:cNvSpPr/>
          <p:nvPr/>
        </p:nvSpPr>
        <p:spPr>
          <a:xfrm>
            <a:off x="8257895" y="4038600"/>
            <a:ext cx="4572000" cy="2623275"/>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Do a Find &amp; Replace (</a:t>
            </a:r>
            <a:r>
              <a:rPr kumimoji="0" lang="en-US" sz="1944" b="0" i="0" u="none" strike="noStrike" kern="0" cap="none" spc="0" normalizeH="0" baseline="0" noProof="0" dirty="0" err="1">
                <a:ln>
                  <a:noFill/>
                </a:ln>
                <a:solidFill>
                  <a:srgbClr val="FFFFFF"/>
                </a:solidFill>
                <a:effectLst/>
                <a:uLnTx/>
                <a:uFillTx/>
                <a:latin typeface="Arial" panose="020B0604020202020204"/>
                <a:ea typeface="+mn-ea"/>
                <a:cs typeface="+mn-cs"/>
              </a:rPr>
              <a:t>Ctrl+H</a:t>
            </a: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 to replace all </a:t>
            </a:r>
          </a:p>
          <a:p>
            <a:pPr algn="ctr" defTabSz="987527">
              <a:defRPr/>
            </a:pPr>
            <a:r>
              <a:rPr lang="en-US" sz="1944" kern="0" dirty="0">
                <a:solidFill>
                  <a:srgbClr val="FFFFFF"/>
                </a:solidFill>
                <a:latin typeface="Arial" panose="020B0604020202020204"/>
              </a:rPr>
              <a:t>“</a:t>
            </a:r>
            <a:r>
              <a:rPr lang="en-US" sz="2000" i="1" dirty="0">
                <a:solidFill>
                  <a:schemeClr val="bg1"/>
                </a:solidFill>
              </a:rPr>
              <a:t>Source: </a:t>
            </a:r>
            <a:r>
              <a:rPr lang="en-US" sz="2000" i="1" dirty="0" err="1">
                <a:solidFill>
                  <a:schemeClr val="bg1"/>
                </a:solidFill>
              </a:rPr>
              <a:t>TruTrade</a:t>
            </a:r>
            <a:r>
              <a:rPr lang="en-US" sz="2000" i="1" dirty="0">
                <a:solidFill>
                  <a:schemeClr val="bg1"/>
                </a:solidFill>
              </a:rPr>
              <a:t>, 12 months ending on March 31, 2022; Esri”</a:t>
            </a:r>
            <a:endParaRPr lang="en-US" sz="2000" dirty="0">
              <a:solidFill>
                <a:schemeClr val="bg1"/>
              </a:solidFill>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 with the correct end date</a:t>
            </a:r>
          </a:p>
        </p:txBody>
      </p:sp>
    </p:spTree>
    <p:extLst>
      <p:ext uri="{BB962C8B-B14F-4D97-AF65-F5344CB8AC3E}">
        <p14:creationId xmlns:p14="http://schemas.microsoft.com/office/powerpoint/2010/main" val="130161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A2FB80-9B9A-4896-8629-FC3A64CAA0DC}"/>
              </a:ext>
            </a:extLst>
          </p:cNvPr>
          <p:cNvSpPr>
            <a:spLocks noGrp="1"/>
          </p:cNvSpPr>
          <p:nvPr>
            <p:ph idx="1"/>
          </p:nvPr>
        </p:nvSpPr>
        <p:spPr/>
        <p:txBody>
          <a:bodyPr/>
          <a:lstStyle/>
          <a:p>
            <a:r>
              <a:rPr lang="en-US" sz="2200" dirty="0"/>
              <a:t>Executive summary</a:t>
            </a:r>
          </a:p>
          <a:p>
            <a:pPr lvl="1"/>
            <a:r>
              <a:rPr lang="en-US" sz="2200" dirty="0"/>
              <a:t>Key findings</a:t>
            </a:r>
          </a:p>
          <a:p>
            <a:pPr lvl="1"/>
            <a:r>
              <a:rPr lang="en-US" sz="2200" dirty="0"/>
              <a:t>Recommendations</a:t>
            </a:r>
          </a:p>
          <a:p>
            <a:endParaRPr lang="en-US" sz="2200" dirty="0"/>
          </a:p>
          <a:p>
            <a:r>
              <a:rPr lang="en-US" sz="2200" dirty="0"/>
              <a:t>XXXXX visitor overview</a:t>
            </a:r>
          </a:p>
          <a:p>
            <a:endParaRPr lang="en-US" sz="2200" dirty="0"/>
          </a:p>
          <a:p>
            <a:r>
              <a:rPr lang="en-US" sz="2200" dirty="0"/>
              <a:t>On-site visitor behavior</a:t>
            </a:r>
          </a:p>
          <a:p>
            <a:endParaRPr lang="en-US" sz="2200" dirty="0"/>
          </a:p>
          <a:p>
            <a:r>
              <a:rPr lang="en-US" sz="2200" dirty="0"/>
              <a:t>Competitive landscape</a:t>
            </a:r>
          </a:p>
          <a:p>
            <a:endParaRPr lang="en-US" sz="2200" dirty="0"/>
          </a:p>
          <a:p>
            <a:r>
              <a:rPr lang="en-US" sz="2200" dirty="0"/>
              <a:t>Appendix</a:t>
            </a:r>
          </a:p>
          <a:p>
            <a:endParaRPr lang="en-US" sz="2200" dirty="0"/>
          </a:p>
        </p:txBody>
      </p:sp>
      <p:sp>
        <p:nvSpPr>
          <p:cNvPr id="3" name="Slide Number Placeholder 2">
            <a:extLst>
              <a:ext uri="{FF2B5EF4-FFF2-40B4-BE49-F238E27FC236}">
                <a16:creationId xmlns:a16="http://schemas.microsoft.com/office/drawing/2014/main" id="{56F4ABA6-2399-4A05-952C-310DD59E2B1F}"/>
              </a:ext>
            </a:extLst>
          </p:cNvPr>
          <p:cNvSpPr>
            <a:spLocks noGrp="1"/>
          </p:cNvSpPr>
          <p:nvPr>
            <p:ph type="sldNum" sz="quarter" idx="4"/>
          </p:nvPr>
        </p:nvSpPr>
        <p:spPr/>
        <p:txBody>
          <a:bodyPr/>
          <a:lstStyle/>
          <a:p>
            <a:fld id="{DFE75DC9-2AA8-4836-ABA6-832E2002DAE6}" type="slidenum">
              <a:rPr lang="en-US" smtClean="0">
                <a:solidFill>
                  <a:srgbClr val="FFFFFF"/>
                </a:solidFill>
              </a:rPr>
              <a:t>2</a:t>
            </a:fld>
            <a:endParaRPr lang="en-US">
              <a:solidFill>
                <a:srgbClr val="FFFFFF"/>
              </a:solidFill>
            </a:endParaRPr>
          </a:p>
        </p:txBody>
      </p:sp>
      <p:sp>
        <p:nvSpPr>
          <p:cNvPr id="4" name="Title 3">
            <a:extLst>
              <a:ext uri="{FF2B5EF4-FFF2-40B4-BE49-F238E27FC236}">
                <a16:creationId xmlns:a16="http://schemas.microsoft.com/office/drawing/2014/main" id="{5B4898D6-B1D2-49B5-877D-935FBA886E62}"/>
              </a:ext>
            </a:extLst>
          </p:cNvPr>
          <p:cNvSpPr>
            <a:spLocks noGrp="1"/>
          </p:cNvSpPr>
          <p:nvPr>
            <p:ph type="title"/>
          </p:nvPr>
        </p:nvSpPr>
        <p:spPr/>
        <p:txBody>
          <a:bodyPr/>
          <a:lstStyle/>
          <a:p>
            <a:r>
              <a:rPr lang="en-US"/>
              <a:t>Report contents</a:t>
            </a:r>
          </a:p>
        </p:txBody>
      </p:sp>
    </p:spTree>
    <p:extLst>
      <p:ext uri="{BB962C8B-B14F-4D97-AF65-F5344CB8AC3E}">
        <p14:creationId xmlns:p14="http://schemas.microsoft.com/office/powerpoint/2010/main" val="7716081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B3E360-8498-4411-BE3D-09866E56194E}"/>
              </a:ext>
            </a:extLst>
          </p:cNvPr>
          <p:cNvSpPr>
            <a:spLocks noGrp="1"/>
          </p:cNvSpPr>
          <p:nvPr>
            <p:ph type="title"/>
          </p:nvPr>
        </p:nvSpPr>
        <p:spPr>
          <a:xfrm>
            <a:off x="1011238" y="6076950"/>
            <a:ext cx="10881360" cy="720513"/>
          </a:xfrm>
        </p:spPr>
        <p:txBody>
          <a:bodyPr/>
          <a:lstStyle/>
          <a:p>
            <a:r>
              <a:rPr lang="en-US"/>
              <a:t>Executive Summary</a:t>
            </a:r>
          </a:p>
        </p:txBody>
      </p:sp>
      <p:sp>
        <p:nvSpPr>
          <p:cNvPr id="9" name="Text Placeholder 8">
            <a:extLst>
              <a:ext uri="{FF2B5EF4-FFF2-40B4-BE49-F238E27FC236}">
                <a16:creationId xmlns:a16="http://schemas.microsoft.com/office/drawing/2014/main" id="{13F001DA-84F9-478E-B9CA-74965CE0806A}"/>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276AFB66-272C-42EC-BBEB-9B43C8F5E7A3}"/>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3</a:t>
            </a:fld>
            <a:endParaRPr lang="en-US"/>
          </a:p>
        </p:txBody>
      </p:sp>
      <p:sp>
        <p:nvSpPr>
          <p:cNvPr id="7" name="Rectangle 6">
            <a:extLst>
              <a:ext uri="{FF2B5EF4-FFF2-40B4-BE49-F238E27FC236}">
                <a16:creationId xmlns:a16="http://schemas.microsoft.com/office/drawing/2014/main" id="{05FE2582-0BC2-44BA-BAD4-4F32F84AAB2E}"/>
              </a:ext>
            </a:extLst>
          </p:cNvPr>
          <p:cNvSpPr/>
          <p:nvPr/>
        </p:nvSpPr>
        <p:spPr>
          <a:xfrm>
            <a:off x="4105274" y="1462841"/>
            <a:ext cx="4572000" cy="2423359"/>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Insert photo of the client location or location being analyzed and resize/crop to fit properly, then ‘Send to back’</a:t>
            </a: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(Height: 14.0” x Width: 6.39”)</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10164109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11049000" cy="1295400"/>
          </a:xfrm>
        </p:spPr>
        <p:txBody>
          <a:bodyPr>
            <a:noAutofit/>
          </a:bodyPr>
          <a:lstStyle/>
          <a:p>
            <a:r>
              <a:rPr lang="en-US" dirty="0">
                <a:solidFill>
                  <a:srgbClr val="273E6D"/>
                </a:solidFill>
              </a:rPr>
              <a:t>Mobile devices seen within the shaded (geo-fenced) area were analyzed to determine the where, who and what of actual visitors to XXXXX</a:t>
            </a:r>
            <a:endParaRPr lang="en-US" dirty="0"/>
          </a:p>
        </p:txBody>
      </p:sp>
      <p:sp>
        <p:nvSpPr>
          <p:cNvPr id="4" name="Slide Number Placeholder 3"/>
          <p:cNvSpPr>
            <a:spLocks noGrp="1"/>
          </p:cNvSpPr>
          <p:nvPr>
            <p:ph type="sldNum" sz="quarter" idx="4"/>
          </p:nvPr>
        </p:nvSpPr>
        <p:spPr/>
        <p:txBody>
          <a:bodyPr/>
          <a:lstStyle/>
          <a:p>
            <a:fld id="{DFE75DC9-2AA8-4836-ABA6-832E2002DAE6}" type="slidenum">
              <a:rPr lang="en-US" smtClean="0">
                <a:solidFill>
                  <a:srgbClr val="FFFFFF"/>
                </a:solidFill>
              </a:rPr>
              <a:t>4</a:t>
            </a:fld>
            <a:endParaRPr lang="en-US">
              <a:solidFill>
                <a:srgbClr val="FFFFFF"/>
              </a:solidFill>
            </a:endParaRPr>
          </a:p>
        </p:txBody>
      </p:sp>
      <p:sp>
        <p:nvSpPr>
          <p:cNvPr id="7" name="TextBox 6">
            <a:extLst>
              <a:ext uri="{FF2B5EF4-FFF2-40B4-BE49-F238E27FC236}">
                <a16:creationId xmlns:a16="http://schemas.microsoft.com/office/drawing/2014/main" id="{036F46C2-50E1-4174-B0DE-C72F9EAF1ABB}"/>
              </a:ext>
            </a:extLst>
          </p:cNvPr>
          <p:cNvSpPr txBox="1"/>
          <p:nvPr/>
        </p:nvSpPr>
        <p:spPr>
          <a:xfrm>
            <a:off x="7315200" y="2989602"/>
            <a:ext cx="4568652" cy="830997"/>
          </a:xfrm>
          <a:prstGeom prst="rect">
            <a:avLst/>
          </a:prstGeom>
          <a:noFill/>
        </p:spPr>
        <p:txBody>
          <a:bodyPr wrap="square" rtlCol="0">
            <a:spAutoFit/>
          </a:bodyPr>
          <a:lstStyle/>
          <a:p>
            <a:pPr algn="ctr">
              <a:spcBef>
                <a:spcPts val="150"/>
              </a:spcBef>
            </a:pPr>
            <a:r>
              <a:rPr lang="en-US" sz="2400" dirty="0">
                <a:solidFill>
                  <a:srgbClr val="273E6D"/>
                </a:solidFill>
                <a:latin typeface="+mj-lt"/>
                <a:cs typeface="Arial" panose="020B0604020202020204" pitchFamily="34" charset="0"/>
              </a:rPr>
              <a:t>Time period of the data: January 2024 – December 2024</a:t>
            </a:r>
          </a:p>
        </p:txBody>
      </p:sp>
      <p:pic>
        <p:nvPicPr>
          <p:cNvPr id="9" name="Picture 8" descr="A map with a red line&#10;&#10;Description automatically generated">
            <a:extLst>
              <a:ext uri="{FF2B5EF4-FFF2-40B4-BE49-F238E27FC236}">
                <a16:creationId xmlns:a16="http://schemas.microsoft.com/office/drawing/2014/main" id="{1119C233-C9A4-3978-253E-DAFCD4718373}"/>
              </a:ext>
            </a:extLst>
          </p:cNvPr>
          <p:cNvPicPr>
            <a:picLocks noChangeAspect="1"/>
          </p:cNvPicPr>
          <p:nvPr/>
        </p:nvPicPr>
        <p:blipFill>
          <a:blip r:embed="rId2">
            <a:extLst>
              <a:ext uri="{28A0092B-C50C-407E-A947-70E740481C1C}">
                <a14:useLocalDpi xmlns:a14="http://schemas.microsoft.com/office/drawing/2010/main" val="0"/>
              </a:ext>
            </a:extLst>
          </a:blip>
          <a:srcRect l="16468" t="340" r="16864" b="1"/>
          <a:stretch/>
        </p:blipFill>
        <p:spPr>
          <a:xfrm>
            <a:off x="914400" y="1936853"/>
            <a:ext cx="5486400" cy="4280452"/>
          </a:xfrm>
          <a:prstGeom prst="rect">
            <a:avLst/>
          </a:prstGeom>
        </p:spPr>
      </p:pic>
      <p:sp>
        <p:nvSpPr>
          <p:cNvPr id="3" name="Rectangle 2">
            <a:extLst>
              <a:ext uri="{FF2B5EF4-FFF2-40B4-BE49-F238E27FC236}">
                <a16:creationId xmlns:a16="http://schemas.microsoft.com/office/drawing/2014/main" id="{6BD22E15-AD64-E998-C9CF-12CAC44E928D}"/>
              </a:ext>
            </a:extLst>
          </p:cNvPr>
          <p:cNvSpPr/>
          <p:nvPr/>
        </p:nvSpPr>
        <p:spPr>
          <a:xfrm>
            <a:off x="2808102" y="2247900"/>
            <a:ext cx="2416175" cy="2743200"/>
          </a:xfrm>
          <a:prstGeom prst="rect">
            <a:avLst/>
          </a:prstGeom>
          <a:solidFill>
            <a:srgbClr val="9905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Geofence image to include full boundaries at appropriate zoom level</a:t>
            </a:r>
          </a:p>
        </p:txBody>
      </p:sp>
      <p:sp>
        <p:nvSpPr>
          <p:cNvPr id="11" name="Rectangle 10">
            <a:extLst>
              <a:ext uri="{FF2B5EF4-FFF2-40B4-BE49-F238E27FC236}">
                <a16:creationId xmlns:a16="http://schemas.microsoft.com/office/drawing/2014/main" id="{BFA8B1C6-EF39-4EBF-5283-DBCCD6168483}"/>
              </a:ext>
            </a:extLst>
          </p:cNvPr>
          <p:cNvSpPr/>
          <p:nvPr/>
        </p:nvSpPr>
        <p:spPr>
          <a:xfrm>
            <a:off x="8391438" y="3951802"/>
            <a:ext cx="2416175" cy="1404545"/>
          </a:xfrm>
          <a:prstGeom prst="rect">
            <a:avLst/>
          </a:prstGeom>
          <a:solidFill>
            <a:srgbClr val="99054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Update timeframe</a:t>
            </a:r>
          </a:p>
        </p:txBody>
      </p:sp>
    </p:spTree>
    <p:extLst>
      <p:ext uri="{BB962C8B-B14F-4D97-AF65-F5344CB8AC3E}">
        <p14:creationId xmlns:p14="http://schemas.microsoft.com/office/powerpoint/2010/main" val="2687730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86792DA-4185-4636-B0BF-B1FA9C98D38B}"/>
              </a:ext>
            </a:extLst>
          </p:cNvPr>
          <p:cNvSpPr>
            <a:spLocks noGrp="1"/>
          </p:cNvSpPr>
          <p:nvPr>
            <p:ph idx="1"/>
          </p:nvPr>
        </p:nvSpPr>
        <p:spPr>
          <a:xfrm>
            <a:off x="739140" y="1673424"/>
            <a:ext cx="11323320" cy="5260776"/>
          </a:xfrm>
        </p:spPr>
        <p:txBody>
          <a:bodyPr/>
          <a:lstStyle/>
          <a:p>
            <a:r>
              <a:rPr lang="en-US" dirty="0"/>
              <a:t>EXECANALYSIS5</a:t>
            </a:r>
          </a:p>
          <a:p>
            <a:endParaRPr lang="en-US" dirty="0"/>
          </a:p>
        </p:txBody>
      </p:sp>
      <p:sp>
        <p:nvSpPr>
          <p:cNvPr id="3" name="Slide Number Placeholder 2">
            <a:extLst>
              <a:ext uri="{FF2B5EF4-FFF2-40B4-BE49-F238E27FC236}">
                <a16:creationId xmlns:a16="http://schemas.microsoft.com/office/drawing/2014/main" id="{9E2EC452-AA01-4F69-A918-DED7DDC7BD88}"/>
              </a:ext>
            </a:extLst>
          </p:cNvPr>
          <p:cNvSpPr>
            <a:spLocks noGrp="1"/>
          </p:cNvSpPr>
          <p:nvPr>
            <p:ph type="sldNum" sz="quarter" idx="4"/>
          </p:nvPr>
        </p:nvSpPr>
        <p:spPr>
          <a:xfrm>
            <a:off x="11887200" y="7400925"/>
            <a:ext cx="914400" cy="228600"/>
          </a:xfrm>
        </p:spPr>
        <p:txBody>
          <a:bodyPr/>
          <a:lstStyle/>
          <a:p>
            <a:pPr lvl="0"/>
            <a:fld id="{DFE75DC9-2AA8-4836-ABA6-832E2002DAE6}" type="slidenum">
              <a:rPr lang="en-US" noProof="0" smtClean="0"/>
              <a:pPr lvl="0"/>
              <a:t>5</a:t>
            </a:fld>
            <a:endParaRPr lang="en-US" noProof="0" dirty="0"/>
          </a:p>
        </p:txBody>
      </p:sp>
      <p:sp>
        <p:nvSpPr>
          <p:cNvPr id="4" name="Title 3">
            <a:extLst>
              <a:ext uri="{FF2B5EF4-FFF2-40B4-BE49-F238E27FC236}">
                <a16:creationId xmlns:a16="http://schemas.microsoft.com/office/drawing/2014/main" id="{82954B10-04CB-447E-A027-71608EDB4ED8}"/>
              </a:ext>
            </a:extLst>
          </p:cNvPr>
          <p:cNvSpPr>
            <a:spLocks noGrp="1"/>
          </p:cNvSpPr>
          <p:nvPr>
            <p:ph type="title"/>
          </p:nvPr>
        </p:nvSpPr>
        <p:spPr>
          <a:xfrm>
            <a:off x="739140" y="311256"/>
            <a:ext cx="11323320" cy="1295400"/>
          </a:xfrm>
        </p:spPr>
        <p:txBody>
          <a:bodyPr/>
          <a:lstStyle/>
          <a:p>
            <a:r>
              <a:rPr lang="en-US" dirty="0"/>
              <a:t>Summary of Key Findings</a:t>
            </a:r>
          </a:p>
        </p:txBody>
      </p:sp>
      <p:sp>
        <p:nvSpPr>
          <p:cNvPr id="8" name="Subtitle 7">
            <a:extLst>
              <a:ext uri="{FF2B5EF4-FFF2-40B4-BE49-F238E27FC236}">
                <a16:creationId xmlns:a16="http://schemas.microsoft.com/office/drawing/2014/main" id="{FAF30CAB-BAD7-4E92-A6A3-4A622936F1D3}"/>
              </a:ext>
            </a:extLst>
          </p:cNvPr>
          <p:cNvSpPr>
            <a:spLocks noGrp="1"/>
          </p:cNvSpPr>
          <p:nvPr>
            <p:ph type="subTitle" idx="10"/>
          </p:nvPr>
        </p:nvSpPr>
        <p:spPr/>
        <p:txBody>
          <a:bodyPr/>
          <a:lstStyle/>
          <a:p>
            <a:endParaRPr lang="en-US"/>
          </a:p>
        </p:txBody>
      </p:sp>
      <p:sp>
        <p:nvSpPr>
          <p:cNvPr id="11" name="Content Placeholder 1">
            <a:extLst>
              <a:ext uri="{FF2B5EF4-FFF2-40B4-BE49-F238E27FC236}">
                <a16:creationId xmlns:a16="http://schemas.microsoft.com/office/drawing/2014/main" id="{2D00AA26-4E47-4145-B5DC-E9E445B69574}"/>
              </a:ext>
            </a:extLst>
          </p:cNvPr>
          <p:cNvSpPr txBox="1">
            <a:spLocks/>
          </p:cNvSpPr>
          <p:nvPr/>
        </p:nvSpPr>
        <p:spPr>
          <a:xfrm>
            <a:off x="739140" y="1673424"/>
            <a:ext cx="11323320" cy="5260776"/>
          </a:xfrm>
          <a:prstGeom prst="rect">
            <a:avLst/>
          </a:prstGeom>
        </p:spPr>
        <p:txBody>
          <a:bodyPr vert="horz" lIns="117564" tIns="58782" rIns="117564" bIns="58782" rtlCol="0">
            <a:noAutofit/>
          </a:bodyPr>
          <a:lstStyle>
            <a:lvl1pPr marL="174625" indent="-174625" algn="l" defTabSz="914400" rtl="0" eaLnBrk="1" latinLnBrk="0" hangingPunct="1">
              <a:lnSpc>
                <a:spcPct val="100000"/>
              </a:lnSpc>
              <a:spcBef>
                <a:spcPts val="0"/>
              </a:spcBef>
              <a:spcAft>
                <a:spcPts val="0"/>
              </a:spcAft>
              <a:buClr>
                <a:schemeClr val="accent2"/>
              </a:buClr>
              <a:buSzPct val="140000"/>
              <a:buFont typeface="Roboto" panose="02000000000000000000" pitchFamily="2" charset="0"/>
              <a:buChar char="›"/>
              <a:defRPr lang="en-US" sz="2000" kern="1200">
                <a:solidFill>
                  <a:schemeClr val="tx1">
                    <a:lumMod val="50000"/>
                  </a:schemeClr>
                </a:solidFill>
                <a:latin typeface="+mn-lt"/>
                <a:ea typeface="+mn-ea"/>
                <a:cs typeface="+mn-cs"/>
              </a:defRPr>
            </a:lvl1pPr>
            <a:lvl2pPr marL="515938" indent="-268288" algn="l" defTabSz="914400" rtl="0" eaLnBrk="1" latinLnBrk="0" hangingPunct="1">
              <a:lnSpc>
                <a:spcPct val="100000"/>
              </a:lnSpc>
              <a:spcBef>
                <a:spcPts val="0"/>
              </a:spcBef>
              <a:spcAft>
                <a:spcPts val="0"/>
              </a:spcAft>
              <a:buFont typeface="Arial" panose="020B0604020202020204" pitchFamily="34" charset="0"/>
              <a:buChar char="–"/>
              <a:defRPr lang="en-US" sz="2000" kern="1200">
                <a:solidFill>
                  <a:schemeClr val="tx1">
                    <a:lumMod val="50000"/>
                  </a:schemeClr>
                </a:solidFill>
                <a:latin typeface="+mn-lt"/>
                <a:ea typeface="+mn-ea"/>
                <a:cs typeface="+mn-cs"/>
              </a:defRPr>
            </a:lvl2pPr>
            <a:lvl3pPr marL="739775" indent="-196850" algn="l" defTabSz="914400" rtl="0" eaLnBrk="1" latinLnBrk="0" hangingPunct="1">
              <a:lnSpc>
                <a:spcPct val="100000"/>
              </a:lnSpc>
              <a:spcBef>
                <a:spcPts val="0"/>
              </a:spcBef>
              <a:spcAft>
                <a:spcPts val="0"/>
              </a:spcAft>
              <a:buClr>
                <a:schemeClr val="accent3"/>
              </a:buClr>
              <a:buFont typeface="Arial" panose="020B0604020202020204" pitchFamily="34" charset="0"/>
              <a:buChar char="•"/>
              <a:defRPr lang="en-US" sz="2000" kern="1200">
                <a:solidFill>
                  <a:schemeClr val="tx1">
                    <a:lumMod val="50000"/>
                  </a:schemeClr>
                </a:solidFill>
                <a:latin typeface="+mn-lt"/>
                <a:ea typeface="+mn-ea"/>
                <a:cs typeface="+mn-cs"/>
              </a:defRPr>
            </a:lvl3pPr>
            <a:lvl4pPr marL="1031875" indent="-241300" algn="l" defTabSz="914400" rtl="0" eaLnBrk="1" latinLnBrk="0" hangingPunct="1">
              <a:lnSpc>
                <a:spcPct val="100000"/>
              </a:lnSpc>
              <a:spcBef>
                <a:spcPts val="0"/>
              </a:spcBef>
              <a:spcAft>
                <a:spcPts val="0"/>
              </a:spcAft>
              <a:buFont typeface="Arial" panose="020B0604020202020204" pitchFamily="34" charset="0"/>
              <a:buChar char="–"/>
              <a:defRPr lang="en-US" sz="2000" kern="1200">
                <a:solidFill>
                  <a:schemeClr val="tx1">
                    <a:lumMod val="50000"/>
                  </a:schemeClr>
                </a:solidFill>
                <a:latin typeface="+mn-lt"/>
                <a:ea typeface="+mn-ea"/>
                <a:cs typeface="+mn-cs"/>
              </a:defRPr>
            </a:lvl4pPr>
            <a:lvl5pPr marL="1254125" indent="-217488" algn="l" defTabSz="914400" rtl="0" eaLnBrk="1" latinLnBrk="0" hangingPunct="1">
              <a:lnSpc>
                <a:spcPct val="100000"/>
              </a:lnSpc>
              <a:spcBef>
                <a:spcPts val="0"/>
              </a:spcBef>
              <a:spcAft>
                <a:spcPts val="0"/>
              </a:spcAft>
              <a:buClr>
                <a:schemeClr val="tx1"/>
              </a:buClr>
              <a:buFont typeface="Arial" panose="020B0604020202020204" pitchFamily="34" charset="0"/>
              <a:buChar char="»"/>
              <a:defRPr lang="en-US" sz="2000" kern="1200">
                <a:solidFill>
                  <a:schemeClr val="tx1">
                    <a:lumMod val="50000"/>
                  </a:schemeClr>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a:lstStyle>
          <a:p>
            <a:endParaRPr lang="en-US" sz="1800" dirty="0"/>
          </a:p>
        </p:txBody>
      </p:sp>
      <p:sp>
        <p:nvSpPr>
          <p:cNvPr id="7" name="Rectangle 6">
            <a:extLst>
              <a:ext uri="{FF2B5EF4-FFF2-40B4-BE49-F238E27FC236}">
                <a16:creationId xmlns:a16="http://schemas.microsoft.com/office/drawing/2014/main" id="{944B9637-AD49-4A7C-8EAC-6A2D02760A81}"/>
              </a:ext>
            </a:extLst>
          </p:cNvPr>
          <p:cNvSpPr/>
          <p:nvPr/>
        </p:nvSpPr>
        <p:spPr>
          <a:xfrm>
            <a:off x="7821414" y="2719846"/>
            <a:ext cx="4572000" cy="2323565"/>
          </a:xfrm>
          <a:prstGeom prst="rect">
            <a:avLst/>
          </a:prstGeom>
          <a:solidFill>
            <a:schemeClr val="accent5">
              <a:lumMod val="1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IGNORE – ANALYST WILL UPDATE</a:t>
            </a:r>
          </a:p>
        </p:txBody>
      </p:sp>
    </p:spTree>
    <p:extLst>
      <p:ext uri="{BB962C8B-B14F-4D97-AF65-F5344CB8AC3E}">
        <p14:creationId xmlns:p14="http://schemas.microsoft.com/office/powerpoint/2010/main" val="18358061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886E8E-1A3C-49BA-B0B5-09F0CE8DD180}"/>
              </a:ext>
            </a:extLst>
          </p:cNvPr>
          <p:cNvSpPr>
            <a:spLocks noGrp="1"/>
          </p:cNvSpPr>
          <p:nvPr>
            <p:ph idx="1"/>
          </p:nvPr>
        </p:nvSpPr>
        <p:spPr/>
        <p:txBody>
          <a:bodyPr/>
          <a:lstStyle/>
          <a:p>
            <a:r>
              <a:rPr lang="en-US" sz="1800" dirty="0"/>
              <a:t>Text</a:t>
            </a:r>
          </a:p>
        </p:txBody>
      </p:sp>
      <p:sp>
        <p:nvSpPr>
          <p:cNvPr id="3" name="Slide Number Placeholder 2">
            <a:extLst>
              <a:ext uri="{FF2B5EF4-FFF2-40B4-BE49-F238E27FC236}">
                <a16:creationId xmlns:a16="http://schemas.microsoft.com/office/drawing/2014/main" id="{FE410590-E10A-4885-9F1D-4287D30965F1}"/>
              </a:ext>
            </a:extLst>
          </p:cNvPr>
          <p:cNvSpPr>
            <a:spLocks noGrp="1"/>
          </p:cNvSpPr>
          <p:nvPr>
            <p:ph type="sldNum" sz="quarter" idx="4"/>
          </p:nvPr>
        </p:nvSpPr>
        <p:spPr/>
        <p:txBody>
          <a:bodyPr/>
          <a:lstStyle/>
          <a:p>
            <a:fld id="{DFE75DC9-2AA8-4836-ABA6-832E2002DAE6}" type="slidenum">
              <a:rPr lang="en-US" smtClean="0">
                <a:solidFill>
                  <a:srgbClr val="FFFFFF"/>
                </a:solidFill>
              </a:rPr>
              <a:t>6</a:t>
            </a:fld>
            <a:endParaRPr lang="en-US" dirty="0">
              <a:solidFill>
                <a:srgbClr val="FFFFFF"/>
              </a:solidFill>
            </a:endParaRPr>
          </a:p>
        </p:txBody>
      </p:sp>
      <p:sp>
        <p:nvSpPr>
          <p:cNvPr id="4" name="Title 3">
            <a:extLst>
              <a:ext uri="{FF2B5EF4-FFF2-40B4-BE49-F238E27FC236}">
                <a16:creationId xmlns:a16="http://schemas.microsoft.com/office/drawing/2014/main" id="{27397D04-F302-48FA-84AE-6AD9E7EB11A3}"/>
              </a:ext>
            </a:extLst>
          </p:cNvPr>
          <p:cNvSpPr>
            <a:spLocks noGrp="1"/>
          </p:cNvSpPr>
          <p:nvPr>
            <p:ph type="title"/>
          </p:nvPr>
        </p:nvSpPr>
        <p:spPr/>
        <p:txBody>
          <a:bodyPr/>
          <a:lstStyle/>
          <a:p>
            <a:r>
              <a:rPr lang="en-US" dirty="0"/>
              <a:t>Key Implications</a:t>
            </a:r>
          </a:p>
        </p:txBody>
      </p:sp>
      <p:sp>
        <p:nvSpPr>
          <p:cNvPr id="5" name="Rectangle 4">
            <a:extLst>
              <a:ext uri="{FF2B5EF4-FFF2-40B4-BE49-F238E27FC236}">
                <a16:creationId xmlns:a16="http://schemas.microsoft.com/office/drawing/2014/main" id="{B5883AF2-F537-462D-AD8F-56368C6FDF83}"/>
              </a:ext>
            </a:extLst>
          </p:cNvPr>
          <p:cNvSpPr/>
          <p:nvPr/>
        </p:nvSpPr>
        <p:spPr>
          <a:xfrm>
            <a:off x="7821414" y="2719846"/>
            <a:ext cx="4572000" cy="2323565"/>
          </a:xfrm>
          <a:prstGeom prst="rect">
            <a:avLst/>
          </a:prstGeom>
          <a:solidFill>
            <a:schemeClr val="accent5">
              <a:lumMod val="1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IGNORE – ANALYST WILL UPDATE</a:t>
            </a:r>
          </a:p>
        </p:txBody>
      </p:sp>
    </p:spTree>
    <p:extLst>
      <p:ext uri="{BB962C8B-B14F-4D97-AF65-F5344CB8AC3E}">
        <p14:creationId xmlns:p14="http://schemas.microsoft.com/office/powerpoint/2010/main" val="385724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B3E360-8498-4411-BE3D-09866E56194E}"/>
              </a:ext>
            </a:extLst>
          </p:cNvPr>
          <p:cNvSpPr>
            <a:spLocks noGrp="1"/>
          </p:cNvSpPr>
          <p:nvPr>
            <p:ph type="title"/>
          </p:nvPr>
        </p:nvSpPr>
        <p:spPr>
          <a:xfrm>
            <a:off x="1011238" y="6076950"/>
            <a:ext cx="10881360" cy="720513"/>
          </a:xfrm>
        </p:spPr>
        <p:txBody>
          <a:bodyPr/>
          <a:lstStyle/>
          <a:p>
            <a:r>
              <a:rPr lang="en-US" dirty="0"/>
              <a:t>XXXXX Trade Area Overview</a:t>
            </a:r>
          </a:p>
        </p:txBody>
      </p:sp>
      <p:sp>
        <p:nvSpPr>
          <p:cNvPr id="7" name="Text Placeholder 6">
            <a:extLst>
              <a:ext uri="{FF2B5EF4-FFF2-40B4-BE49-F238E27FC236}">
                <a16:creationId xmlns:a16="http://schemas.microsoft.com/office/drawing/2014/main" id="{A2B26890-D3BD-46E4-A7C2-F803C99A2E53}"/>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276AFB66-272C-42EC-BBEB-9B43C8F5E7A3}"/>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7</a:t>
            </a:fld>
            <a:endParaRPr lang="en-US" dirty="0"/>
          </a:p>
        </p:txBody>
      </p:sp>
    </p:spTree>
    <p:extLst>
      <p:ext uri="{BB962C8B-B14F-4D97-AF65-F5344CB8AC3E}">
        <p14:creationId xmlns:p14="http://schemas.microsoft.com/office/powerpoint/2010/main" val="951555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extBox 52">
            <a:extLst>
              <a:ext uri="{FF2B5EF4-FFF2-40B4-BE49-F238E27FC236}">
                <a16:creationId xmlns:a16="http://schemas.microsoft.com/office/drawing/2014/main" id="{2CA04FF2-A187-43CC-8736-A41C19A15EEA}"/>
              </a:ext>
            </a:extLst>
          </p:cNvPr>
          <p:cNvSpPr txBox="1"/>
          <p:nvPr/>
        </p:nvSpPr>
        <p:spPr>
          <a:xfrm>
            <a:off x="8277553" y="4751384"/>
            <a:ext cx="1943594" cy="853032"/>
          </a:xfrm>
          <a:prstGeom prst="rect">
            <a:avLst/>
          </a:prstGeom>
          <a:noFill/>
        </p:spPr>
        <p:txBody>
          <a:bodyPr wrap="square" rtlCol="0">
            <a:noAutofit/>
          </a:bodyPr>
          <a:lstStyle/>
          <a:p>
            <a:pPr algn="ctr" defTabSz="1089257"/>
            <a:r>
              <a:rPr lang="en-US" sz="4448" b="1" dirty="0">
                <a:solidFill>
                  <a:srgbClr val="FFFFFF">
                    <a:lumMod val="65000"/>
                  </a:srgbClr>
                </a:solidFill>
                <a:latin typeface="Calibri"/>
              </a:rPr>
              <a:t>VC08</a:t>
            </a:r>
          </a:p>
        </p:txBody>
      </p:sp>
      <p:sp>
        <p:nvSpPr>
          <p:cNvPr id="52" name="TextBox 51">
            <a:extLst>
              <a:ext uri="{FF2B5EF4-FFF2-40B4-BE49-F238E27FC236}">
                <a16:creationId xmlns:a16="http://schemas.microsoft.com/office/drawing/2014/main" id="{E2387E00-BBF2-491B-AA39-D0A2AD4FD638}"/>
              </a:ext>
            </a:extLst>
          </p:cNvPr>
          <p:cNvSpPr txBox="1"/>
          <p:nvPr/>
        </p:nvSpPr>
        <p:spPr>
          <a:xfrm>
            <a:off x="8277553" y="3741545"/>
            <a:ext cx="1943594" cy="853032"/>
          </a:xfrm>
          <a:prstGeom prst="rect">
            <a:avLst/>
          </a:prstGeom>
          <a:noFill/>
        </p:spPr>
        <p:txBody>
          <a:bodyPr wrap="square" lIns="91440" tIns="45720" rIns="91440" bIns="45720" rtlCol="0" anchor="t">
            <a:noAutofit/>
          </a:bodyPr>
          <a:lstStyle/>
          <a:p>
            <a:pPr algn="ctr" defTabSz="1089257"/>
            <a:r>
              <a:rPr lang="en-US" sz="4400" b="1" dirty="0">
                <a:solidFill>
                  <a:schemeClr val="bg1">
                    <a:lumMod val="65000"/>
                  </a:schemeClr>
                </a:solidFill>
                <a:latin typeface="Calibri"/>
              </a:rPr>
              <a:t>CD08</a:t>
            </a:r>
          </a:p>
        </p:txBody>
      </p:sp>
      <p:sp>
        <p:nvSpPr>
          <p:cNvPr id="2" name="Title 1">
            <a:extLst>
              <a:ext uri="{FF2B5EF4-FFF2-40B4-BE49-F238E27FC236}">
                <a16:creationId xmlns:a16="http://schemas.microsoft.com/office/drawing/2014/main" id="{70B633C2-387E-433B-9C76-8645D7FF7C7B}"/>
              </a:ext>
            </a:extLst>
          </p:cNvPr>
          <p:cNvSpPr>
            <a:spLocks noGrp="1"/>
          </p:cNvSpPr>
          <p:nvPr>
            <p:ph type="title"/>
          </p:nvPr>
        </p:nvSpPr>
        <p:spPr/>
        <p:txBody>
          <a:bodyPr>
            <a:normAutofit/>
          </a:bodyPr>
          <a:lstStyle/>
          <a:p>
            <a:r>
              <a:rPr lang="en-US" dirty="0"/>
              <a:t>XXXXX Actual Visitors Key Metrics</a:t>
            </a:r>
          </a:p>
        </p:txBody>
      </p:sp>
      <p:cxnSp>
        <p:nvCxnSpPr>
          <p:cNvPr id="46" name="Straight Connector 45">
            <a:extLst>
              <a:ext uri="{FF2B5EF4-FFF2-40B4-BE49-F238E27FC236}">
                <a16:creationId xmlns:a16="http://schemas.microsoft.com/office/drawing/2014/main" id="{17EBDA31-EE11-437D-AA90-D7C4A8D5F869}"/>
              </a:ext>
            </a:extLst>
          </p:cNvPr>
          <p:cNvCxnSpPr/>
          <p:nvPr/>
        </p:nvCxnSpPr>
        <p:spPr>
          <a:xfrm>
            <a:off x="3732228" y="1627095"/>
            <a:ext cx="0" cy="50829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F48F7E4-3E86-407E-9825-3C03BE0B3402}"/>
              </a:ext>
            </a:extLst>
          </p:cNvPr>
          <p:cNvSpPr txBox="1"/>
          <p:nvPr/>
        </p:nvSpPr>
        <p:spPr>
          <a:xfrm>
            <a:off x="1063420" y="1847899"/>
            <a:ext cx="2481114" cy="511550"/>
          </a:xfrm>
          <a:prstGeom prst="rect">
            <a:avLst/>
          </a:prstGeom>
          <a:noFill/>
        </p:spPr>
        <p:txBody>
          <a:bodyPr wrap="square" rtlCol="0" anchor="t">
            <a:spAutoFit/>
          </a:bodyPr>
          <a:lstStyle/>
          <a:p>
            <a:pPr defTabSz="1089257">
              <a:defRPr/>
            </a:pPr>
            <a:r>
              <a:rPr lang="en-US" sz="1362" b="1" dirty="0">
                <a:solidFill>
                  <a:srgbClr val="1B4273"/>
                </a:solidFill>
                <a:latin typeface="Calibri"/>
              </a:rPr>
              <a:t>XXXXX</a:t>
            </a:r>
          </a:p>
          <a:p>
            <a:pPr defTabSz="1089257">
              <a:defRPr/>
            </a:pPr>
            <a:r>
              <a:rPr lang="en-US" sz="1362" b="1" dirty="0">
                <a:solidFill>
                  <a:srgbClr val="1B4273"/>
                </a:solidFill>
                <a:latin typeface="Calibri"/>
              </a:rPr>
              <a:t>Visitor Data:</a:t>
            </a:r>
          </a:p>
        </p:txBody>
      </p:sp>
      <p:sp>
        <p:nvSpPr>
          <p:cNvPr id="49" name="TextBox 48">
            <a:extLst>
              <a:ext uri="{FF2B5EF4-FFF2-40B4-BE49-F238E27FC236}">
                <a16:creationId xmlns:a16="http://schemas.microsoft.com/office/drawing/2014/main" id="{B2A498A3-BB1F-4735-86A0-666D80F86BA0}"/>
              </a:ext>
            </a:extLst>
          </p:cNvPr>
          <p:cNvSpPr txBox="1"/>
          <p:nvPr/>
        </p:nvSpPr>
        <p:spPr>
          <a:xfrm>
            <a:off x="1137544" y="2342078"/>
            <a:ext cx="2181037" cy="1334284"/>
          </a:xfrm>
          <a:prstGeom prst="rect">
            <a:avLst/>
          </a:prstGeom>
          <a:noFill/>
        </p:spPr>
        <p:txBody>
          <a:bodyPr wrap="square" lIns="91440" tIns="45720" rIns="91440" bIns="45720" rtlCol="0" anchor="t">
            <a:noAutofit/>
          </a:bodyPr>
          <a:lstStyle/>
          <a:p>
            <a:pPr defTabSz="1089257">
              <a:defRPr/>
            </a:pPr>
            <a:r>
              <a:rPr lang="en-US" sz="5250" b="1" dirty="0">
                <a:solidFill>
                  <a:schemeClr val="accent5">
                    <a:lumMod val="76000"/>
                  </a:schemeClr>
                </a:solidFill>
                <a:latin typeface="Calibri"/>
              </a:rPr>
              <a:t>VL10</a:t>
            </a:r>
          </a:p>
          <a:p>
            <a:pPr defTabSz="1089257">
              <a:defRPr/>
            </a:pPr>
            <a:r>
              <a:rPr lang="en-US" sz="1150" b="1" dirty="0">
                <a:solidFill>
                  <a:srgbClr val="0C0C0C"/>
                </a:solidFill>
                <a:latin typeface="Calibri"/>
              </a:rPr>
              <a:t>of visitors live within 10 miles of XXXXX</a:t>
            </a:r>
            <a:endParaRPr lang="en-US" sz="1150" b="1" dirty="0">
              <a:solidFill>
                <a:srgbClr val="0C0C0C"/>
              </a:solidFill>
              <a:latin typeface="Calibri"/>
              <a:cs typeface="Calibri"/>
            </a:endParaRPr>
          </a:p>
        </p:txBody>
      </p:sp>
      <p:pic>
        <p:nvPicPr>
          <p:cNvPr id="2052" name="Picture 4" descr="Image result for mailbox icon">
            <a:extLst>
              <a:ext uri="{FF2B5EF4-FFF2-40B4-BE49-F238E27FC236}">
                <a16:creationId xmlns:a16="http://schemas.microsoft.com/office/drawing/2014/main" id="{B266C681-76AB-434A-84B8-9714F02A33E3}"/>
              </a:ext>
            </a:extLst>
          </p:cNvPr>
          <p:cNvPicPr>
            <a:picLocks noChangeAspect="1" noChangeArrowheads="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37542" y="3755881"/>
            <a:ext cx="591802" cy="591802"/>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82B308C9-4024-4B72-8734-9F301FEFDCBC}"/>
              </a:ext>
            </a:extLst>
          </p:cNvPr>
          <p:cNvSpPr txBox="1"/>
          <p:nvPr/>
        </p:nvSpPr>
        <p:spPr>
          <a:xfrm>
            <a:off x="1804686" y="3827231"/>
            <a:ext cx="1556661" cy="451790"/>
          </a:xfrm>
          <a:prstGeom prst="rect">
            <a:avLst/>
          </a:prstGeom>
          <a:noFill/>
        </p:spPr>
        <p:txBody>
          <a:bodyPr wrap="square" rtlCol="0">
            <a:spAutoFit/>
          </a:bodyPr>
          <a:lstStyle/>
          <a:p>
            <a:pPr defTabSz="1089257">
              <a:defRPr/>
            </a:pPr>
            <a:r>
              <a:rPr lang="en-US" sz="1168" b="1">
                <a:solidFill>
                  <a:srgbClr val="0C0C0C"/>
                </a:solidFill>
                <a:latin typeface="Calibri"/>
              </a:rPr>
              <a:t>TOP 5 ZIPS BASED ON PERCENT OF VISITS</a:t>
            </a:r>
          </a:p>
        </p:txBody>
      </p:sp>
      <p:sp>
        <p:nvSpPr>
          <p:cNvPr id="54" name="TextBox 53">
            <a:extLst>
              <a:ext uri="{FF2B5EF4-FFF2-40B4-BE49-F238E27FC236}">
                <a16:creationId xmlns:a16="http://schemas.microsoft.com/office/drawing/2014/main" id="{2A3459B9-91C9-46F6-85B1-228DEC615663}"/>
              </a:ext>
            </a:extLst>
          </p:cNvPr>
          <p:cNvSpPr txBox="1"/>
          <p:nvPr/>
        </p:nvSpPr>
        <p:spPr>
          <a:xfrm>
            <a:off x="1063384" y="5501601"/>
            <a:ext cx="1482524" cy="272062"/>
          </a:xfrm>
          <a:prstGeom prst="rect">
            <a:avLst/>
          </a:prstGeom>
          <a:noFill/>
        </p:spPr>
        <p:txBody>
          <a:bodyPr wrap="square" rtlCol="0">
            <a:spAutoFit/>
          </a:bodyPr>
          <a:lstStyle/>
          <a:p>
            <a:pPr defTabSz="1089257">
              <a:defRPr/>
            </a:pPr>
            <a:r>
              <a:rPr lang="en-US" sz="1168" b="1">
                <a:solidFill>
                  <a:srgbClr val="0C0C0C"/>
                </a:solidFill>
                <a:latin typeface="Calibri"/>
              </a:rPr>
              <a:t>ETHNIC MAKEUP</a:t>
            </a:r>
          </a:p>
        </p:txBody>
      </p:sp>
      <p:sp>
        <p:nvSpPr>
          <p:cNvPr id="57" name="TextBox 56">
            <a:extLst>
              <a:ext uri="{FF2B5EF4-FFF2-40B4-BE49-F238E27FC236}">
                <a16:creationId xmlns:a16="http://schemas.microsoft.com/office/drawing/2014/main" id="{60FA8B03-2D01-4495-9C32-7BF8E86968FB}"/>
              </a:ext>
            </a:extLst>
          </p:cNvPr>
          <p:cNvSpPr txBox="1"/>
          <p:nvPr/>
        </p:nvSpPr>
        <p:spPr>
          <a:xfrm>
            <a:off x="4023076" y="1847899"/>
            <a:ext cx="3780483" cy="301942"/>
          </a:xfrm>
          <a:prstGeom prst="rect">
            <a:avLst/>
          </a:prstGeom>
          <a:noFill/>
        </p:spPr>
        <p:txBody>
          <a:bodyPr wrap="square" rtlCol="0" anchor="t">
            <a:spAutoFit/>
          </a:bodyPr>
          <a:lstStyle/>
          <a:p>
            <a:pPr defTabSz="1089257">
              <a:defRPr/>
            </a:pPr>
            <a:r>
              <a:rPr lang="en-US" sz="1362" b="1">
                <a:solidFill>
                  <a:srgbClr val="1B4273"/>
                </a:solidFill>
                <a:latin typeface="Calibri"/>
              </a:rPr>
              <a:t>COMPARED TO THE MARKET</a:t>
            </a:r>
          </a:p>
        </p:txBody>
      </p:sp>
      <p:pic>
        <p:nvPicPr>
          <p:cNvPr id="2067" name="Picture 19" descr="Image result for household income icon">
            <a:extLst>
              <a:ext uri="{FF2B5EF4-FFF2-40B4-BE49-F238E27FC236}">
                <a16:creationId xmlns:a16="http://schemas.microsoft.com/office/drawing/2014/main" id="{BBEFB093-6C77-4A4C-9908-3C1B53DC7ABA}"/>
              </a:ext>
            </a:extLst>
          </p:cNvPr>
          <p:cNvPicPr>
            <a:picLocks noChangeAspect="1" noChangeArrowheads="1"/>
          </p:cNvPicPr>
          <p:nvPr/>
        </p:nvPicPr>
        <p:blipFill rotWithShape="1">
          <a:blip r:embed="rId3" cstate="print">
            <a:duotone>
              <a:schemeClr val="bg2">
                <a:shade val="45000"/>
                <a:satMod val="135000"/>
              </a:schemeClr>
              <a:prstClr val="white"/>
            </a:duotone>
            <a:extLst>
              <a:ext uri="{28A0092B-C50C-407E-A947-70E740481C1C}">
                <a14:useLocalDpi xmlns:a14="http://schemas.microsoft.com/office/drawing/2010/main" val="0"/>
              </a:ext>
            </a:extLst>
          </a:blip>
          <a:srcRect l="22005" r="22637"/>
          <a:stretch/>
        </p:blipFill>
        <p:spPr bwMode="auto">
          <a:xfrm>
            <a:off x="8044153" y="2049001"/>
            <a:ext cx="593070" cy="562459"/>
          </a:xfrm>
          <a:prstGeom prst="rect">
            <a:avLst/>
          </a:prstGeom>
          <a:noFill/>
          <a:extLst>
            <a:ext uri="{909E8E84-426E-40DD-AFC4-6F175D3DCCD1}">
              <a14:hiddenFill xmlns:a14="http://schemas.microsoft.com/office/drawing/2010/main">
                <a:solidFill>
                  <a:srgbClr val="FFFFFF"/>
                </a:solidFill>
              </a14:hiddenFill>
            </a:ext>
          </a:extLst>
        </p:spPr>
      </p:pic>
      <p:pic>
        <p:nvPicPr>
          <p:cNvPr id="2071" name="Picture 23" descr="Image result for people icon">
            <a:extLst>
              <a:ext uri="{FF2B5EF4-FFF2-40B4-BE49-F238E27FC236}">
                <a16:creationId xmlns:a16="http://schemas.microsoft.com/office/drawing/2014/main" id="{2190CF64-6C10-4A44-896A-128C10FE43CE}"/>
              </a:ext>
            </a:extLst>
          </p:cNvPr>
          <p:cNvPicPr>
            <a:picLocks noChangeAspect="1" noChangeArrowheads="1"/>
          </p:cNvPicPr>
          <p:nvPr/>
        </p:nvPicPr>
        <p:blipFill>
          <a:blip r:embed="rId4" cstate="print">
            <a:lum bright="70000" contrast="-70000"/>
            <a:extLst>
              <a:ext uri="{28A0092B-C50C-407E-A947-70E740481C1C}">
                <a14:useLocalDpi xmlns:a14="http://schemas.microsoft.com/office/drawing/2010/main" val="0"/>
              </a:ext>
            </a:extLst>
          </a:blip>
          <a:srcRect/>
          <a:stretch>
            <a:fillRect/>
          </a:stretch>
        </p:blipFill>
        <p:spPr bwMode="auto">
          <a:xfrm>
            <a:off x="4106254" y="2356228"/>
            <a:ext cx="560400" cy="560400"/>
          </a:xfrm>
          <a:prstGeom prst="rect">
            <a:avLst/>
          </a:prstGeom>
          <a:noFill/>
          <a:extLst>
            <a:ext uri="{909E8E84-426E-40DD-AFC4-6F175D3DCCD1}">
              <a14:hiddenFill xmlns:a14="http://schemas.microsoft.com/office/drawing/2010/main">
                <a:solidFill>
                  <a:srgbClr val="FFFFFF"/>
                </a:solidFill>
              </a14:hiddenFill>
            </a:ext>
          </a:extLst>
        </p:spPr>
      </p:pic>
      <p:sp>
        <p:nvSpPr>
          <p:cNvPr id="66" name="Oval 65">
            <a:extLst>
              <a:ext uri="{FF2B5EF4-FFF2-40B4-BE49-F238E27FC236}">
                <a16:creationId xmlns:a16="http://schemas.microsoft.com/office/drawing/2014/main" id="{D44789B6-B866-4D76-B9EC-0D8E972FFF51}"/>
              </a:ext>
            </a:extLst>
          </p:cNvPr>
          <p:cNvSpPr/>
          <p:nvPr/>
        </p:nvSpPr>
        <p:spPr>
          <a:xfrm>
            <a:off x="4108565" y="2356485"/>
            <a:ext cx="560400" cy="560400"/>
          </a:xfrm>
          <a:prstGeom prst="ellipse">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9257">
              <a:defRPr/>
            </a:pPr>
            <a:endParaRPr lang="en-US" sz="1891">
              <a:solidFill>
                <a:srgbClr val="FFFFFF"/>
              </a:solidFill>
              <a:latin typeface="Calibri"/>
            </a:endParaRPr>
          </a:p>
        </p:txBody>
      </p:sp>
      <p:sp>
        <p:nvSpPr>
          <p:cNvPr id="71" name="Oval 70">
            <a:extLst>
              <a:ext uri="{FF2B5EF4-FFF2-40B4-BE49-F238E27FC236}">
                <a16:creationId xmlns:a16="http://schemas.microsoft.com/office/drawing/2014/main" id="{D40B4B35-82BA-4F64-832B-7FC13261E4B1}"/>
              </a:ext>
            </a:extLst>
          </p:cNvPr>
          <p:cNvSpPr/>
          <p:nvPr/>
        </p:nvSpPr>
        <p:spPr>
          <a:xfrm>
            <a:off x="4255338" y="2503258"/>
            <a:ext cx="266856" cy="266856"/>
          </a:xfrm>
          <a:prstGeom prst="ellipse">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089257">
              <a:defRPr/>
            </a:pPr>
            <a:endParaRPr lang="en-US" sz="1891">
              <a:solidFill>
                <a:srgbClr val="FFFFFF"/>
              </a:solidFill>
              <a:latin typeface="Calibri"/>
            </a:endParaRPr>
          </a:p>
        </p:txBody>
      </p:sp>
      <p:sp>
        <p:nvSpPr>
          <p:cNvPr id="77" name="TextBox 76">
            <a:extLst>
              <a:ext uri="{FF2B5EF4-FFF2-40B4-BE49-F238E27FC236}">
                <a16:creationId xmlns:a16="http://schemas.microsoft.com/office/drawing/2014/main" id="{18733153-7585-4C68-A4D7-A43DCE46699D}"/>
              </a:ext>
            </a:extLst>
          </p:cNvPr>
          <p:cNvSpPr txBox="1"/>
          <p:nvPr/>
        </p:nvSpPr>
        <p:spPr>
          <a:xfrm>
            <a:off x="5905616" y="4263475"/>
            <a:ext cx="1623732" cy="930768"/>
          </a:xfrm>
          <a:prstGeom prst="rect">
            <a:avLst/>
          </a:prstGeom>
          <a:noFill/>
        </p:spPr>
        <p:txBody>
          <a:bodyPr wrap="square" rtlCol="0">
            <a:spAutoFit/>
          </a:bodyPr>
          <a:lstStyle/>
          <a:p>
            <a:pPr defTabSz="1089257">
              <a:defRPr/>
            </a:pPr>
            <a:r>
              <a:rPr lang="en-US" sz="1362" b="1" dirty="0">
                <a:solidFill>
                  <a:srgbClr val="0C0C0C"/>
                </a:solidFill>
                <a:latin typeface="Calibri"/>
              </a:rPr>
              <a:t>OF VISITORS COME FROM BEYOND 50-MILE TOURIST TRAVEL DISTNCE</a:t>
            </a:r>
          </a:p>
        </p:txBody>
      </p:sp>
      <p:pic>
        <p:nvPicPr>
          <p:cNvPr id="2103" name="Picture 55" descr="Image result for COLLEGE graduates icon">
            <a:extLst>
              <a:ext uri="{FF2B5EF4-FFF2-40B4-BE49-F238E27FC236}">
                <a16:creationId xmlns:a16="http://schemas.microsoft.com/office/drawing/2014/main" id="{93FB0D06-4B43-466B-B2F6-9E48606FCE23}"/>
              </a:ext>
            </a:extLst>
          </p:cNvPr>
          <p:cNvPicPr>
            <a:picLocks noChangeAspect="1" noChangeArrowheads="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44153" y="3834132"/>
            <a:ext cx="560400" cy="560400"/>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B5C699EB-279D-4367-A094-A3FC7B3198F1}"/>
              </a:ext>
            </a:extLst>
          </p:cNvPr>
          <p:cNvSpPr txBox="1"/>
          <p:nvPr/>
        </p:nvSpPr>
        <p:spPr>
          <a:xfrm>
            <a:off x="4779321" y="2337462"/>
            <a:ext cx="2971795" cy="721159"/>
          </a:xfrm>
          <a:prstGeom prst="rect">
            <a:avLst/>
          </a:prstGeom>
          <a:noFill/>
        </p:spPr>
        <p:txBody>
          <a:bodyPr wrap="square" rtlCol="0">
            <a:spAutoFit/>
          </a:bodyPr>
          <a:lstStyle/>
          <a:p>
            <a:pPr defTabSz="1089257">
              <a:defRPr/>
            </a:pPr>
            <a:r>
              <a:rPr lang="en-US" sz="1362" b="1" dirty="0">
                <a:solidFill>
                  <a:srgbClr val="0C0C0C"/>
                </a:solidFill>
                <a:latin typeface="Calibri"/>
              </a:rPr>
              <a:t>DRAWS FROM A TRADE AREA POPULATION OF </a:t>
            </a:r>
            <a:r>
              <a:rPr lang="en-US" sz="2724" b="1" dirty="0">
                <a:solidFill>
                  <a:srgbClr val="FFFFFF">
                    <a:lumMod val="65000"/>
                  </a:srgbClr>
                </a:solidFill>
                <a:latin typeface="Calibri"/>
              </a:rPr>
              <a:t>VOP08</a:t>
            </a:r>
          </a:p>
        </p:txBody>
      </p:sp>
      <p:sp>
        <p:nvSpPr>
          <p:cNvPr id="30" name="TextBox 29">
            <a:extLst>
              <a:ext uri="{FF2B5EF4-FFF2-40B4-BE49-F238E27FC236}">
                <a16:creationId xmlns:a16="http://schemas.microsoft.com/office/drawing/2014/main" id="{829EDEA5-D5AC-4F81-8213-BA33271C4BDF}"/>
              </a:ext>
            </a:extLst>
          </p:cNvPr>
          <p:cNvSpPr txBox="1"/>
          <p:nvPr/>
        </p:nvSpPr>
        <p:spPr>
          <a:xfrm>
            <a:off x="9844981" y="3774886"/>
            <a:ext cx="1889819" cy="930768"/>
          </a:xfrm>
          <a:prstGeom prst="rect">
            <a:avLst/>
          </a:prstGeom>
          <a:noFill/>
        </p:spPr>
        <p:txBody>
          <a:bodyPr wrap="square" rtlCol="0">
            <a:spAutoFit/>
          </a:bodyPr>
          <a:lstStyle/>
          <a:p>
            <a:pPr defTabSz="1089257">
              <a:defRPr/>
            </a:pPr>
            <a:r>
              <a:rPr lang="en-US" sz="1362" b="1" dirty="0">
                <a:solidFill>
                  <a:srgbClr val="0C0C0C"/>
                </a:solidFill>
                <a:latin typeface="Calibri"/>
              </a:rPr>
              <a:t>OF VISITORS HAVE A COLLEGE OR POST-GRADUATE DEGREE VS. CDMSA08 IN THE MSA</a:t>
            </a:r>
          </a:p>
        </p:txBody>
      </p:sp>
      <p:sp>
        <p:nvSpPr>
          <p:cNvPr id="29" name="TextBox 28">
            <a:extLst>
              <a:ext uri="{FF2B5EF4-FFF2-40B4-BE49-F238E27FC236}">
                <a16:creationId xmlns:a16="http://schemas.microsoft.com/office/drawing/2014/main" id="{698A9BD0-2614-40F4-A4FD-D0D09D17FCC0}"/>
              </a:ext>
            </a:extLst>
          </p:cNvPr>
          <p:cNvSpPr txBox="1"/>
          <p:nvPr/>
        </p:nvSpPr>
        <p:spPr>
          <a:xfrm>
            <a:off x="9844981" y="2993661"/>
            <a:ext cx="2718251" cy="516205"/>
          </a:xfrm>
          <a:prstGeom prst="rect">
            <a:avLst/>
          </a:prstGeom>
          <a:noFill/>
        </p:spPr>
        <p:txBody>
          <a:bodyPr wrap="square" rtlCol="0">
            <a:noAutofit/>
          </a:bodyPr>
          <a:lstStyle/>
          <a:p>
            <a:pPr defTabSz="1089257">
              <a:defRPr/>
            </a:pPr>
            <a:r>
              <a:rPr lang="en-US" sz="1362" b="1">
                <a:solidFill>
                  <a:srgbClr val="0C0C0C"/>
                </a:solidFill>
                <a:latin typeface="Calibri"/>
              </a:rPr>
              <a:t>AVERAGE VISITOR ANNUAL HOUSEHOLD INCOME VS. THE MSA</a:t>
            </a:r>
          </a:p>
        </p:txBody>
      </p:sp>
      <p:pic>
        <p:nvPicPr>
          <p:cNvPr id="5" name="Picture 4">
            <a:extLst>
              <a:ext uri="{FF2B5EF4-FFF2-40B4-BE49-F238E27FC236}">
                <a16:creationId xmlns:a16="http://schemas.microsoft.com/office/drawing/2014/main" id="{50D616CF-90F2-4728-8A05-294AD05C5C65}"/>
              </a:ext>
            </a:extLst>
          </p:cNvPr>
          <p:cNvPicPr>
            <a:picLocks noChangeAspect="1"/>
          </p:cNvPicPr>
          <p:nvPr/>
        </p:nvPicPr>
        <p:blipFill rotWithShape="1">
          <a:blip r:embed="rId6">
            <a:duotone>
              <a:schemeClr val="bg2">
                <a:shade val="45000"/>
                <a:satMod val="135000"/>
              </a:schemeClr>
              <a:prstClr val="white"/>
            </a:duotone>
          </a:blip>
          <a:srcRect l="13019" t="6419" r="11903" b="6353"/>
          <a:stretch/>
        </p:blipFill>
        <p:spPr>
          <a:xfrm>
            <a:off x="8123302" y="4802497"/>
            <a:ext cx="481251" cy="559129"/>
          </a:xfrm>
          <a:prstGeom prst="rect">
            <a:avLst/>
          </a:prstGeom>
        </p:spPr>
      </p:pic>
      <p:sp>
        <p:nvSpPr>
          <p:cNvPr id="38" name="TextBox 37">
            <a:extLst>
              <a:ext uri="{FF2B5EF4-FFF2-40B4-BE49-F238E27FC236}">
                <a16:creationId xmlns:a16="http://schemas.microsoft.com/office/drawing/2014/main" id="{2EE342AC-5680-4CD4-9426-EE68FECE6AAF}"/>
              </a:ext>
            </a:extLst>
          </p:cNvPr>
          <p:cNvSpPr txBox="1"/>
          <p:nvPr/>
        </p:nvSpPr>
        <p:spPr>
          <a:xfrm>
            <a:off x="9844981" y="4717841"/>
            <a:ext cx="1889819" cy="930768"/>
          </a:xfrm>
          <a:prstGeom prst="rect">
            <a:avLst/>
          </a:prstGeom>
          <a:noFill/>
        </p:spPr>
        <p:txBody>
          <a:bodyPr wrap="square" rtlCol="0">
            <a:spAutoFit/>
          </a:bodyPr>
          <a:lstStyle/>
          <a:p>
            <a:pPr defTabSz="1089257">
              <a:defRPr/>
            </a:pPr>
            <a:r>
              <a:rPr lang="en-US" sz="1362" b="1" dirty="0">
                <a:solidFill>
                  <a:srgbClr val="0C0C0C"/>
                </a:solidFill>
                <a:latin typeface="Calibri"/>
              </a:rPr>
              <a:t>OF VISITORS HAVE CHILDREN UNDER 18 LIVING AT HOME VS. VCMSA08 IN THE MSA</a:t>
            </a:r>
          </a:p>
        </p:txBody>
      </p:sp>
      <p:sp>
        <p:nvSpPr>
          <p:cNvPr id="41" name="TextBox 40">
            <a:extLst>
              <a:ext uri="{FF2B5EF4-FFF2-40B4-BE49-F238E27FC236}">
                <a16:creationId xmlns:a16="http://schemas.microsoft.com/office/drawing/2014/main" id="{76BE8FD1-C2D8-4E0D-B1B8-BE8FDB504E91}"/>
              </a:ext>
            </a:extLst>
          </p:cNvPr>
          <p:cNvSpPr txBox="1"/>
          <p:nvPr/>
        </p:nvSpPr>
        <p:spPr>
          <a:xfrm>
            <a:off x="8041503" y="2765392"/>
            <a:ext cx="2369092" cy="970746"/>
          </a:xfrm>
          <a:prstGeom prst="rect">
            <a:avLst/>
          </a:prstGeom>
          <a:noFill/>
        </p:spPr>
        <p:txBody>
          <a:bodyPr wrap="square" rtlCol="0">
            <a:noAutofit/>
          </a:bodyPr>
          <a:lstStyle/>
          <a:p>
            <a:pPr defTabSz="914964"/>
            <a:r>
              <a:rPr lang="en-US" sz="2724" b="1" dirty="0">
                <a:solidFill>
                  <a:srgbClr val="FFFFFF">
                    <a:lumMod val="65000"/>
                  </a:srgbClr>
                </a:solidFill>
                <a:latin typeface="Calibri"/>
              </a:rPr>
              <a:t>HHI08</a:t>
            </a:r>
          </a:p>
          <a:p>
            <a:pPr defTabSz="914964"/>
            <a:r>
              <a:rPr lang="en-US" sz="2724" b="1" dirty="0">
                <a:solidFill>
                  <a:srgbClr val="FFFFFF">
                    <a:lumMod val="65000"/>
                  </a:srgbClr>
                </a:solidFill>
                <a:latin typeface="Calibri"/>
              </a:rPr>
              <a:t>vs. HHIMSA08</a:t>
            </a:r>
          </a:p>
          <a:p>
            <a:pPr defTabSz="914964"/>
            <a:endParaRPr lang="en-US" sz="2724" b="1" dirty="0">
              <a:solidFill>
                <a:srgbClr val="FFFFFF">
                  <a:lumMod val="65000"/>
                </a:srgbClr>
              </a:solidFill>
              <a:latin typeface="Calibri"/>
            </a:endParaRPr>
          </a:p>
        </p:txBody>
      </p:sp>
      <p:sp>
        <p:nvSpPr>
          <p:cNvPr id="42" name="TextBox 41">
            <a:extLst>
              <a:ext uri="{FF2B5EF4-FFF2-40B4-BE49-F238E27FC236}">
                <a16:creationId xmlns:a16="http://schemas.microsoft.com/office/drawing/2014/main" id="{5485D2AB-49A9-4E60-93D5-C29690E7CB7B}"/>
              </a:ext>
            </a:extLst>
          </p:cNvPr>
          <p:cNvSpPr txBox="1"/>
          <p:nvPr/>
        </p:nvSpPr>
        <p:spPr>
          <a:xfrm>
            <a:off x="1063383" y="4385215"/>
            <a:ext cx="2558709" cy="877163"/>
          </a:xfrm>
          <a:prstGeom prst="rect">
            <a:avLst/>
          </a:prstGeom>
          <a:noFill/>
        </p:spPr>
        <p:txBody>
          <a:bodyPr wrap="square" rtlCol="0">
            <a:spAutoFit/>
          </a:bodyPr>
          <a:lstStyle/>
          <a:p>
            <a:pPr defTabSz="914964"/>
            <a:r>
              <a:rPr lang="en-US" sz="1020" dirty="0">
                <a:solidFill>
                  <a:srgbClr val="0C0C0C"/>
                </a:solidFill>
                <a:latin typeface="Arial" panose="020B0604020202020204"/>
              </a:rPr>
              <a:t>ZIP1</a:t>
            </a:r>
          </a:p>
          <a:p>
            <a:pPr defTabSz="914964"/>
            <a:r>
              <a:rPr lang="en-US" sz="1020" dirty="0">
                <a:solidFill>
                  <a:srgbClr val="0C0C0C"/>
                </a:solidFill>
                <a:latin typeface="Arial" panose="020B0604020202020204"/>
              </a:rPr>
              <a:t>ZIP2</a:t>
            </a:r>
          </a:p>
          <a:p>
            <a:pPr defTabSz="914964"/>
            <a:r>
              <a:rPr lang="en-US" sz="1020" dirty="0">
                <a:solidFill>
                  <a:srgbClr val="0C0C0C"/>
                </a:solidFill>
                <a:latin typeface="Arial" panose="020B0604020202020204"/>
              </a:rPr>
              <a:t>ZIP3</a:t>
            </a:r>
          </a:p>
          <a:p>
            <a:pPr defTabSz="914964"/>
            <a:r>
              <a:rPr lang="en-US" sz="1020" dirty="0">
                <a:solidFill>
                  <a:srgbClr val="0C0C0C"/>
                </a:solidFill>
                <a:latin typeface="Arial" panose="020B0604020202020204"/>
              </a:rPr>
              <a:t>ZIP4</a:t>
            </a:r>
          </a:p>
          <a:p>
            <a:pPr defTabSz="914964"/>
            <a:r>
              <a:rPr lang="en-US" sz="1020" dirty="0">
                <a:solidFill>
                  <a:srgbClr val="0C0C0C"/>
                </a:solidFill>
                <a:latin typeface="Arial" panose="020B0604020202020204"/>
              </a:rPr>
              <a:t>ZIP5</a:t>
            </a:r>
          </a:p>
        </p:txBody>
      </p:sp>
      <p:sp>
        <p:nvSpPr>
          <p:cNvPr id="43" name="TextBox 42">
            <a:extLst>
              <a:ext uri="{FF2B5EF4-FFF2-40B4-BE49-F238E27FC236}">
                <a16:creationId xmlns:a16="http://schemas.microsoft.com/office/drawing/2014/main" id="{AA327BAE-CCE1-4B41-ABC4-BA403D769B87}"/>
              </a:ext>
            </a:extLst>
          </p:cNvPr>
          <p:cNvSpPr txBox="1"/>
          <p:nvPr/>
        </p:nvSpPr>
        <p:spPr>
          <a:xfrm>
            <a:off x="9844981" y="1924734"/>
            <a:ext cx="2669652" cy="721159"/>
          </a:xfrm>
          <a:prstGeom prst="rect">
            <a:avLst/>
          </a:prstGeom>
          <a:noFill/>
        </p:spPr>
        <p:txBody>
          <a:bodyPr wrap="square" rtlCol="0">
            <a:spAutoFit/>
          </a:bodyPr>
          <a:lstStyle/>
          <a:p>
            <a:pPr defTabSz="914964"/>
            <a:r>
              <a:rPr lang="en-US" sz="1362" b="1" dirty="0">
                <a:solidFill>
                  <a:srgbClr val="0C0C0C"/>
                </a:solidFill>
                <a:latin typeface="Calibri"/>
              </a:rPr>
              <a:t>OF THE VISITOR HOUSEHOLDS EARN $100K+ A YEAR </a:t>
            </a:r>
          </a:p>
          <a:p>
            <a:pPr defTabSz="914964"/>
            <a:r>
              <a:rPr lang="en-US" sz="1362" b="1" dirty="0">
                <a:solidFill>
                  <a:srgbClr val="0C0C0C"/>
                </a:solidFill>
                <a:latin typeface="Calibri"/>
              </a:rPr>
              <a:t>VS. VHMSA08 IN MSA</a:t>
            </a:r>
          </a:p>
        </p:txBody>
      </p:sp>
      <p:sp>
        <p:nvSpPr>
          <p:cNvPr id="50" name="TextBox 49">
            <a:extLst>
              <a:ext uri="{FF2B5EF4-FFF2-40B4-BE49-F238E27FC236}">
                <a16:creationId xmlns:a16="http://schemas.microsoft.com/office/drawing/2014/main" id="{86DEBE6A-6A42-4425-910A-EE951819FF75}"/>
              </a:ext>
            </a:extLst>
          </p:cNvPr>
          <p:cNvSpPr txBox="1"/>
          <p:nvPr/>
        </p:nvSpPr>
        <p:spPr>
          <a:xfrm>
            <a:off x="4338187" y="4200674"/>
            <a:ext cx="1943594" cy="853032"/>
          </a:xfrm>
          <a:prstGeom prst="rect">
            <a:avLst/>
          </a:prstGeom>
          <a:noFill/>
        </p:spPr>
        <p:txBody>
          <a:bodyPr wrap="square" rtlCol="0">
            <a:noAutofit/>
          </a:bodyPr>
          <a:lstStyle/>
          <a:p>
            <a:pPr algn="ctr" defTabSz="1089257"/>
            <a:r>
              <a:rPr lang="en-US" sz="4448" b="1" dirty="0">
                <a:solidFill>
                  <a:srgbClr val="FFFFFF">
                    <a:lumMod val="65000"/>
                  </a:srgbClr>
                </a:solidFill>
                <a:latin typeface="Calibri"/>
              </a:rPr>
              <a:t>MT08</a:t>
            </a:r>
          </a:p>
        </p:txBody>
      </p:sp>
      <p:sp>
        <p:nvSpPr>
          <p:cNvPr id="7" name="Text 23">
            <a:extLst>
              <a:ext uri="{FF2B5EF4-FFF2-40B4-BE49-F238E27FC236}">
                <a16:creationId xmlns:a16="http://schemas.microsoft.com/office/drawing/2014/main" id="{37E853B0-D8B4-4F11-BE87-49822080A381}"/>
              </a:ext>
            </a:extLst>
          </p:cNvPr>
          <p:cNvSpPr/>
          <p:nvPr/>
        </p:nvSpPr>
        <p:spPr>
          <a:xfrm>
            <a:off x="3962400" y="5908172"/>
            <a:ext cx="9601200" cy="0"/>
          </a:xfrm>
          <a:prstGeom prst="rect">
            <a:avLst/>
          </a:prstGeom>
          <a:noFill/>
          <a:ln/>
        </p:spPr>
        <p:txBody>
          <a:bodyPr wrap="square" rtlCol="0" anchor="ctr"/>
          <a:lstStyle/>
          <a:p>
            <a:pPr marL="0" indent="0">
              <a:buNone/>
            </a:pPr>
            <a:r>
              <a:rPr lang="en-US" sz="1500" b="1">
                <a:solidFill>
                  <a:srgbClr val="000000"/>
                </a:solidFill>
              </a:rPr>
              <a:t>AVG. </a:t>
            </a:r>
            <a:r>
              <a:rPr lang="en-US" sz="1600" b="1">
                <a:solidFill>
                  <a:srgbClr val="000000"/>
                </a:solidFill>
              </a:rPr>
              <a:t>ANNUAL</a:t>
            </a:r>
            <a:r>
              <a:rPr lang="en-US" sz="1500" b="1">
                <a:solidFill>
                  <a:srgbClr val="000000"/>
                </a:solidFill>
              </a:rPr>
              <a:t> VISIT FREQUENCY</a:t>
            </a:r>
            <a:endParaRPr lang="en-US" sz="1500"/>
          </a:p>
        </p:txBody>
      </p:sp>
      <p:pic>
        <p:nvPicPr>
          <p:cNvPr id="10" name="Image 7" descr="preencoded.png">
            <a:extLst>
              <a:ext uri="{FF2B5EF4-FFF2-40B4-BE49-F238E27FC236}">
                <a16:creationId xmlns:a16="http://schemas.microsoft.com/office/drawing/2014/main" id="{D25CD886-ED9B-D5CC-B09C-D56A14E8457D}"/>
              </a:ext>
            </a:extLst>
          </p:cNvPr>
          <p:cNvPicPr>
            <a:picLocks noChangeAspect="1"/>
          </p:cNvPicPr>
          <p:nvPr/>
        </p:nvPicPr>
        <p:blipFill>
          <a:blip r:embed="rId7"/>
          <a:stretch>
            <a:fillRect/>
          </a:stretch>
        </p:blipFill>
        <p:spPr>
          <a:xfrm>
            <a:off x="4038600" y="6245352"/>
            <a:ext cx="612648" cy="612648"/>
          </a:xfrm>
          <a:prstGeom prst="rect">
            <a:avLst/>
          </a:prstGeom>
        </p:spPr>
      </p:pic>
      <p:sp>
        <p:nvSpPr>
          <p:cNvPr id="16" name="TextBox 15">
            <a:extLst>
              <a:ext uri="{FF2B5EF4-FFF2-40B4-BE49-F238E27FC236}">
                <a16:creationId xmlns:a16="http://schemas.microsoft.com/office/drawing/2014/main" id="{F7DE1BB2-4C1B-D239-B8A9-1021B5DEA6C1}"/>
              </a:ext>
            </a:extLst>
          </p:cNvPr>
          <p:cNvSpPr txBox="1"/>
          <p:nvPr/>
        </p:nvSpPr>
        <p:spPr>
          <a:xfrm>
            <a:off x="5921594" y="3251098"/>
            <a:ext cx="1706257" cy="930768"/>
          </a:xfrm>
          <a:prstGeom prst="rect">
            <a:avLst/>
          </a:prstGeom>
          <a:noFill/>
        </p:spPr>
        <p:txBody>
          <a:bodyPr wrap="square" rtlCol="0">
            <a:spAutoFit/>
          </a:bodyPr>
          <a:lstStyle/>
          <a:p>
            <a:pPr defTabSz="1089257">
              <a:defRPr/>
            </a:pPr>
            <a:r>
              <a:rPr lang="en-US" sz="1362" b="1">
                <a:solidFill>
                  <a:srgbClr val="0C0C0C"/>
                </a:solidFill>
                <a:latin typeface="Calibri"/>
              </a:rPr>
              <a:t>OF VISITORS LIVE WITHIN A 50-MILE LOCAL TRAVEL DISTANCE</a:t>
            </a:r>
          </a:p>
        </p:txBody>
      </p:sp>
      <p:sp>
        <p:nvSpPr>
          <p:cNvPr id="17" name="TextBox 16">
            <a:extLst>
              <a:ext uri="{FF2B5EF4-FFF2-40B4-BE49-F238E27FC236}">
                <a16:creationId xmlns:a16="http://schemas.microsoft.com/office/drawing/2014/main" id="{2B16D4BD-AA60-03C4-746A-60D739C63F9E}"/>
              </a:ext>
            </a:extLst>
          </p:cNvPr>
          <p:cNvSpPr txBox="1"/>
          <p:nvPr/>
        </p:nvSpPr>
        <p:spPr>
          <a:xfrm>
            <a:off x="4354166" y="3188297"/>
            <a:ext cx="1943594" cy="853032"/>
          </a:xfrm>
          <a:prstGeom prst="rect">
            <a:avLst/>
          </a:prstGeom>
          <a:noFill/>
        </p:spPr>
        <p:txBody>
          <a:bodyPr wrap="square" rtlCol="0">
            <a:noAutofit/>
          </a:bodyPr>
          <a:lstStyle/>
          <a:p>
            <a:pPr algn="ctr" defTabSz="1089257"/>
            <a:r>
              <a:rPr lang="en-US" sz="4448" b="1" dirty="0">
                <a:solidFill>
                  <a:srgbClr val="FFFFFF">
                    <a:lumMod val="65000"/>
                  </a:srgbClr>
                </a:solidFill>
                <a:latin typeface="Calibri"/>
              </a:rPr>
              <a:t>LD08</a:t>
            </a:r>
          </a:p>
        </p:txBody>
      </p:sp>
      <p:pic>
        <p:nvPicPr>
          <p:cNvPr id="19" name="Graphic 18" descr="Car with solid fill">
            <a:extLst>
              <a:ext uri="{FF2B5EF4-FFF2-40B4-BE49-F238E27FC236}">
                <a16:creationId xmlns:a16="http://schemas.microsoft.com/office/drawing/2014/main" id="{6BE10A19-EE28-CDA8-3C8E-2D204D9CCEC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24146" y="4285298"/>
            <a:ext cx="686165" cy="686165"/>
          </a:xfrm>
          <a:prstGeom prst="rect">
            <a:avLst/>
          </a:prstGeom>
        </p:spPr>
      </p:pic>
      <p:pic>
        <p:nvPicPr>
          <p:cNvPr id="21" name="Graphic 20" descr="Group of men with solid fill">
            <a:extLst>
              <a:ext uri="{FF2B5EF4-FFF2-40B4-BE49-F238E27FC236}">
                <a16:creationId xmlns:a16="http://schemas.microsoft.com/office/drawing/2014/main" id="{2B5D5073-B355-0E66-DE7B-05BB859B94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079062" y="3319656"/>
            <a:ext cx="630884" cy="630884"/>
          </a:xfrm>
          <a:prstGeom prst="rect">
            <a:avLst/>
          </a:prstGeom>
        </p:spPr>
      </p:pic>
      <p:sp>
        <p:nvSpPr>
          <p:cNvPr id="22" name="TextBox 21">
            <a:extLst>
              <a:ext uri="{FF2B5EF4-FFF2-40B4-BE49-F238E27FC236}">
                <a16:creationId xmlns:a16="http://schemas.microsoft.com/office/drawing/2014/main" id="{648D6F4B-686D-32AB-F28F-4A6A1307AD10}"/>
              </a:ext>
            </a:extLst>
          </p:cNvPr>
          <p:cNvSpPr txBox="1"/>
          <p:nvPr/>
        </p:nvSpPr>
        <p:spPr>
          <a:xfrm>
            <a:off x="8277553" y="1898224"/>
            <a:ext cx="1943594" cy="853032"/>
          </a:xfrm>
          <a:prstGeom prst="rect">
            <a:avLst/>
          </a:prstGeom>
          <a:noFill/>
        </p:spPr>
        <p:txBody>
          <a:bodyPr wrap="square" lIns="91440" tIns="45720" rIns="91440" bIns="45720" rtlCol="0" anchor="t">
            <a:noAutofit/>
          </a:bodyPr>
          <a:lstStyle/>
          <a:p>
            <a:pPr algn="ctr" defTabSz="1089257"/>
            <a:r>
              <a:rPr lang="en-US" sz="4400" b="1" dirty="0">
                <a:solidFill>
                  <a:schemeClr val="bg1">
                    <a:lumMod val="65000"/>
                  </a:schemeClr>
                </a:solidFill>
                <a:latin typeface="Calibri"/>
              </a:rPr>
              <a:t>HH08</a:t>
            </a:r>
          </a:p>
        </p:txBody>
      </p:sp>
      <p:sp>
        <p:nvSpPr>
          <p:cNvPr id="24" name="Text 22">
            <a:extLst>
              <a:ext uri="{FF2B5EF4-FFF2-40B4-BE49-F238E27FC236}">
                <a16:creationId xmlns:a16="http://schemas.microsoft.com/office/drawing/2014/main" id="{A3733EB9-72F6-F0A8-0D97-74B9B2BAF88D}"/>
              </a:ext>
            </a:extLst>
          </p:cNvPr>
          <p:cNvSpPr/>
          <p:nvPr/>
        </p:nvSpPr>
        <p:spPr>
          <a:xfrm>
            <a:off x="8077200" y="5917818"/>
            <a:ext cx="9601200" cy="0"/>
          </a:xfrm>
          <a:prstGeom prst="rect">
            <a:avLst/>
          </a:prstGeom>
          <a:noFill/>
          <a:ln/>
        </p:spPr>
        <p:txBody>
          <a:bodyPr wrap="square" rtlCol="0" anchor="ctr"/>
          <a:lstStyle/>
          <a:p>
            <a:pPr marL="0" indent="0">
              <a:buNone/>
            </a:pPr>
            <a:r>
              <a:rPr lang="en-US" sz="1500" b="1">
                <a:solidFill>
                  <a:srgbClr val="000000"/>
                </a:solidFill>
              </a:rPr>
              <a:t>VISIT DWELL TIME</a:t>
            </a:r>
            <a:endParaRPr lang="en-US" sz="1500"/>
          </a:p>
        </p:txBody>
      </p:sp>
      <p:pic>
        <p:nvPicPr>
          <p:cNvPr id="25" name="Image 6" descr="preencoded.png">
            <a:extLst>
              <a:ext uri="{FF2B5EF4-FFF2-40B4-BE49-F238E27FC236}">
                <a16:creationId xmlns:a16="http://schemas.microsoft.com/office/drawing/2014/main" id="{7C6F39F2-1C73-DE69-E45E-D45518466226}"/>
              </a:ext>
            </a:extLst>
          </p:cNvPr>
          <p:cNvPicPr>
            <a:picLocks noChangeAspect="1"/>
          </p:cNvPicPr>
          <p:nvPr/>
        </p:nvPicPr>
        <p:blipFill>
          <a:blip r:embed="rId10"/>
          <a:stretch>
            <a:fillRect/>
          </a:stretch>
        </p:blipFill>
        <p:spPr>
          <a:xfrm>
            <a:off x="8150352" y="6245352"/>
            <a:ext cx="612648" cy="612648"/>
          </a:xfrm>
          <a:prstGeom prst="rect">
            <a:avLst/>
          </a:prstGeom>
        </p:spPr>
      </p:pic>
      <p:sp>
        <p:nvSpPr>
          <p:cNvPr id="3" name="TextBox 2">
            <a:extLst>
              <a:ext uri="{FF2B5EF4-FFF2-40B4-BE49-F238E27FC236}">
                <a16:creationId xmlns:a16="http://schemas.microsoft.com/office/drawing/2014/main" id="{A49FBB5B-AEE4-7927-38D6-3B9A1788BF3C}"/>
              </a:ext>
            </a:extLst>
          </p:cNvPr>
          <p:cNvSpPr txBox="1"/>
          <p:nvPr/>
        </p:nvSpPr>
        <p:spPr>
          <a:xfrm>
            <a:off x="4053556" y="6130952"/>
            <a:ext cx="2917387" cy="853032"/>
          </a:xfrm>
          <a:prstGeom prst="rect">
            <a:avLst/>
          </a:prstGeom>
          <a:noFill/>
        </p:spPr>
        <p:txBody>
          <a:bodyPr wrap="square" rtlCol="0" anchor="ctr">
            <a:noAutofit/>
          </a:bodyPr>
          <a:lstStyle/>
          <a:p>
            <a:pPr algn="ctr" defTabSz="1089257"/>
            <a:r>
              <a:rPr lang="en-US" sz="3200" b="1" dirty="0">
                <a:solidFill>
                  <a:srgbClr val="FFFFFF">
                    <a:lumMod val="65000"/>
                  </a:srgbClr>
                </a:solidFill>
                <a:latin typeface="Calibri"/>
              </a:rPr>
              <a:t>VF08</a:t>
            </a:r>
            <a:r>
              <a:rPr lang="en-US" sz="3000" b="1" dirty="0">
                <a:solidFill>
                  <a:srgbClr val="FFFFFF">
                    <a:lumMod val="65000"/>
                  </a:srgbClr>
                </a:solidFill>
                <a:latin typeface="Calibri"/>
              </a:rPr>
              <a:t> visits</a:t>
            </a:r>
          </a:p>
        </p:txBody>
      </p:sp>
      <p:sp>
        <p:nvSpPr>
          <p:cNvPr id="6" name="TextBox 5">
            <a:extLst>
              <a:ext uri="{FF2B5EF4-FFF2-40B4-BE49-F238E27FC236}">
                <a16:creationId xmlns:a16="http://schemas.microsoft.com/office/drawing/2014/main" id="{EF7AE566-DE00-A8B8-5D9C-A44A646DCB0F}"/>
              </a:ext>
            </a:extLst>
          </p:cNvPr>
          <p:cNvSpPr txBox="1"/>
          <p:nvPr/>
        </p:nvSpPr>
        <p:spPr>
          <a:xfrm>
            <a:off x="8338621" y="6106529"/>
            <a:ext cx="3091379" cy="853032"/>
          </a:xfrm>
          <a:prstGeom prst="rect">
            <a:avLst/>
          </a:prstGeom>
          <a:noFill/>
        </p:spPr>
        <p:txBody>
          <a:bodyPr wrap="square" rtlCol="0" anchor="ctr">
            <a:noAutofit/>
          </a:bodyPr>
          <a:lstStyle/>
          <a:p>
            <a:pPr algn="ctr" defTabSz="1089257"/>
            <a:r>
              <a:rPr lang="en-US" sz="3200" b="1" dirty="0">
                <a:solidFill>
                  <a:srgbClr val="FFFFFF">
                    <a:lumMod val="65000"/>
                  </a:srgbClr>
                </a:solidFill>
                <a:latin typeface="Calibri"/>
              </a:rPr>
              <a:t>DT08</a:t>
            </a:r>
            <a:r>
              <a:rPr lang="en-US" sz="3000" b="1" dirty="0">
                <a:solidFill>
                  <a:srgbClr val="FFFFFF">
                    <a:lumMod val="65000"/>
                  </a:srgbClr>
                </a:solidFill>
                <a:latin typeface="Calibri"/>
              </a:rPr>
              <a:t> minutes</a:t>
            </a:r>
          </a:p>
        </p:txBody>
      </p:sp>
      <p:sp>
        <p:nvSpPr>
          <p:cNvPr id="8" name="Slide Number Placeholder 4">
            <a:extLst>
              <a:ext uri="{FF2B5EF4-FFF2-40B4-BE49-F238E27FC236}">
                <a16:creationId xmlns:a16="http://schemas.microsoft.com/office/drawing/2014/main" id="{26796C46-2539-9097-E325-35AACC360878}"/>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8</a:t>
            </a:fld>
            <a:endParaRPr lang="en-US" dirty="0"/>
          </a:p>
        </p:txBody>
      </p:sp>
    </p:spTree>
    <p:extLst>
      <p:ext uri="{BB962C8B-B14F-4D97-AF65-F5344CB8AC3E}">
        <p14:creationId xmlns:p14="http://schemas.microsoft.com/office/powerpoint/2010/main" val="1908193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095744"/>
            <a:ext cx="9601200" cy="0"/>
          </a:xfrm>
          <a:prstGeom prst="rect">
            <a:avLst/>
          </a:prstGeom>
          <a:noFill/>
          <a:ln/>
        </p:spPr>
        <p:txBody>
          <a:bodyPr wrap="square" lIns="91440" tIns="45720" rIns="91440" bIns="45720" rtlCol="0" anchor="ctr"/>
          <a:lstStyle/>
          <a:p>
            <a:r>
              <a:rPr lang="en-US" sz="800" i="1" dirty="0">
                <a:solidFill>
                  <a:srgbClr val="7F7F7F"/>
                </a:solidFill>
              </a:rPr>
              <a:t>Source: </a:t>
            </a:r>
            <a:r>
              <a:rPr lang="en-US" sz="800" i="1" dirty="0" err="1">
                <a:solidFill>
                  <a:srgbClr val="7F7F7F"/>
                </a:solidFill>
              </a:rPr>
              <a:t>TruTrade</a:t>
            </a:r>
            <a:r>
              <a:rPr lang="en-US" sz="800" i="1" dirty="0">
                <a:solidFill>
                  <a:srgbClr val="7F7F7F"/>
                </a:solidFill>
              </a:rPr>
              <a:t> (January 2023 - December 2023); Tapestry Esri</a:t>
            </a:r>
            <a:endParaRPr lang="en-US" sz="800" dirty="0"/>
          </a:p>
        </p:txBody>
      </p:sp>
      <p:sp>
        <p:nvSpPr>
          <p:cNvPr id="3" name="Text 1"/>
          <p:cNvSpPr/>
          <p:nvPr/>
        </p:nvSpPr>
        <p:spPr>
          <a:xfrm>
            <a:off x="457200" y="457200"/>
            <a:ext cx="9601200" cy="0"/>
          </a:xfrm>
          <a:prstGeom prst="rect">
            <a:avLst/>
          </a:prstGeom>
          <a:noFill/>
          <a:ln/>
        </p:spPr>
        <p:txBody>
          <a:bodyPr wrap="square" lIns="91440" tIns="45720" rIns="91440" bIns="45720" rtlCol="0" anchor="ctr"/>
          <a:lstStyle/>
          <a:p>
            <a:pPr marL="0" indent="0">
              <a:buNone/>
            </a:pPr>
            <a:r>
              <a:rPr lang="en-US" sz="2800">
                <a:solidFill>
                  <a:srgbClr val="000000"/>
                </a:solidFill>
              </a:rPr>
              <a:t>XXXXX</a:t>
            </a:r>
            <a:endParaRPr lang="en-US" sz="2800"/>
          </a:p>
          <a:p>
            <a:r>
              <a:rPr lang="en-US" sz="2800">
                <a:solidFill>
                  <a:srgbClr val="000000"/>
                </a:solidFill>
              </a:rPr>
              <a:t>Visitor Lifestyles</a:t>
            </a:r>
            <a:endParaRPr lang="en-US" sz="2800"/>
          </a:p>
        </p:txBody>
      </p:sp>
      <p:pic>
        <p:nvPicPr>
          <p:cNvPr id="5" name="Picture 4" descr="A screenshot of a card&#10;&#10;Description automatically generated">
            <a:extLst>
              <a:ext uri="{FF2B5EF4-FFF2-40B4-BE49-F238E27FC236}">
                <a16:creationId xmlns:a16="http://schemas.microsoft.com/office/drawing/2014/main" id="{FEA84B37-42E8-BD70-8AB3-E6D79A078230}"/>
              </a:ext>
            </a:extLst>
          </p:cNvPr>
          <p:cNvPicPr>
            <a:picLocks noChangeAspect="1"/>
          </p:cNvPicPr>
          <p:nvPr/>
        </p:nvPicPr>
        <p:blipFill>
          <a:blip r:embed="rId3"/>
          <a:stretch>
            <a:fillRect/>
          </a:stretch>
        </p:blipFill>
        <p:spPr>
          <a:xfrm>
            <a:off x="772014" y="1867893"/>
            <a:ext cx="11082023" cy="1701309"/>
          </a:xfrm>
          <a:prstGeom prst="rect">
            <a:avLst/>
          </a:prstGeom>
        </p:spPr>
      </p:pic>
      <p:sp>
        <p:nvSpPr>
          <p:cNvPr id="6" name="Text 3">
            <a:extLst>
              <a:ext uri="{FF2B5EF4-FFF2-40B4-BE49-F238E27FC236}">
                <a16:creationId xmlns:a16="http://schemas.microsoft.com/office/drawing/2014/main" id="{F6616C0C-A3F7-F06D-B284-3E5FDEEB5EE6}"/>
              </a:ext>
            </a:extLst>
          </p:cNvPr>
          <p:cNvSpPr/>
          <p:nvPr/>
        </p:nvSpPr>
        <p:spPr>
          <a:xfrm>
            <a:off x="457200" y="1554480"/>
            <a:ext cx="9601200" cy="0"/>
          </a:xfrm>
          <a:prstGeom prst="rect">
            <a:avLst/>
          </a:prstGeom>
          <a:noFill/>
          <a:ln/>
        </p:spPr>
        <p:txBody>
          <a:bodyPr wrap="square" lIns="91440" tIns="45720" rIns="91440" bIns="45720" rtlCol="0" anchor="ctr"/>
          <a:lstStyle/>
          <a:p>
            <a:r>
              <a:rPr lang="en-US" sz="1500" b="1">
                <a:ea typeface="Calibri"/>
                <a:cs typeface="Calibri"/>
              </a:rPr>
              <a:t>Top 4 Visitor Lifestyles</a:t>
            </a:r>
          </a:p>
        </p:txBody>
      </p:sp>
      <p:sp>
        <p:nvSpPr>
          <p:cNvPr id="9" name="Rectangle 8">
            <a:extLst>
              <a:ext uri="{FF2B5EF4-FFF2-40B4-BE49-F238E27FC236}">
                <a16:creationId xmlns:a16="http://schemas.microsoft.com/office/drawing/2014/main" id="{0C23D08A-165F-F4C3-2669-544FA56B8037}"/>
              </a:ext>
            </a:extLst>
          </p:cNvPr>
          <p:cNvSpPr/>
          <p:nvPr/>
        </p:nvSpPr>
        <p:spPr>
          <a:xfrm>
            <a:off x="3679244" y="3806629"/>
            <a:ext cx="2452624" cy="2613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ea typeface="+mn-lt"/>
                <a:cs typeface="+mn-lt"/>
              </a:rPr>
              <a:t>Workday Drive is an affluent, family-oriented market with a country flavor. Residents are partial to new housing away from the bustle of the city but close enough to commute to professional job centers. Life in this suburban wilderness offsets the hectic pace of two working parents with growing children. They favor time-saving devices, like banking online or housekeeping services, and family-oriented pursuits.</a:t>
            </a:r>
            <a:r>
              <a:rPr lang="en-US" sz="1200">
                <a:solidFill>
                  <a:schemeClr val="tx1"/>
                </a:solidFill>
              </a:rPr>
              <a:t> </a:t>
            </a:r>
            <a:endParaRPr lang="en-US" sz="1200">
              <a:solidFill>
                <a:schemeClr val="tx1"/>
              </a:solidFill>
              <a:ea typeface="Calibri"/>
              <a:cs typeface="Calibri"/>
            </a:endParaRPr>
          </a:p>
        </p:txBody>
      </p:sp>
      <p:sp>
        <p:nvSpPr>
          <p:cNvPr id="14" name="Rectangle 13">
            <a:extLst>
              <a:ext uri="{FF2B5EF4-FFF2-40B4-BE49-F238E27FC236}">
                <a16:creationId xmlns:a16="http://schemas.microsoft.com/office/drawing/2014/main" id="{00F4F909-36B0-67B7-7C96-6B78A36037FC}"/>
              </a:ext>
            </a:extLst>
          </p:cNvPr>
          <p:cNvSpPr/>
          <p:nvPr/>
        </p:nvSpPr>
        <p:spPr>
          <a:xfrm>
            <a:off x="923120" y="3806629"/>
            <a:ext cx="2452624" cy="22893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tx1"/>
                </a:solidFill>
              </a:rPr>
              <a:t>Bright Young Professionals is a large market, primarily located in urban outskirts of large metropolitan areas. These communities are home to young, educated, working professionals. More than one out of three householders are under the age of 35. Slightly more diverse couples dominate this market, with more renters than homeowners. </a:t>
            </a:r>
            <a:endParaRPr lang="en-US" sz="1200">
              <a:solidFill>
                <a:schemeClr val="tx1"/>
              </a:solidFill>
              <a:ea typeface="Calibri"/>
              <a:cs typeface="Calibri"/>
            </a:endParaRPr>
          </a:p>
        </p:txBody>
      </p:sp>
      <p:sp>
        <p:nvSpPr>
          <p:cNvPr id="15" name="Rectangle 14">
            <a:extLst>
              <a:ext uri="{FF2B5EF4-FFF2-40B4-BE49-F238E27FC236}">
                <a16:creationId xmlns:a16="http://schemas.microsoft.com/office/drawing/2014/main" id="{4E90A153-DA2B-E045-E7CA-FAE688CDBFEB}"/>
              </a:ext>
            </a:extLst>
          </p:cNvPr>
          <p:cNvSpPr/>
          <p:nvPr/>
        </p:nvSpPr>
        <p:spPr>
          <a:xfrm>
            <a:off x="6518309" y="3806627"/>
            <a:ext cx="2452624" cy="2613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a:solidFill>
                  <a:schemeClr val="tx1"/>
                </a:solidFill>
                <a:ea typeface="+mn-lt"/>
                <a:cs typeface="+mn-lt"/>
              </a:rPr>
              <a:t>These suburbanites have achieved the dream of home -ownership. They have purchased homes that are within their means. Their homes are older, and townhomes and duplexes are not uncommon. Many of these families are two-income married couples approaching retirement age; they are comfortable in their jobs and their homes, budget wisely, but do not plan on retiring anytime soon or moving. </a:t>
            </a:r>
            <a:endParaRPr lang="en-US" sz="1200">
              <a:solidFill>
                <a:schemeClr val="tx1"/>
              </a:solidFill>
              <a:ea typeface="Calibri"/>
              <a:cs typeface="Calibri"/>
            </a:endParaRPr>
          </a:p>
        </p:txBody>
      </p:sp>
      <p:sp>
        <p:nvSpPr>
          <p:cNvPr id="16" name="Rectangle 15">
            <a:extLst>
              <a:ext uri="{FF2B5EF4-FFF2-40B4-BE49-F238E27FC236}">
                <a16:creationId xmlns:a16="http://schemas.microsoft.com/office/drawing/2014/main" id="{C1C8B289-A9F8-5634-02C2-7D754B3D11BA}"/>
              </a:ext>
            </a:extLst>
          </p:cNvPr>
          <p:cNvSpPr/>
          <p:nvPr/>
        </p:nvSpPr>
        <p:spPr>
          <a:xfrm>
            <a:off x="9223147" y="3806628"/>
            <a:ext cx="2452624" cy="26138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a:solidFill>
                  <a:schemeClr val="tx1"/>
                </a:solidFill>
                <a:ea typeface="+mn-lt"/>
                <a:cs typeface="+mn-lt"/>
              </a:rPr>
              <a:t>Savvy Suburbanites residents are well educated, well read, and well capitalized. Families include empty nesters and empty nester wannabes, who still have adult children at home. Located in older neighborhoods outside the urban core, their suburban lifestyle includes home remodeling and gardening plus the active pursuit of sports and exercise. They enjoy good food and wine, plus the amenities of the city’s cultural events.</a:t>
            </a:r>
            <a:endParaRPr lang="en-US">
              <a:solidFill>
                <a:schemeClr val="tx1"/>
              </a:solidFill>
            </a:endParaRPr>
          </a:p>
        </p:txBody>
      </p:sp>
      <p:sp>
        <p:nvSpPr>
          <p:cNvPr id="18" name="Rectangle 17">
            <a:extLst>
              <a:ext uri="{FF2B5EF4-FFF2-40B4-BE49-F238E27FC236}">
                <a16:creationId xmlns:a16="http://schemas.microsoft.com/office/drawing/2014/main" id="{EC4BCA30-71CD-9C6B-C8AB-D9D12A7A82FD}"/>
              </a:ext>
            </a:extLst>
          </p:cNvPr>
          <p:cNvSpPr/>
          <p:nvPr/>
        </p:nvSpPr>
        <p:spPr>
          <a:xfrm>
            <a:off x="1391936" y="3080041"/>
            <a:ext cx="1536321" cy="202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1"/>
                </a:solidFill>
              </a:rPr>
              <a:t>MSA Index: 100</a:t>
            </a:r>
          </a:p>
        </p:txBody>
      </p:sp>
      <p:sp>
        <p:nvSpPr>
          <p:cNvPr id="7" name="Rectangle 6">
            <a:extLst>
              <a:ext uri="{FF2B5EF4-FFF2-40B4-BE49-F238E27FC236}">
                <a16:creationId xmlns:a16="http://schemas.microsoft.com/office/drawing/2014/main" id="{5579DBAA-21B8-1F25-1106-D4E0D16E0AF6}"/>
              </a:ext>
            </a:extLst>
          </p:cNvPr>
          <p:cNvSpPr/>
          <p:nvPr/>
        </p:nvSpPr>
        <p:spPr>
          <a:xfrm>
            <a:off x="9336968" y="676655"/>
            <a:ext cx="3007432" cy="1144688"/>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Cover “more info” with MSA Index</a:t>
            </a:r>
          </a:p>
        </p:txBody>
      </p:sp>
      <p:sp>
        <p:nvSpPr>
          <p:cNvPr id="8" name="Rectangle 7">
            <a:extLst>
              <a:ext uri="{FF2B5EF4-FFF2-40B4-BE49-F238E27FC236}">
                <a16:creationId xmlns:a16="http://schemas.microsoft.com/office/drawing/2014/main" id="{BFCAA20E-859B-C6A9-2880-1D5B6BA69C51}"/>
              </a:ext>
            </a:extLst>
          </p:cNvPr>
          <p:cNvSpPr/>
          <p:nvPr/>
        </p:nvSpPr>
        <p:spPr>
          <a:xfrm>
            <a:off x="4161508" y="3071282"/>
            <a:ext cx="1536321" cy="202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1"/>
                </a:solidFill>
              </a:rPr>
              <a:t>MSA Index: 100</a:t>
            </a:r>
          </a:p>
        </p:txBody>
      </p:sp>
      <p:sp>
        <p:nvSpPr>
          <p:cNvPr id="10" name="Rectangle 9">
            <a:extLst>
              <a:ext uri="{FF2B5EF4-FFF2-40B4-BE49-F238E27FC236}">
                <a16:creationId xmlns:a16="http://schemas.microsoft.com/office/drawing/2014/main" id="{E974FA78-44EB-E9A9-97A3-F63073CD82B3}"/>
              </a:ext>
            </a:extLst>
          </p:cNvPr>
          <p:cNvSpPr/>
          <p:nvPr/>
        </p:nvSpPr>
        <p:spPr>
          <a:xfrm>
            <a:off x="6976460" y="3070666"/>
            <a:ext cx="1536321" cy="202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1"/>
                </a:solidFill>
              </a:rPr>
              <a:t>MSA Index: 100</a:t>
            </a:r>
          </a:p>
        </p:txBody>
      </p:sp>
      <p:sp>
        <p:nvSpPr>
          <p:cNvPr id="11" name="Rectangle 10">
            <a:extLst>
              <a:ext uri="{FF2B5EF4-FFF2-40B4-BE49-F238E27FC236}">
                <a16:creationId xmlns:a16="http://schemas.microsoft.com/office/drawing/2014/main" id="{5963369D-356E-5434-9333-C09B31C69F12}"/>
              </a:ext>
            </a:extLst>
          </p:cNvPr>
          <p:cNvSpPr/>
          <p:nvPr/>
        </p:nvSpPr>
        <p:spPr>
          <a:xfrm>
            <a:off x="9791412" y="3070666"/>
            <a:ext cx="1536321" cy="2021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1"/>
                </a:solidFill>
              </a:rPr>
              <a:t>MSA Index: 100</a:t>
            </a:r>
          </a:p>
        </p:txBody>
      </p:sp>
      <p:sp>
        <p:nvSpPr>
          <p:cNvPr id="12" name="Rectangle 11">
            <a:extLst>
              <a:ext uri="{FF2B5EF4-FFF2-40B4-BE49-F238E27FC236}">
                <a16:creationId xmlns:a16="http://schemas.microsoft.com/office/drawing/2014/main" id="{212D95BA-6F85-2C6D-9A74-F6756515B57C}"/>
              </a:ext>
            </a:extLst>
          </p:cNvPr>
          <p:cNvSpPr/>
          <p:nvPr/>
        </p:nvSpPr>
        <p:spPr>
          <a:xfrm>
            <a:off x="9233046" y="2996858"/>
            <a:ext cx="3007432" cy="1144688"/>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Update MSA Index</a:t>
            </a:r>
          </a:p>
        </p:txBody>
      </p:sp>
      <p:sp>
        <p:nvSpPr>
          <p:cNvPr id="13" name="Rectangle 12">
            <a:extLst>
              <a:ext uri="{FF2B5EF4-FFF2-40B4-BE49-F238E27FC236}">
                <a16:creationId xmlns:a16="http://schemas.microsoft.com/office/drawing/2014/main" id="{66CDF76F-E9D5-1CCB-8699-4D4418CEDB82}"/>
              </a:ext>
            </a:extLst>
          </p:cNvPr>
          <p:cNvSpPr/>
          <p:nvPr/>
        </p:nvSpPr>
        <p:spPr>
          <a:xfrm>
            <a:off x="186727" y="4496970"/>
            <a:ext cx="4572000" cy="2423359"/>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lang="en-US" sz="1944" kern="0">
                <a:solidFill>
                  <a:srgbClr val="FFFFFF"/>
                </a:solidFill>
                <a:latin typeface="Arial" panose="020B0604020202020204"/>
              </a:rPr>
              <a:t>Replace Tapestry source</a:t>
            </a:r>
            <a:endParaRPr kumimoji="0" lang="en-US" sz="1944" b="0" i="0" u="none" strike="noStrike" kern="0" cap="none" spc="0" normalizeH="0" baseline="0" noProof="0">
              <a:ln>
                <a:noFill/>
              </a:ln>
              <a:solidFill>
                <a:srgbClr val="FFFFFF"/>
              </a:solidFill>
              <a:effectLst/>
              <a:uLnTx/>
              <a:uFillTx/>
              <a:latin typeface="Arial" panose="020B0604020202020204"/>
              <a:ea typeface="+mn-ea"/>
              <a:cs typeface="+mn-cs"/>
            </a:endParaRPr>
          </a:p>
          <a:p>
            <a:pPr algn="ctr" defTabSz="987527">
              <a:defRPr/>
            </a:pPr>
            <a:r>
              <a:rPr lang="en-US" sz="1944" kern="0">
                <a:solidFill>
                  <a:srgbClr val="FFFFFF"/>
                </a:solidFill>
                <a:latin typeface="Arial" panose="020B0604020202020204"/>
              </a:rPr>
              <a:t>“</a:t>
            </a:r>
            <a:r>
              <a:rPr lang="en-US" sz="2000" i="1">
                <a:solidFill>
                  <a:schemeClr val="bg1"/>
                </a:solidFill>
              </a:rPr>
              <a:t>Source: TruTrade (January 2023 - December 2023); Tapestry Esri”</a:t>
            </a:r>
            <a:endParaRPr lang="en-US" sz="2000">
              <a:solidFill>
                <a:schemeClr val="bg1"/>
              </a:solidFill>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 with the correct end date</a:t>
            </a:r>
          </a:p>
        </p:txBody>
      </p:sp>
      <p:sp>
        <p:nvSpPr>
          <p:cNvPr id="17" name="Rectangle 16">
            <a:extLst>
              <a:ext uri="{FF2B5EF4-FFF2-40B4-BE49-F238E27FC236}">
                <a16:creationId xmlns:a16="http://schemas.microsoft.com/office/drawing/2014/main" id="{B583DB3F-F39C-DCCF-E309-447F8BCD7F73}"/>
              </a:ext>
            </a:extLst>
          </p:cNvPr>
          <p:cNvSpPr/>
          <p:nvPr/>
        </p:nvSpPr>
        <p:spPr>
          <a:xfrm>
            <a:off x="3845868" y="213012"/>
            <a:ext cx="4572000" cy="320510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Get Tapestry Data from Dashboard &gt; Overview&gt; Tapestry Profile</a:t>
            </a:r>
          </a:p>
          <a:p>
            <a:pPr algn="ctr" defTabSz="987527">
              <a:defRPr/>
            </a:pPr>
            <a:endParaRPr lang="en-US" sz="1944" kern="0">
              <a:solidFill>
                <a:srgbClr val="FFFFFF"/>
              </a:solidFill>
              <a:latin typeface="Arial" panose="020B0604020202020204"/>
            </a:endParaRPr>
          </a:p>
          <a:p>
            <a:pPr algn="ctr" defTabSz="987527">
              <a:defRPr/>
            </a:pPr>
            <a:r>
              <a:rPr lang="en-US" sz="1944" kern="0">
                <a:solidFill>
                  <a:srgbClr val="FFFFFF"/>
                </a:solidFill>
                <a:latin typeface="Arial" panose="020B0604020202020204"/>
              </a:rPr>
              <a:t>Descriptions [do not copy from dashboard]: https://aro36579709.sharepoint.com/:x:/s/ABResources/EZVOKAglh91BvD0g445LEmABqmndIIaAOjxMFMIEwvQPIQ?e=5ZdPF8</a:t>
            </a:r>
            <a:endParaRPr kumimoji="0" lang="en-US" sz="1944"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19" name="Slide Number Placeholder 4">
            <a:extLst>
              <a:ext uri="{FF2B5EF4-FFF2-40B4-BE49-F238E27FC236}">
                <a16:creationId xmlns:a16="http://schemas.microsoft.com/office/drawing/2014/main" id="{4808DF4E-9A55-8F0C-CAFF-385D58C3648A}"/>
              </a:ext>
            </a:extLst>
          </p:cNvPr>
          <p:cNvSpPr txBox="1">
            <a:spLocks/>
          </p:cNvSpPr>
          <p:nvPr/>
        </p:nvSpPr>
        <p:spPr>
          <a:xfrm>
            <a:off x="11887200" y="7400925"/>
            <a:ext cx="914400" cy="228600"/>
          </a:xfrm>
          <a:prstGeom prst="rect">
            <a:avLst/>
          </a:prstGeom>
        </p:spPr>
        <p:txBody>
          <a:bodyPr/>
          <a:lstStyle>
            <a:defPPr>
              <a:defRPr lang="en-US"/>
            </a:defPPr>
            <a:lvl1pPr marL="0" algn="l" defTabSz="1175644" rtl="0" eaLnBrk="1" latinLnBrk="0" hangingPunct="1">
              <a:defRPr sz="2300" kern="1200">
                <a:solidFill>
                  <a:schemeClr val="tx1"/>
                </a:solidFill>
                <a:latin typeface="+mn-lt"/>
                <a:ea typeface="+mn-ea"/>
                <a:cs typeface="+mn-cs"/>
              </a:defRPr>
            </a:lvl1pPr>
            <a:lvl2pPr marL="587822" algn="l" defTabSz="1175644" rtl="0" eaLnBrk="1" latinLnBrk="0" hangingPunct="1">
              <a:defRPr sz="2300" kern="1200">
                <a:solidFill>
                  <a:schemeClr val="tx1"/>
                </a:solidFill>
                <a:latin typeface="+mn-lt"/>
                <a:ea typeface="+mn-ea"/>
                <a:cs typeface="+mn-cs"/>
              </a:defRPr>
            </a:lvl2pPr>
            <a:lvl3pPr marL="1175644" algn="l" defTabSz="1175644" rtl="0" eaLnBrk="1" latinLnBrk="0" hangingPunct="1">
              <a:defRPr sz="2300" kern="1200">
                <a:solidFill>
                  <a:schemeClr val="tx1"/>
                </a:solidFill>
                <a:latin typeface="+mn-lt"/>
                <a:ea typeface="+mn-ea"/>
                <a:cs typeface="+mn-cs"/>
              </a:defRPr>
            </a:lvl3pPr>
            <a:lvl4pPr marL="1763466" algn="l" defTabSz="1175644" rtl="0" eaLnBrk="1" latinLnBrk="0" hangingPunct="1">
              <a:defRPr sz="2300" kern="1200">
                <a:solidFill>
                  <a:schemeClr val="tx1"/>
                </a:solidFill>
                <a:latin typeface="+mn-lt"/>
                <a:ea typeface="+mn-ea"/>
                <a:cs typeface="+mn-cs"/>
              </a:defRPr>
            </a:lvl4pPr>
            <a:lvl5pPr marL="2351288" algn="l" defTabSz="1175644" rtl="0" eaLnBrk="1" latinLnBrk="0" hangingPunct="1">
              <a:defRPr sz="2300" kern="1200">
                <a:solidFill>
                  <a:schemeClr val="tx1"/>
                </a:solidFill>
                <a:latin typeface="+mn-lt"/>
                <a:ea typeface="+mn-ea"/>
                <a:cs typeface="+mn-cs"/>
              </a:defRPr>
            </a:lvl5pPr>
            <a:lvl6pPr marL="2939110" algn="l" defTabSz="1175644" rtl="0" eaLnBrk="1" latinLnBrk="0" hangingPunct="1">
              <a:defRPr sz="2300" kern="1200">
                <a:solidFill>
                  <a:schemeClr val="tx1"/>
                </a:solidFill>
                <a:latin typeface="+mn-lt"/>
                <a:ea typeface="+mn-ea"/>
                <a:cs typeface="+mn-cs"/>
              </a:defRPr>
            </a:lvl6pPr>
            <a:lvl7pPr marL="3526932" algn="l" defTabSz="1175644" rtl="0" eaLnBrk="1" latinLnBrk="0" hangingPunct="1">
              <a:defRPr sz="2300" kern="1200">
                <a:solidFill>
                  <a:schemeClr val="tx1"/>
                </a:solidFill>
                <a:latin typeface="+mn-lt"/>
                <a:ea typeface="+mn-ea"/>
                <a:cs typeface="+mn-cs"/>
              </a:defRPr>
            </a:lvl7pPr>
            <a:lvl8pPr marL="4114754" algn="l" defTabSz="1175644" rtl="0" eaLnBrk="1" latinLnBrk="0" hangingPunct="1">
              <a:defRPr sz="2300" kern="1200">
                <a:solidFill>
                  <a:schemeClr val="tx1"/>
                </a:solidFill>
                <a:latin typeface="+mn-lt"/>
                <a:ea typeface="+mn-ea"/>
                <a:cs typeface="+mn-cs"/>
              </a:defRPr>
            </a:lvl8pPr>
            <a:lvl9pPr marL="4702576" algn="l" defTabSz="1175644" rtl="0" eaLnBrk="1" latinLnBrk="0" hangingPunct="1">
              <a:defRPr sz="2300" kern="1200">
                <a:solidFill>
                  <a:schemeClr val="tx1"/>
                </a:solidFill>
                <a:latin typeface="+mn-lt"/>
                <a:ea typeface="+mn-ea"/>
                <a:cs typeface="+mn-cs"/>
              </a:defRPr>
            </a:lvl9pPr>
          </a:lstStyle>
          <a:p>
            <a:pPr algn="ctr"/>
            <a:fld id="{DFE75DC9-2AA8-4836-ABA6-832E2002DAE6}" type="slidenum">
              <a:rPr lang="en-US" sz="1200" smtClean="0">
                <a:solidFill>
                  <a:schemeClr val="bg1"/>
                </a:solidFill>
              </a:rPr>
              <a:pPr algn="ctr"/>
              <a:t>9</a:t>
            </a:fld>
            <a:endParaRPr lang="en-US" sz="1200">
              <a:solidFill>
                <a:schemeClr val="bg1"/>
              </a:solidFill>
            </a:endParaRPr>
          </a:p>
        </p:txBody>
      </p:sp>
    </p:spTree>
    <p:extLst>
      <p:ext uri="{BB962C8B-B14F-4D97-AF65-F5344CB8AC3E}">
        <p14:creationId xmlns:p14="http://schemas.microsoft.com/office/powerpoint/2010/main" val="1378597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C21CFAD-A7BB-4107-84AE-EADC1EC141A9}"/>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10</a:t>
            </a:fld>
            <a:endParaRPr lang="en-US"/>
          </a:p>
        </p:txBody>
      </p:sp>
      <p:sp>
        <p:nvSpPr>
          <p:cNvPr id="4" name="Title 3">
            <a:extLst>
              <a:ext uri="{FF2B5EF4-FFF2-40B4-BE49-F238E27FC236}">
                <a16:creationId xmlns:a16="http://schemas.microsoft.com/office/drawing/2014/main" id="{0275C96C-92F1-41B0-9BB7-2BD279545F06}"/>
              </a:ext>
            </a:extLst>
          </p:cNvPr>
          <p:cNvSpPr>
            <a:spLocks noGrp="1"/>
          </p:cNvSpPr>
          <p:nvPr>
            <p:ph type="title"/>
          </p:nvPr>
        </p:nvSpPr>
        <p:spPr>
          <a:xfrm>
            <a:off x="739140" y="311256"/>
            <a:ext cx="11493475" cy="1295400"/>
          </a:xfrm>
        </p:spPr>
        <p:txBody>
          <a:bodyPr>
            <a:noAutofit/>
          </a:bodyPr>
          <a:lstStyle/>
          <a:p>
            <a:r>
              <a:rPr lang="en-US" sz="2400" dirty="0">
                <a:ea typeface="Lato Black"/>
                <a:cs typeface="Lato Black"/>
              </a:rPr>
              <a:t>CMPANALYSIS10</a:t>
            </a:r>
            <a:endParaRPr lang="en-US" sz="2400" dirty="0"/>
          </a:p>
        </p:txBody>
      </p:sp>
      <p:sp>
        <p:nvSpPr>
          <p:cNvPr id="10" name="Subtitle 9">
            <a:extLst>
              <a:ext uri="{FF2B5EF4-FFF2-40B4-BE49-F238E27FC236}">
                <a16:creationId xmlns:a16="http://schemas.microsoft.com/office/drawing/2014/main" id="{8D111058-225D-4288-9DD8-1E40B51C8572}"/>
              </a:ext>
            </a:extLst>
          </p:cNvPr>
          <p:cNvSpPr>
            <a:spLocks noGrp="1"/>
          </p:cNvSpPr>
          <p:nvPr>
            <p:ph type="subTitle" idx="10"/>
          </p:nvPr>
        </p:nvSpPr>
        <p:spPr/>
        <p:txBody>
          <a:bodyPr/>
          <a:lstStyle/>
          <a:p>
            <a:r>
              <a:rPr lang="en-US" i="1" dirty="0"/>
              <a:t>Source: </a:t>
            </a:r>
            <a:r>
              <a:rPr lang="en-US" i="1" dirty="0" err="1"/>
              <a:t>TruTrade</a:t>
            </a:r>
            <a:r>
              <a:rPr lang="en-US" i="1" dirty="0"/>
              <a:t>, 12 months ending on March 31, 2022; Esri</a:t>
            </a:r>
            <a:endParaRPr lang="en-US" dirty="0"/>
          </a:p>
        </p:txBody>
      </p:sp>
      <p:graphicFrame>
        <p:nvGraphicFramePr>
          <p:cNvPr id="8" name="Table 7">
            <a:extLst>
              <a:ext uri="{FF2B5EF4-FFF2-40B4-BE49-F238E27FC236}">
                <a16:creationId xmlns:a16="http://schemas.microsoft.com/office/drawing/2014/main" id="{99FB67E6-3D1A-4BCC-9567-F897664A53CD}"/>
              </a:ext>
            </a:extLst>
          </p:cNvPr>
          <p:cNvGraphicFramePr>
            <a:graphicFrameLocks noGrp="1"/>
          </p:cNvGraphicFramePr>
          <p:nvPr>
            <p:extLst>
              <p:ext uri="{D42A27DB-BD31-4B8C-83A1-F6EECF244321}">
                <p14:modId xmlns:p14="http://schemas.microsoft.com/office/powerpoint/2010/main" val="2101459246"/>
              </p:ext>
            </p:extLst>
          </p:nvPr>
        </p:nvGraphicFramePr>
        <p:xfrm>
          <a:off x="746890" y="2062854"/>
          <a:ext cx="11320270" cy="4393066"/>
        </p:xfrm>
        <a:graphic>
          <a:graphicData uri="http://schemas.openxmlformats.org/drawingml/2006/table">
            <a:tbl>
              <a:tblPr/>
              <a:tblGrid>
                <a:gridCol w="3764278">
                  <a:extLst>
                    <a:ext uri="{9D8B030D-6E8A-4147-A177-3AD203B41FA5}">
                      <a16:colId xmlns:a16="http://schemas.microsoft.com/office/drawing/2014/main" val="4154005503"/>
                    </a:ext>
                  </a:extLst>
                </a:gridCol>
                <a:gridCol w="1259332">
                  <a:extLst>
                    <a:ext uri="{9D8B030D-6E8A-4147-A177-3AD203B41FA5}">
                      <a16:colId xmlns:a16="http://schemas.microsoft.com/office/drawing/2014/main" val="820432067"/>
                    </a:ext>
                  </a:extLst>
                </a:gridCol>
                <a:gridCol w="1259332">
                  <a:extLst>
                    <a:ext uri="{9D8B030D-6E8A-4147-A177-3AD203B41FA5}">
                      <a16:colId xmlns:a16="http://schemas.microsoft.com/office/drawing/2014/main" val="3488943478"/>
                    </a:ext>
                  </a:extLst>
                </a:gridCol>
                <a:gridCol w="1259332">
                  <a:extLst>
                    <a:ext uri="{9D8B030D-6E8A-4147-A177-3AD203B41FA5}">
                      <a16:colId xmlns:a16="http://schemas.microsoft.com/office/drawing/2014/main" val="1815566237"/>
                    </a:ext>
                  </a:extLst>
                </a:gridCol>
                <a:gridCol w="1259332">
                  <a:extLst>
                    <a:ext uri="{9D8B030D-6E8A-4147-A177-3AD203B41FA5}">
                      <a16:colId xmlns:a16="http://schemas.microsoft.com/office/drawing/2014/main" val="3696237345"/>
                    </a:ext>
                  </a:extLst>
                </a:gridCol>
                <a:gridCol w="1259332">
                  <a:extLst>
                    <a:ext uri="{9D8B030D-6E8A-4147-A177-3AD203B41FA5}">
                      <a16:colId xmlns:a16="http://schemas.microsoft.com/office/drawing/2014/main" val="583834186"/>
                    </a:ext>
                  </a:extLst>
                </a:gridCol>
                <a:gridCol w="1259332">
                  <a:extLst>
                    <a:ext uri="{9D8B030D-6E8A-4147-A177-3AD203B41FA5}">
                      <a16:colId xmlns:a16="http://schemas.microsoft.com/office/drawing/2014/main" val="1054098312"/>
                    </a:ext>
                  </a:extLst>
                </a:gridCol>
              </a:tblGrid>
              <a:tr h="552586">
                <a:tc>
                  <a:txBody>
                    <a:bodyPr/>
                    <a:lstStyle/>
                    <a:p>
                      <a:pPr algn="l" rtl="0" fontAlgn="ctr"/>
                      <a:r>
                        <a:rPr lang="en-US" sz="1000" b="1" i="0" u="none" strike="noStrike" dirty="0">
                          <a:solidFill>
                            <a:srgbClr val="FFFFFF"/>
                          </a:solidFill>
                          <a:effectLst/>
                          <a:latin typeface="+mn-lt"/>
                          <a:ea typeface="Roboto"/>
                        </a:rPr>
                        <a:t> </a:t>
                      </a: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r>
                        <a:rPr lang="en-US" sz="1000" b="1" i="0" u="none" strike="noStrike" dirty="0" err="1">
                          <a:solidFill>
                            <a:srgbClr val="FFFFFF"/>
                          </a:solidFill>
                          <a:effectLst/>
                          <a:latin typeface="+mn-lt"/>
                          <a:ea typeface="Roboto"/>
                        </a:rPr>
                        <a:t>TruTrade</a:t>
                      </a:r>
                      <a:r>
                        <a:rPr lang="en-US" sz="1000" b="1" i="0" u="none" strike="noStrike" dirty="0">
                          <a:solidFill>
                            <a:srgbClr val="FFFFFF"/>
                          </a:solidFill>
                          <a:effectLst/>
                          <a:latin typeface="+mn-lt"/>
                          <a:ea typeface="Roboto"/>
                        </a:rPr>
                        <a:t> Population</a:t>
                      </a:r>
                    </a:p>
                  </a:txBody>
                  <a:tcPr marL="9525" marR="857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r>
                        <a:rPr lang="en-US" sz="1000" b="1" i="0" u="none" strike="noStrike" dirty="0">
                          <a:solidFill>
                            <a:srgbClr val="FFFFFF"/>
                          </a:solidFill>
                          <a:effectLst/>
                          <a:latin typeface="+mn-lt"/>
                          <a:ea typeface="Roboto"/>
                        </a:rPr>
                        <a:t>Visitor Avg. HH Income</a:t>
                      </a:r>
                    </a:p>
                  </a:txBody>
                  <a:tcPr marL="9525" marR="857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r>
                        <a:rPr lang="en-US" sz="1000" b="1" i="0" u="none" strike="noStrike" dirty="0">
                          <a:solidFill>
                            <a:srgbClr val="FFFFFF"/>
                          </a:solidFill>
                          <a:effectLst/>
                          <a:latin typeface="+mn-lt"/>
                          <a:ea typeface="Roboto"/>
                        </a:rPr>
                        <a:t>% Visitors</a:t>
                      </a:r>
                    </a:p>
                    <a:p>
                      <a:pPr algn="r" rtl="0" fontAlgn="ctr"/>
                      <a:r>
                        <a:rPr lang="en-US" sz="1000" b="1" i="0" u="none" strike="noStrike" dirty="0">
                          <a:solidFill>
                            <a:srgbClr val="FFFFFF"/>
                          </a:solidFill>
                          <a:effectLst/>
                          <a:latin typeface="+mn-lt"/>
                          <a:ea typeface="Roboto"/>
                        </a:rPr>
                        <a:t> &gt;$100,000 HHI</a:t>
                      </a:r>
                    </a:p>
                  </a:txBody>
                  <a:tcPr marL="9525" marR="857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r>
                        <a:rPr lang="en-US" sz="1000" b="1" i="0" u="none" strike="noStrike" dirty="0">
                          <a:solidFill>
                            <a:srgbClr val="FFFFFF"/>
                          </a:solidFill>
                          <a:effectLst/>
                          <a:latin typeface="+mn-lt"/>
                          <a:ea typeface="Roboto"/>
                        </a:rPr>
                        <a:t>Avg. Age of Head of Visitor Household</a:t>
                      </a:r>
                    </a:p>
                  </a:txBody>
                  <a:tcPr marL="9525" marR="857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r>
                        <a:rPr lang="en-US" sz="1000" b="1" i="0" u="none" strike="noStrike" dirty="0">
                          <a:solidFill>
                            <a:srgbClr val="FFFFFF"/>
                          </a:solidFill>
                          <a:effectLst/>
                          <a:latin typeface="+mn-lt"/>
                          <a:ea typeface="Roboto"/>
                        </a:rPr>
                        <a:t>% Visitor</a:t>
                      </a:r>
                    </a:p>
                    <a:p>
                      <a:pPr algn="r" rtl="0" fontAlgn="ctr"/>
                      <a:r>
                        <a:rPr lang="en-US" sz="1000" b="1" i="0" u="none" strike="noStrike" dirty="0">
                          <a:solidFill>
                            <a:srgbClr val="FFFFFF"/>
                          </a:solidFill>
                          <a:effectLst/>
                          <a:latin typeface="+mn-lt"/>
                          <a:ea typeface="Roboto"/>
                        </a:rPr>
                        <a:t> Households </a:t>
                      </a:r>
                    </a:p>
                    <a:p>
                      <a:pPr algn="r" rtl="0" fontAlgn="ctr"/>
                      <a:r>
                        <a:rPr lang="en-US" sz="1000" b="1" i="0" u="none" strike="noStrike" dirty="0">
                          <a:solidFill>
                            <a:srgbClr val="FFFFFF"/>
                          </a:solidFill>
                          <a:effectLst/>
                          <a:latin typeface="+mn-lt"/>
                          <a:ea typeface="Roboto"/>
                        </a:rPr>
                        <a:t>with Children</a:t>
                      </a:r>
                    </a:p>
                  </a:txBody>
                  <a:tcPr marL="9525" marR="857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r>
                        <a:rPr lang="en-US" sz="1000" b="1" i="0" u="none" strike="noStrike" dirty="0">
                          <a:solidFill>
                            <a:srgbClr val="FFFFFF"/>
                          </a:solidFill>
                          <a:effectLst/>
                          <a:latin typeface="+mn-lt"/>
                          <a:ea typeface="Roboto"/>
                        </a:rPr>
                        <a:t>% College Degree </a:t>
                      </a:r>
                    </a:p>
                    <a:p>
                      <a:pPr algn="r" rtl="0" fontAlgn="ctr"/>
                      <a:r>
                        <a:rPr lang="en-US" sz="1000" b="1" i="0" u="none" strike="noStrike" dirty="0">
                          <a:solidFill>
                            <a:srgbClr val="FFFFFF"/>
                          </a:solidFill>
                          <a:effectLst/>
                          <a:latin typeface="+mn-lt"/>
                          <a:ea typeface="Roboto"/>
                        </a:rPr>
                        <a:t>or Higher</a:t>
                      </a:r>
                    </a:p>
                  </a:txBody>
                  <a:tcPr marL="9525" marR="85725" marT="9525" marB="0" anchor="b">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extLst>
                  <a:ext uri="{0D108BD9-81ED-4DB2-BD59-A6C34878D82A}">
                    <a16:rowId xmlns:a16="http://schemas.microsoft.com/office/drawing/2014/main" val="576102859"/>
                  </a:ext>
                </a:extLst>
              </a:tr>
              <a:tr h="320040">
                <a:tc>
                  <a:txBody>
                    <a:bodyPr/>
                    <a:lstStyle/>
                    <a:p>
                      <a:pPr algn="l" rtl="0" fontAlgn="ctr"/>
                      <a:endParaRPr lang="en-US" sz="1000" b="1" i="0" u="none" strike="noStrike" dirty="0">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611747733"/>
                  </a:ext>
                </a:extLst>
              </a:tr>
              <a:tr h="320040">
                <a:tc>
                  <a:txBody>
                    <a:bodyPr/>
                    <a:lstStyle/>
                    <a:p>
                      <a:pPr algn="l" rtl="0" fontAlgn="ctr"/>
                      <a:endParaRPr lang="en-US" sz="1000" b="1" i="0" u="none" strike="noStrike" dirty="0">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595687347"/>
                  </a:ext>
                </a:extLst>
              </a:tr>
              <a:tr h="320040">
                <a:tc>
                  <a:txBody>
                    <a:bodyPr/>
                    <a:lstStyle/>
                    <a:p>
                      <a:pPr algn="l" rtl="0" fontAlgn="ctr"/>
                      <a:endParaRPr lang="en-US"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891578158"/>
                  </a:ext>
                </a:extLst>
              </a:tr>
              <a:tr h="320040">
                <a:tc>
                  <a:txBody>
                    <a:bodyPr/>
                    <a:lstStyle/>
                    <a:p>
                      <a:pPr algn="l" rtl="0" fontAlgn="ctr"/>
                      <a:endParaRPr lang="en-US"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483391043"/>
                  </a:ext>
                </a:extLst>
              </a:tr>
              <a:tr h="320040">
                <a:tc>
                  <a:txBody>
                    <a:bodyPr/>
                    <a:lstStyle/>
                    <a:p>
                      <a:pPr algn="l" rtl="0" fontAlgn="ctr"/>
                      <a:endParaRPr lang="en-US"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568517418"/>
                  </a:ext>
                </a:extLst>
              </a:tr>
              <a:tr h="320040">
                <a:tc>
                  <a:txBody>
                    <a:bodyPr/>
                    <a:lstStyle/>
                    <a:p>
                      <a:pPr algn="l" rtl="0" fontAlgn="ctr"/>
                      <a:endParaRPr lang="en-US"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513491604"/>
                  </a:ext>
                </a:extLst>
              </a:tr>
              <a:tr h="320040">
                <a:tc>
                  <a:txBody>
                    <a:bodyPr/>
                    <a:lstStyle/>
                    <a:p>
                      <a:pPr algn="l" rtl="0" fontAlgn="ctr"/>
                      <a:endParaRPr lang="en-US"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622504820"/>
                  </a:ext>
                </a:extLst>
              </a:tr>
              <a:tr h="320040">
                <a:tc>
                  <a:txBody>
                    <a:bodyPr/>
                    <a:lstStyle/>
                    <a:p>
                      <a:pPr algn="l" rtl="0" fontAlgn="ctr"/>
                      <a:endParaRPr lang="en-US"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151454999"/>
                  </a:ext>
                </a:extLst>
              </a:tr>
              <a:tr h="320040">
                <a:tc>
                  <a:txBody>
                    <a:bodyPr/>
                    <a:lstStyle/>
                    <a:p>
                      <a:pPr algn="l" rtl="0" fontAlgn="ctr"/>
                      <a:endParaRPr lang="en-US"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613571426"/>
                  </a:ext>
                </a:extLst>
              </a:tr>
              <a:tr h="320040">
                <a:tc>
                  <a:txBody>
                    <a:bodyPr/>
                    <a:lstStyle/>
                    <a:p>
                      <a:pPr algn="l" rtl="0" fontAlgn="ctr"/>
                      <a:endParaRPr lang="de-DE"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595065104"/>
                  </a:ext>
                </a:extLst>
              </a:tr>
              <a:tr h="320040">
                <a:tc>
                  <a:txBody>
                    <a:bodyPr/>
                    <a:lstStyle/>
                    <a:p>
                      <a:pPr algn="l" rtl="0" fontAlgn="ctr"/>
                      <a:endParaRPr lang="de-DE" sz="1000" b="0" i="0" u="none" strike="noStrike">
                        <a:solidFill>
                          <a:srgbClr val="000000"/>
                        </a:solidFill>
                        <a:effectLst/>
                        <a:latin typeface="Roboto" panose="02000000000000000000" pitchFamily="2" charset="0"/>
                      </a:endParaRP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r" rtl="0" fontAlgn="ctr"/>
                      <a:endParaRPr lang="en-US" sz="10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3125920500"/>
                  </a:ext>
                </a:extLst>
              </a:tr>
              <a:tr h="320040">
                <a:tc>
                  <a:txBody>
                    <a:bodyPr/>
                    <a:lstStyle/>
                    <a:p>
                      <a:pPr marL="0" marR="0" lvl="0" indent="0" algn="l" defTabSz="1175644" rtl="0" eaLnBrk="1" fontAlgn="ctr" latinLnBrk="0" hangingPunct="1">
                        <a:lnSpc>
                          <a:spcPct val="100000"/>
                        </a:lnSpc>
                        <a:spcBef>
                          <a:spcPts val="0"/>
                        </a:spcBef>
                        <a:spcAft>
                          <a:spcPts val="0"/>
                        </a:spcAft>
                        <a:buClrTx/>
                        <a:buSzTx/>
                        <a:buFontTx/>
                        <a:buNone/>
                        <a:tabLst/>
                        <a:defRPr/>
                      </a:pPr>
                      <a:r>
                        <a:rPr lang="en-US" sz="1000" b="1" i="0" u="none" strike="noStrike" dirty="0">
                          <a:solidFill>
                            <a:srgbClr val="000000"/>
                          </a:solidFill>
                          <a:effectLst/>
                          <a:latin typeface="Roboto" panose="02000000000000000000" pitchFamily="2" charset="0"/>
                        </a:rPr>
                        <a:t>AVERAGE / TOTAL</a:t>
                      </a:r>
                    </a:p>
                  </a:txBody>
                  <a:tcPr marL="85725" marR="9525" marT="9525" marB="0" anchor="ctr">
                    <a:lnL w="6350" cap="flat" cmpd="sng" algn="ctr">
                      <a:no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9D9D9"/>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9D9D9"/>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9D9D9"/>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9D9D9"/>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9D9D9"/>
                    </a:solidFill>
                  </a:tcPr>
                </a:tc>
                <a:tc>
                  <a:txBody>
                    <a:bodyPr/>
                    <a:lstStyle/>
                    <a:p>
                      <a:pPr algn="r" rtl="0" fontAlgn="ctr"/>
                      <a:endParaRPr lang="en-US" sz="1000" b="1"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9D9D9"/>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9D9D9"/>
                    </a:solidFill>
                  </a:tcPr>
                </a:tc>
                <a:extLst>
                  <a:ext uri="{0D108BD9-81ED-4DB2-BD59-A6C34878D82A}">
                    <a16:rowId xmlns:a16="http://schemas.microsoft.com/office/drawing/2014/main" val="2665482576"/>
                  </a:ext>
                </a:extLst>
              </a:tr>
            </a:tbl>
          </a:graphicData>
        </a:graphic>
      </p:graphicFrame>
      <p:sp>
        <p:nvSpPr>
          <p:cNvPr id="2" name="Rectangle 1">
            <a:extLst>
              <a:ext uri="{FF2B5EF4-FFF2-40B4-BE49-F238E27FC236}">
                <a16:creationId xmlns:a16="http://schemas.microsoft.com/office/drawing/2014/main" id="{CC7EA554-B28A-4FDC-A9CB-0B37281B3F43}"/>
              </a:ext>
            </a:extLst>
          </p:cNvPr>
          <p:cNvSpPr/>
          <p:nvPr/>
        </p:nvSpPr>
        <p:spPr>
          <a:xfrm>
            <a:off x="746888" y="2936722"/>
            <a:ext cx="11320272" cy="311286"/>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914375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19">
            <a:extLst>
              <a:ext uri="{FF2B5EF4-FFF2-40B4-BE49-F238E27FC236}">
                <a16:creationId xmlns:a16="http://schemas.microsoft.com/office/drawing/2014/main" id="{BF343A8E-51AC-40C1-8EB5-538B1B05A224}"/>
              </a:ext>
            </a:extLst>
          </p:cNvPr>
          <p:cNvGraphicFramePr>
            <a:graphicFrameLocks/>
          </p:cNvGraphicFramePr>
          <p:nvPr>
            <p:extLst>
              <p:ext uri="{D42A27DB-BD31-4B8C-83A1-F6EECF244321}">
                <p14:modId xmlns:p14="http://schemas.microsoft.com/office/powerpoint/2010/main" val="2828631403"/>
              </p:ext>
            </p:extLst>
          </p:nvPr>
        </p:nvGraphicFramePr>
        <p:xfrm>
          <a:off x="740665" y="1673352"/>
          <a:ext cx="11320271" cy="5240266"/>
        </p:xfrm>
        <a:graphic>
          <a:graphicData uri="http://schemas.openxmlformats.org/drawingml/2006/table">
            <a:tbl>
              <a:tblPr bandRow="1"/>
              <a:tblGrid>
                <a:gridCol w="1779331">
                  <a:extLst>
                    <a:ext uri="{9D8B030D-6E8A-4147-A177-3AD203B41FA5}">
                      <a16:colId xmlns:a16="http://schemas.microsoft.com/office/drawing/2014/main" val="444669799"/>
                    </a:ext>
                  </a:extLst>
                </a:gridCol>
                <a:gridCol w="1663100">
                  <a:extLst>
                    <a:ext uri="{9D8B030D-6E8A-4147-A177-3AD203B41FA5}">
                      <a16:colId xmlns:a16="http://schemas.microsoft.com/office/drawing/2014/main" val="387444821"/>
                    </a:ext>
                  </a:extLst>
                </a:gridCol>
                <a:gridCol w="1575568">
                  <a:extLst>
                    <a:ext uri="{9D8B030D-6E8A-4147-A177-3AD203B41FA5}">
                      <a16:colId xmlns:a16="http://schemas.microsoft.com/office/drawing/2014/main" val="2775134581"/>
                    </a:ext>
                  </a:extLst>
                </a:gridCol>
                <a:gridCol w="1575568">
                  <a:extLst>
                    <a:ext uri="{9D8B030D-6E8A-4147-A177-3AD203B41FA5}">
                      <a16:colId xmlns:a16="http://schemas.microsoft.com/office/drawing/2014/main" val="171478756"/>
                    </a:ext>
                  </a:extLst>
                </a:gridCol>
                <a:gridCol w="1575568">
                  <a:extLst>
                    <a:ext uri="{9D8B030D-6E8A-4147-A177-3AD203B41FA5}">
                      <a16:colId xmlns:a16="http://schemas.microsoft.com/office/drawing/2014/main" val="3155587640"/>
                    </a:ext>
                  </a:extLst>
                </a:gridCol>
                <a:gridCol w="1575568">
                  <a:extLst>
                    <a:ext uri="{9D8B030D-6E8A-4147-A177-3AD203B41FA5}">
                      <a16:colId xmlns:a16="http://schemas.microsoft.com/office/drawing/2014/main" val="874654642"/>
                    </a:ext>
                  </a:extLst>
                </a:gridCol>
                <a:gridCol w="1575568">
                  <a:extLst>
                    <a:ext uri="{9D8B030D-6E8A-4147-A177-3AD203B41FA5}">
                      <a16:colId xmlns:a16="http://schemas.microsoft.com/office/drawing/2014/main" val="1476210358"/>
                    </a:ext>
                  </a:extLst>
                </a:gridCol>
              </a:tblGrid>
              <a:tr h="182880">
                <a:tc>
                  <a:txBody>
                    <a:bodyPr/>
                    <a:lstStyle/>
                    <a:p>
                      <a:pPr algn="l" rtl="0" fontAlgn="ctr"/>
                      <a:endParaRPr lang="en-US" sz="900" b="1" i="0" u="none" strike="noStrike" dirty="0">
                        <a:solidFill>
                          <a:srgbClr val="FFFFFF"/>
                        </a:solidFill>
                        <a:effectLst/>
                        <a:latin typeface="+mn-lt"/>
                      </a:endParaRPr>
                    </a:p>
                  </a:txBody>
                  <a:tcPr marL="13312" marR="13312" marT="8824" marB="0" anchor="ctr">
                    <a:lnL>
                      <a:noFill/>
                    </a:lnL>
                    <a:lnR>
                      <a:noFill/>
                    </a:lnR>
                    <a:lnT>
                      <a:noFill/>
                    </a:lnT>
                    <a:lnB w="6350" cap="flat" cmpd="sng" algn="ctr">
                      <a:solidFill>
                        <a:srgbClr val="1B4273"/>
                      </a:solidFill>
                      <a:prstDash val="solid"/>
                      <a:round/>
                      <a:headEnd type="none" w="med" len="med"/>
                      <a:tailEnd type="none" w="med" len="med"/>
                    </a:lnB>
                    <a:solidFill>
                      <a:srgbClr val="1B4273"/>
                    </a:solidFill>
                  </a:tcPr>
                </a:tc>
                <a:tc>
                  <a:txBody>
                    <a:bodyPr/>
                    <a:lstStyle/>
                    <a:p>
                      <a:pPr algn="l" rtl="0" fontAlgn="ctr"/>
                      <a:endParaRPr lang="en-US" sz="900" b="1" i="0" u="none" strike="noStrike" dirty="0">
                        <a:solidFill>
                          <a:srgbClr val="FFFFFF"/>
                        </a:solidFill>
                        <a:effectLst/>
                        <a:latin typeface="+mn-lt"/>
                      </a:endParaRPr>
                    </a:p>
                  </a:txBody>
                  <a:tcPr marL="13312" marR="13312" marT="8824" marB="0" anchor="ctr">
                    <a:lnL>
                      <a:noFill/>
                    </a:lnL>
                    <a:lnR w="12700" cap="flat" cmpd="sng" algn="ctr">
                      <a:solidFill>
                        <a:srgbClr val="000000"/>
                      </a:solidFill>
                      <a:prstDash val="solid"/>
                      <a:round/>
                      <a:headEnd type="none" w="med" len="med"/>
                      <a:tailEnd type="none" w="med" len="med"/>
                    </a:lnR>
                    <a:lnT>
                      <a:noFill/>
                    </a:lnT>
                    <a:lnB w="6350" cap="flat" cmpd="sng" algn="ctr">
                      <a:solidFill>
                        <a:srgbClr val="1B4273"/>
                      </a:solidFill>
                      <a:prstDash val="solid"/>
                      <a:round/>
                      <a:headEnd type="none" w="med" len="med"/>
                      <a:tailEnd type="none" w="med" len="med"/>
                    </a:lnB>
                    <a:solidFill>
                      <a:srgbClr val="1B4273"/>
                    </a:solidFill>
                  </a:tcPr>
                </a:tc>
                <a:tc gridSpan="3">
                  <a:txBody>
                    <a:bodyPr/>
                    <a:lstStyle/>
                    <a:p>
                      <a:pPr algn="ctr" rtl="0" fontAlgn="ctr"/>
                      <a:r>
                        <a:rPr lang="en-US" sz="900" b="1" i="0" u="none" strike="noStrike" dirty="0">
                          <a:solidFill>
                            <a:srgbClr val="FFFFFF"/>
                          </a:solidFill>
                          <a:effectLst/>
                          <a:latin typeface="+mn-lt"/>
                        </a:rPr>
                        <a:t>Potential Visitors</a:t>
                      </a:r>
                    </a:p>
                  </a:txBody>
                  <a:tcPr marL="0" marR="1331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1B4273"/>
                      </a:solidFill>
                      <a:prstDash val="solid"/>
                      <a:round/>
                      <a:headEnd type="none" w="med" len="med"/>
                      <a:tailEnd type="none" w="med" len="med"/>
                    </a:lnB>
                    <a:solidFill>
                      <a:srgbClr val="1B4273"/>
                    </a:solidFill>
                  </a:tcPr>
                </a:tc>
                <a:tc hMerge="1">
                  <a:txBody>
                    <a:bodyPr/>
                    <a:lstStyle/>
                    <a:p>
                      <a:endParaRPr lang="en-US"/>
                    </a:p>
                  </a:txBody>
                  <a:tcPr/>
                </a:tc>
                <a:tc hMerge="1">
                  <a:txBody>
                    <a:bodyPr/>
                    <a:lstStyle/>
                    <a:p>
                      <a:endParaRPr lang="en-US"/>
                    </a:p>
                  </a:txBody>
                  <a:tcPr/>
                </a:tc>
                <a:tc>
                  <a:txBody>
                    <a:bodyPr/>
                    <a:lstStyle/>
                    <a:p>
                      <a:pPr algn="ctr" rtl="0" fontAlgn="ctr"/>
                      <a:r>
                        <a:rPr lang="en-US" sz="900" b="1" i="0" u="none" strike="noStrike" dirty="0">
                          <a:solidFill>
                            <a:srgbClr val="FFFFFF"/>
                          </a:solidFill>
                          <a:effectLst/>
                          <a:latin typeface="+mn-lt"/>
                        </a:rPr>
                        <a:t>Actual Visitors</a:t>
                      </a:r>
                    </a:p>
                  </a:txBody>
                  <a:tcPr marL="0" marR="119805" marT="0" marB="0" anchor="ctr">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a:noFill/>
                    </a:lnT>
                    <a:lnB w="6350" cap="flat" cmpd="sng" algn="ctr">
                      <a:solidFill>
                        <a:srgbClr val="1B4273"/>
                      </a:solidFill>
                      <a:prstDash val="solid"/>
                      <a:round/>
                      <a:headEnd type="none" w="med" len="med"/>
                      <a:tailEnd type="none" w="med" len="med"/>
                    </a:lnB>
                    <a:solidFill>
                      <a:srgbClr val="1B4273"/>
                    </a:solidFill>
                  </a:tcPr>
                </a:tc>
                <a:tc>
                  <a:txBody>
                    <a:bodyPr/>
                    <a:lstStyle/>
                    <a:p>
                      <a:pPr marL="0" marR="0" lvl="0" indent="0" algn="ctr" defTabSz="1175644" rtl="0" eaLnBrk="1" fontAlgn="ctr" latinLnBrk="0" hangingPunct="1">
                        <a:lnSpc>
                          <a:spcPct val="100000"/>
                        </a:lnSpc>
                        <a:spcBef>
                          <a:spcPts val="0"/>
                        </a:spcBef>
                        <a:spcAft>
                          <a:spcPts val="0"/>
                        </a:spcAft>
                        <a:buClrTx/>
                        <a:buSzTx/>
                        <a:buFontTx/>
                        <a:buNone/>
                        <a:tabLst/>
                        <a:defRPr/>
                      </a:pPr>
                      <a:r>
                        <a:rPr lang="en-US" sz="900" b="1" i="0" u="none" strike="noStrike" dirty="0">
                          <a:solidFill>
                            <a:srgbClr val="FFFFFF"/>
                          </a:solidFill>
                          <a:effectLst/>
                          <a:latin typeface="+mn-lt"/>
                        </a:rPr>
                        <a:t>Actual vs.</a:t>
                      </a:r>
                      <a:r>
                        <a:rPr lang="en-US" sz="900" b="1" i="0" u="none" strike="noStrike" dirty="0">
                          <a:solidFill>
                            <a:schemeClr val="bg1"/>
                          </a:solidFill>
                          <a:effectLst/>
                          <a:latin typeface="+mn-lt"/>
                        </a:rPr>
                        <a:t> 10 </a:t>
                      </a:r>
                      <a:r>
                        <a:rPr lang="en-US" sz="900" b="1" i="0" u="none" strike="noStrike" dirty="0">
                          <a:solidFill>
                            <a:srgbClr val="FFFFFF"/>
                          </a:solidFill>
                          <a:effectLst/>
                          <a:latin typeface="+mn-lt"/>
                        </a:rPr>
                        <a:t>mi Potential</a:t>
                      </a:r>
                    </a:p>
                  </a:txBody>
                  <a:tcPr marL="0" marR="119805" marT="0" marB="0" anchor="ctr">
                    <a:lnL w="3175" cap="flat" cmpd="sng" algn="ctr">
                      <a:noFill/>
                      <a:prstDash val="solid"/>
                      <a:round/>
                      <a:headEnd type="none" w="med" len="med"/>
                      <a:tailEnd type="none" w="med" len="med"/>
                    </a:lnL>
                    <a:lnR>
                      <a:noFill/>
                    </a:lnR>
                    <a:lnT>
                      <a:noFill/>
                    </a:lnT>
                    <a:lnB w="6350" cap="flat" cmpd="sng" algn="ctr">
                      <a:solidFill>
                        <a:srgbClr val="1B4273"/>
                      </a:solidFill>
                      <a:prstDash val="solid"/>
                      <a:round/>
                      <a:headEnd type="none" w="med" len="med"/>
                      <a:tailEnd type="none" w="med" len="med"/>
                    </a:lnB>
                    <a:solidFill>
                      <a:srgbClr val="1B4273"/>
                    </a:solidFill>
                  </a:tcPr>
                </a:tc>
                <a:extLst>
                  <a:ext uri="{0D108BD9-81ED-4DB2-BD59-A6C34878D82A}">
                    <a16:rowId xmlns:a16="http://schemas.microsoft.com/office/drawing/2014/main" val="238225790"/>
                  </a:ext>
                </a:extLst>
              </a:tr>
              <a:tr h="274319">
                <a:tc>
                  <a:txBody>
                    <a:bodyPr/>
                    <a:lstStyle/>
                    <a:p>
                      <a:pPr algn="l" rtl="0" fontAlgn="ctr"/>
                      <a:r>
                        <a:rPr lang="en-US" sz="900" b="1" i="0" u="none" strike="noStrike" dirty="0">
                          <a:solidFill>
                            <a:srgbClr val="FFFFFF"/>
                          </a:solidFill>
                          <a:effectLst/>
                          <a:latin typeface="+mn-lt"/>
                        </a:rPr>
                        <a:t>Estimated Demographics</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1B4273"/>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l" rtl="0" fontAlgn="ctr"/>
                      <a:endParaRPr lang="en-US" sz="900" b="1" i="0" u="none" strike="noStrike" dirty="0">
                        <a:solidFill>
                          <a:srgbClr val="FFFFFF"/>
                        </a:solidFill>
                        <a:effectLst/>
                        <a:latin typeface="+mn-lt"/>
                      </a:endParaRP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1B4273"/>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ctr" rtl="0" fontAlgn="ctr"/>
                      <a:r>
                        <a:rPr lang="en-US" sz="900" b="1" i="0" u="none" strike="noStrike" dirty="0">
                          <a:solidFill>
                            <a:schemeClr val="bg1"/>
                          </a:solidFill>
                          <a:effectLst/>
                          <a:latin typeface="+mn-lt"/>
                        </a:rPr>
                        <a:t>3 miles</a:t>
                      </a:r>
                    </a:p>
                  </a:txBody>
                  <a:tcPr marL="8824" marR="8824" marT="8824" marB="0" anchor="ctr">
                    <a:lnL w="12700" cap="flat" cmpd="sng" algn="ctr">
                      <a:solidFill>
                        <a:srgbClr val="000000"/>
                      </a:solidFill>
                      <a:prstDash val="solid"/>
                      <a:round/>
                      <a:headEnd type="none" w="med" len="med"/>
                      <a:tailEnd type="none" w="med" len="med"/>
                    </a:lnL>
                    <a:lnR>
                      <a:noFill/>
                    </a:lnR>
                    <a:lnT w="6350" cap="flat" cmpd="sng" algn="ctr">
                      <a:solidFill>
                        <a:srgbClr val="1B4273"/>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ctr" rtl="0" fontAlgn="ctr"/>
                      <a:r>
                        <a:rPr lang="en-US" sz="900" b="1" i="0" u="none" strike="noStrike" dirty="0">
                          <a:solidFill>
                            <a:schemeClr val="bg1"/>
                          </a:solidFill>
                          <a:effectLst/>
                          <a:latin typeface="+mn-lt"/>
                        </a:rPr>
                        <a:t>5 miles</a:t>
                      </a:r>
                    </a:p>
                  </a:txBody>
                  <a:tcPr marL="8824" marR="8824" marT="8824" marB="0" anchor="ctr">
                    <a:lnL>
                      <a:noFill/>
                    </a:lnL>
                    <a:lnR>
                      <a:noFill/>
                    </a:lnR>
                    <a:lnT w="6350" cap="flat" cmpd="sng" algn="ctr">
                      <a:solidFill>
                        <a:srgbClr val="1B4273"/>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ctr" rtl="0" fontAlgn="ctr"/>
                      <a:r>
                        <a:rPr lang="en-US" sz="900" b="1" i="0" u="none" strike="noStrike" dirty="0">
                          <a:solidFill>
                            <a:schemeClr val="bg1"/>
                          </a:solidFill>
                          <a:effectLst/>
                          <a:latin typeface="+mn-lt"/>
                        </a:rPr>
                        <a:t>10 miles</a:t>
                      </a:r>
                    </a:p>
                  </a:txBody>
                  <a:tcPr marL="8824" marR="8824" marT="8824" marB="0" anchor="ctr">
                    <a:lnL>
                      <a:noFill/>
                    </a:lnL>
                    <a:lnR w="12700" cap="flat" cmpd="sng" algn="ctr">
                      <a:solidFill>
                        <a:srgbClr val="000000"/>
                      </a:solidFill>
                      <a:prstDash val="solid"/>
                      <a:round/>
                      <a:headEnd type="none" w="med" len="med"/>
                      <a:tailEnd type="none" w="med" len="med"/>
                    </a:lnR>
                    <a:lnT w="6350" cap="flat" cmpd="sng" algn="ctr">
                      <a:solidFill>
                        <a:srgbClr val="1B4273"/>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ctr" rtl="0" fontAlgn="ctr"/>
                      <a:r>
                        <a:rPr lang="en-US" sz="900" b="1" i="0" u="none" strike="noStrike" dirty="0" err="1">
                          <a:solidFill>
                            <a:srgbClr val="FFFFFF"/>
                          </a:solidFill>
                          <a:effectLst/>
                          <a:latin typeface="+mn-lt"/>
                        </a:rPr>
                        <a:t>TruTrade</a:t>
                      </a:r>
                    </a:p>
                  </a:txBody>
                  <a:tcPr marL="0" marR="119805" marT="0" marB="0" anchor="ctr">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1B4273"/>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ctr" rtl="0" fontAlgn="ctr"/>
                      <a:r>
                        <a:rPr lang="en-US" sz="900" b="1" i="0" u="none" strike="noStrike" dirty="0">
                          <a:solidFill>
                            <a:srgbClr val="FFFFFF"/>
                          </a:solidFill>
                          <a:effectLst/>
                          <a:latin typeface="+mn-lt"/>
                        </a:rPr>
                        <a:t>Index</a:t>
                      </a: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1B4273"/>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extLst>
                  <a:ext uri="{0D108BD9-81ED-4DB2-BD59-A6C34878D82A}">
                    <a16:rowId xmlns:a16="http://schemas.microsoft.com/office/drawing/2014/main" val="739060960"/>
                  </a:ext>
                </a:extLst>
              </a:tr>
              <a:tr h="192024">
                <a:tc>
                  <a:txBody>
                    <a:bodyPr/>
                    <a:lstStyle/>
                    <a:p>
                      <a:pPr algn="l" rtl="0" fontAlgn="ctr"/>
                      <a:r>
                        <a:rPr lang="en-US" sz="900" b="1" i="0" u="none" strike="noStrike" dirty="0">
                          <a:solidFill>
                            <a:srgbClr val="000000"/>
                          </a:solidFill>
                          <a:effectLst/>
                          <a:latin typeface="+mn-lt"/>
                        </a:rPr>
                        <a:t>Population</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endParaRPr lang="en-US" sz="900" b="1" i="0" u="none" strike="noStrike">
                        <a:solidFill>
                          <a:srgbClr val="000000"/>
                        </a:solidFill>
                        <a:effectLst/>
                        <a:latin typeface="+mn-lt"/>
                      </a:endParaRP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dirty="0">
                          <a:solidFill>
                            <a:srgbClr val="000000"/>
                          </a:solidFill>
                          <a:effectLst/>
                          <a:latin typeface="+mn-lt"/>
                        </a:rPr>
                        <a:t>MA121</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MB121</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MC121</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MD121</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131222976"/>
                  </a:ext>
                </a:extLst>
              </a:tr>
              <a:tr h="192024">
                <a:tc>
                  <a:txBody>
                    <a:bodyPr/>
                    <a:lstStyle/>
                    <a:p>
                      <a:pPr algn="l" rtl="0" fontAlgn="ctr"/>
                      <a:r>
                        <a:rPr lang="en-US" sz="900" b="1" i="0" u="none" strike="noStrike" dirty="0">
                          <a:solidFill>
                            <a:srgbClr val="000000"/>
                          </a:solidFill>
                          <a:effectLst/>
                          <a:latin typeface="+mn-lt"/>
                        </a:rPr>
                        <a:t>Households</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rtl="0" fontAlgn="ctr"/>
                      <a:endParaRPr lang="en-US" sz="900" b="1" i="0" u="none" strike="noStrike">
                        <a:solidFill>
                          <a:srgbClr val="000000"/>
                        </a:solidFill>
                        <a:effectLst/>
                        <a:latin typeface="+mn-lt"/>
                      </a:endParaRP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MA122</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MB122</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MC122</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MD122</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972241948"/>
                  </a:ext>
                </a:extLst>
              </a:tr>
              <a:tr h="192024">
                <a:tc>
                  <a:txBody>
                    <a:bodyPr/>
                    <a:lstStyle/>
                    <a:p>
                      <a:pPr algn="l" rtl="0" fontAlgn="ctr"/>
                      <a:r>
                        <a:rPr lang="en-US" sz="900" b="1" i="0" u="none" strike="noStrike" dirty="0">
                          <a:solidFill>
                            <a:srgbClr val="000000"/>
                          </a:solidFill>
                          <a:effectLst/>
                          <a:latin typeface="+mn-lt"/>
                        </a:rPr>
                        <a:t>Age</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18-24</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MA123</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MB123</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MC123</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MD123</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493327121"/>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l" rtl="0" fontAlgn="ctr"/>
                      <a:r>
                        <a:rPr lang="en-US" sz="900" b="0" i="0" u="none" strike="noStrike" dirty="0">
                          <a:solidFill>
                            <a:srgbClr val="000000"/>
                          </a:solidFill>
                          <a:effectLst/>
                          <a:latin typeface="+mn-lt"/>
                        </a:rPr>
                        <a:t>25-34</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MA124</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dirty="0">
                          <a:solidFill>
                            <a:srgbClr val="000000"/>
                          </a:solidFill>
                          <a:effectLst/>
                          <a:latin typeface="+mn-lt"/>
                        </a:rPr>
                        <a:t>MB124</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MC124</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MD124</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extLst>
                  <a:ext uri="{0D108BD9-81ED-4DB2-BD59-A6C34878D82A}">
                    <a16:rowId xmlns:a16="http://schemas.microsoft.com/office/drawing/2014/main" val="1111874896"/>
                  </a:ext>
                </a:extLst>
              </a:tr>
              <a:tr h="174491">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35-44</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MA125</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MB125</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MC125</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MD125</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483910510"/>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l" rtl="0" fontAlgn="ctr"/>
                      <a:r>
                        <a:rPr lang="en-US" sz="900" b="0" i="0" u="none" strike="noStrike" dirty="0">
                          <a:solidFill>
                            <a:srgbClr val="000000"/>
                          </a:solidFill>
                          <a:effectLst/>
                          <a:latin typeface="+mn-lt"/>
                        </a:rPr>
                        <a:t>45-54</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MA126</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MB126</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MC126</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dirty="0">
                          <a:solidFill>
                            <a:srgbClr val="000000"/>
                          </a:solidFill>
                          <a:effectLst/>
                          <a:latin typeface="+mn-lt"/>
                        </a:rPr>
                        <a:t>MD126</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extLst>
                  <a:ext uri="{0D108BD9-81ED-4DB2-BD59-A6C34878D82A}">
                    <a16:rowId xmlns:a16="http://schemas.microsoft.com/office/drawing/2014/main" val="3332412725"/>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55-64</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MA127</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MB127</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MC127</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MD127</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759345495"/>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l" rtl="0" fontAlgn="ctr"/>
                      <a:r>
                        <a:rPr lang="en-US" sz="900" b="0" i="0" u="none" strike="noStrike" dirty="0">
                          <a:solidFill>
                            <a:srgbClr val="000000"/>
                          </a:solidFill>
                          <a:effectLst/>
                          <a:latin typeface="+mn-lt"/>
                        </a:rPr>
                        <a:t>65+</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MA128</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dirty="0">
                          <a:solidFill>
                            <a:srgbClr val="000000"/>
                          </a:solidFill>
                          <a:effectLst/>
                          <a:latin typeface="+mn-lt"/>
                        </a:rPr>
                        <a:t>MB128</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MC128</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fontAlgn="b"/>
                      <a:r>
                        <a:rPr lang="en-US" sz="900" b="0" i="0" u="none" strike="noStrike">
                          <a:solidFill>
                            <a:srgbClr val="000000"/>
                          </a:solidFill>
                          <a:effectLst/>
                          <a:latin typeface="+mn-lt"/>
                        </a:rPr>
                        <a:t>MD128</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noFill/>
                  </a:tcPr>
                </a:tc>
                <a:extLst>
                  <a:ext uri="{0D108BD9-81ED-4DB2-BD59-A6C34878D82A}">
                    <a16:rowId xmlns:a16="http://schemas.microsoft.com/office/drawing/2014/main" val="2079764167"/>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Average Age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MA129</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MB129</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MC129</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MD129</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070492971"/>
                  </a:ext>
                </a:extLst>
              </a:tr>
              <a:tr h="192024">
                <a:tc>
                  <a:txBody>
                    <a:bodyPr/>
                    <a:lstStyle/>
                    <a:p>
                      <a:pPr algn="l" rtl="0" fontAlgn="ctr"/>
                      <a:r>
                        <a:rPr lang="en-US" sz="900" b="1" i="0" u="none" strike="noStrike" dirty="0">
                          <a:solidFill>
                            <a:srgbClr val="000000"/>
                          </a:solidFill>
                          <a:effectLst/>
                          <a:latin typeface="+mn-lt"/>
                        </a:rPr>
                        <a:t>HH Income</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rtl="0" fontAlgn="ctr"/>
                      <a:r>
                        <a:rPr lang="en-US" sz="900" b="0" i="0" u="none" strike="noStrike" dirty="0">
                          <a:solidFill>
                            <a:srgbClr val="000000"/>
                          </a:solidFill>
                          <a:effectLst/>
                          <a:latin typeface="+mn-lt"/>
                        </a:rPr>
                        <a:t>Less than $50,000</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MA130</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MB130</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MC130</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mn-lt"/>
                        </a:rPr>
                        <a:t>MD130</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506239702"/>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$50,000 - $74,999</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dirty="0">
                          <a:solidFill>
                            <a:srgbClr val="000000"/>
                          </a:solidFill>
                          <a:effectLst/>
                          <a:latin typeface="+mn-lt"/>
                        </a:rPr>
                        <a:t>MA131</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MB131</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MC131</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MD131</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840891258"/>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l" rtl="0" fontAlgn="ctr"/>
                      <a:r>
                        <a:rPr lang="en-US" sz="900" b="0" i="0" u="none" strike="noStrike" dirty="0">
                          <a:solidFill>
                            <a:srgbClr val="000000"/>
                          </a:solidFill>
                          <a:effectLst/>
                          <a:latin typeface="+mn-lt"/>
                        </a:rPr>
                        <a:t>$75,000 - $99,000</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MA132</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MB132</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MC132</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MD132</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3850936398"/>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$100,000 - $149,999</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MA133</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MB133</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MC133</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MD133</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3427688971"/>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l" rtl="0" fontAlgn="ctr"/>
                      <a:r>
                        <a:rPr lang="en-US" sz="900" b="0" i="0" u="none" strike="noStrike" dirty="0">
                          <a:solidFill>
                            <a:srgbClr val="000000"/>
                          </a:solidFill>
                          <a:effectLst/>
                          <a:latin typeface="+mn-lt"/>
                        </a:rPr>
                        <a:t>$150,000 or more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MA134</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MB134</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MC134</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MD134</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2298148542"/>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Average Household Income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MA135</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MB135</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MC135</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MD135</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705081334"/>
                  </a:ext>
                </a:extLst>
              </a:tr>
              <a:tr h="192024">
                <a:tc>
                  <a:txBody>
                    <a:bodyPr/>
                    <a:lstStyle/>
                    <a:p>
                      <a:pPr algn="l" rtl="0" fontAlgn="ctr"/>
                      <a:r>
                        <a:rPr lang="en-US" sz="900" b="1" i="0" u="none" strike="noStrike" dirty="0">
                          <a:solidFill>
                            <a:srgbClr val="000000"/>
                          </a:solidFill>
                          <a:effectLst/>
                          <a:latin typeface="+mn-lt"/>
                        </a:rPr>
                        <a:t>Children in Household</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l" rtl="0" fontAlgn="ctr"/>
                      <a:endParaRPr lang="en-US" sz="900" b="1" i="0" u="none" strike="noStrike">
                        <a:solidFill>
                          <a:srgbClr val="000000"/>
                        </a:solidFill>
                        <a:effectLst/>
                        <a:latin typeface="+mn-lt"/>
                      </a:endParaRP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MA136</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MB136</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MC136</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MD136</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3102574513"/>
                  </a:ext>
                </a:extLst>
              </a:tr>
              <a:tr h="192024">
                <a:tc>
                  <a:txBody>
                    <a:bodyPr/>
                    <a:lstStyle/>
                    <a:p>
                      <a:pPr algn="l" rtl="0" fontAlgn="ctr"/>
                      <a:r>
                        <a:rPr lang="en-US" sz="900" b="1" i="0" u="none" strike="noStrike" dirty="0">
                          <a:solidFill>
                            <a:srgbClr val="000000"/>
                          </a:solidFill>
                          <a:effectLst/>
                          <a:latin typeface="+mn-lt"/>
                        </a:rPr>
                        <a:t>Education</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Less than College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MA137</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MB137</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MC137</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MD137</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225540000"/>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l" rtl="0" fontAlgn="ctr"/>
                      <a:r>
                        <a:rPr lang="en-US" sz="900" b="0" i="0" u="none" strike="noStrike" dirty="0">
                          <a:solidFill>
                            <a:srgbClr val="000000"/>
                          </a:solidFill>
                          <a:effectLst/>
                          <a:latin typeface="+mn-lt"/>
                        </a:rPr>
                        <a:t>Some College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MA138</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MB138</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MC138</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MD138</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1424325051"/>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College Degree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MA139</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MB139</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MC139</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MD139</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464887926"/>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l" rtl="0" fontAlgn="ctr"/>
                      <a:r>
                        <a:rPr lang="en-US" sz="900" b="0" i="0" u="none" strike="noStrike" dirty="0">
                          <a:solidFill>
                            <a:srgbClr val="000000"/>
                          </a:solidFill>
                          <a:effectLst/>
                          <a:latin typeface="+mn-lt"/>
                        </a:rPr>
                        <a:t>Post-Graduate Degree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MA140</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MB140</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MC140</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MD140</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2500970118"/>
                  </a:ext>
                </a:extLst>
              </a:tr>
              <a:tr h="192024">
                <a:tc>
                  <a:txBody>
                    <a:bodyPr/>
                    <a:lstStyle/>
                    <a:p>
                      <a:pPr algn="l" rtl="0" fontAlgn="ctr"/>
                      <a:r>
                        <a:rPr lang="en-US" sz="900" b="1" i="0" u="none" strike="noStrike" dirty="0">
                          <a:solidFill>
                            <a:srgbClr val="000000"/>
                          </a:solidFill>
                          <a:effectLst/>
                          <a:latin typeface="+mn-lt"/>
                        </a:rPr>
                        <a:t>Ethnicity</a:t>
                      </a: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Caucasian/White</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MA141</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MB141</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MC141</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MD141</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92076185"/>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l" rtl="0" fontAlgn="ctr"/>
                      <a:r>
                        <a:rPr lang="en-US" sz="900" b="0" i="0" u="none" strike="noStrike" dirty="0">
                          <a:solidFill>
                            <a:srgbClr val="000000"/>
                          </a:solidFill>
                          <a:effectLst/>
                          <a:latin typeface="+mn-lt"/>
                        </a:rPr>
                        <a:t>African-American/Black</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MA142</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MB142</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MC142</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MD142</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4032247634"/>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Hispanic/Latino</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MA143</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MB143</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MC143</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MD143</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312722270"/>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l" rtl="0" fontAlgn="ctr"/>
                      <a:r>
                        <a:rPr lang="en-US" sz="900" b="0" i="0" u="none" strike="noStrike" dirty="0">
                          <a:solidFill>
                            <a:srgbClr val="000000"/>
                          </a:solidFill>
                          <a:effectLst/>
                          <a:latin typeface="+mn-lt"/>
                        </a:rPr>
                        <a:t>Asian</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MA144</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MB144</a:t>
                      </a:r>
                    </a:p>
                  </a:txBody>
                  <a:tcPr marL="9525" marR="9525" marT="9525" marB="0" anchor="b">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MC144</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fontAlgn="b"/>
                      <a:r>
                        <a:rPr lang="en-US" sz="900" b="0" i="0" u="none" strike="noStrike">
                          <a:solidFill>
                            <a:srgbClr val="000000"/>
                          </a:solidFill>
                          <a:effectLst/>
                          <a:latin typeface="+mn-lt"/>
                        </a:rPr>
                        <a:t>MD144</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tc>
                  <a:txBody>
                    <a:bodyPr/>
                    <a:lstStyle/>
                    <a:p>
                      <a:pPr algn="ctr" rtl="0" fontAlgn="ctr"/>
                      <a:endParaRPr lang="en-US" sz="900" b="0" i="0" u="none" strike="noStrike">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chemeClr val="bg1"/>
                    </a:solidFill>
                  </a:tcPr>
                </a:tc>
                <a:extLst>
                  <a:ext uri="{0D108BD9-81ED-4DB2-BD59-A6C34878D82A}">
                    <a16:rowId xmlns:a16="http://schemas.microsoft.com/office/drawing/2014/main" val="4135484158"/>
                  </a:ext>
                </a:extLst>
              </a:tr>
              <a:tr h="192024">
                <a:tc>
                  <a:txBody>
                    <a:bodyPr/>
                    <a:lstStyle/>
                    <a:p>
                      <a:pPr algn="l" fontAlgn="ctr"/>
                      <a:endParaRPr lang="en-US" sz="900" b="0" i="0" u="none" strike="noStrike">
                        <a:solidFill>
                          <a:srgbClr val="000000"/>
                        </a:solidFill>
                        <a:effectLst/>
                        <a:latin typeface="+mn-lt"/>
                      </a:endParaRPr>
                    </a:p>
                  </a:txBody>
                  <a:tcPr marL="76245" marR="13312" marT="8824"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rtl="0" fontAlgn="ctr"/>
                      <a:r>
                        <a:rPr lang="en-US" sz="900" b="0" i="0" u="none" strike="noStrike" dirty="0">
                          <a:solidFill>
                            <a:srgbClr val="000000"/>
                          </a:solidFill>
                          <a:effectLst/>
                          <a:latin typeface="+mn-lt"/>
                        </a:rPr>
                        <a:t>Other</a:t>
                      </a:r>
                    </a:p>
                  </a:txBody>
                  <a:tcPr marL="76245" marR="13312" marT="8824" marB="0" anchor="ctr">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MA145</a:t>
                      </a:r>
                    </a:p>
                  </a:txBody>
                  <a:tcPr marL="9525" marR="9525" marT="9525" marB="0" anchor="b">
                    <a:lnL w="12700" cap="flat" cmpd="sng" algn="ctr">
                      <a:solidFill>
                        <a:srgbClr val="000000"/>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MB145</a:t>
                      </a:r>
                    </a:p>
                  </a:txBody>
                  <a:tcPr marL="9525" marR="9525" marT="9525" marB="0" anchor="b">
                    <a:lnL>
                      <a:noFill/>
                    </a:lnL>
                    <a:lnR>
                      <a:noFill/>
                    </a:lnR>
                    <a:lnT w="635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US" sz="900" b="0" i="0" u="none" strike="noStrike">
                          <a:solidFill>
                            <a:srgbClr val="000000"/>
                          </a:solidFill>
                          <a:effectLst/>
                          <a:latin typeface="+mn-lt"/>
                        </a:rPr>
                        <a:t>MC145</a:t>
                      </a:r>
                    </a:p>
                  </a:txBody>
                  <a:tcPr marL="9525" marR="9525" marT="9525" marB="0" anchor="b">
                    <a:lnL>
                      <a:noFill/>
                    </a:lnL>
                    <a:lnR w="12700" cap="flat" cmpd="sng" algn="ctr">
                      <a:solidFill>
                        <a:srgbClr val="000000"/>
                      </a:solidFill>
                      <a:prstDash val="solid"/>
                      <a:round/>
                      <a:headEnd type="none" w="med" len="med"/>
                      <a:tailEnd type="none" w="med" len="med"/>
                    </a:lnR>
                    <a:lnT w="6350" cap="flat" cmpd="sng" algn="ctr">
                      <a:solidFill>
                        <a:srgbClr val="9BC2E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EBF7"/>
                    </a:solidFill>
                  </a:tcPr>
                </a:tc>
                <a:tc>
                  <a:txBody>
                    <a:bodyPr/>
                    <a:lstStyle/>
                    <a:p>
                      <a:pPr algn="ctr" fontAlgn="b"/>
                      <a:r>
                        <a:rPr lang="en-US" sz="900" b="0" i="0" u="none" strike="noStrike" dirty="0">
                          <a:solidFill>
                            <a:srgbClr val="000000"/>
                          </a:solidFill>
                          <a:effectLst/>
                          <a:latin typeface="+mn-lt"/>
                        </a:rPr>
                        <a:t>MD145</a:t>
                      </a:r>
                    </a:p>
                  </a:txBody>
                  <a:tcPr marL="9525" marR="9525" marT="9525" marB="0" anchor="b">
                    <a:lnL w="12700" cap="flat" cmpd="sng" algn="ctr">
                      <a:solidFill>
                        <a:srgbClr val="000000"/>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ctr" rtl="0" fontAlgn="ctr"/>
                      <a:endParaRPr lang="en-US" sz="900" b="0" i="0" u="none" strike="noStrike" dirty="0">
                        <a:solidFill>
                          <a:srgbClr val="000000"/>
                        </a:solidFill>
                        <a:effectLst/>
                        <a:latin typeface="+mn-lt"/>
                      </a:endParaRPr>
                    </a:p>
                  </a:txBody>
                  <a:tcPr marL="0" marR="119805" marT="0" marB="0" anchor="ctr">
                    <a:lnL w="3175" cap="flat" cmpd="sng" algn="ctr">
                      <a:noFill/>
                      <a:prstDash val="solid"/>
                      <a:round/>
                      <a:headEnd type="none" w="med" len="med"/>
                      <a:tailEnd type="none" w="med" len="med"/>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980904195"/>
                  </a:ext>
                </a:extLst>
              </a:tr>
            </a:tbl>
          </a:graphicData>
        </a:graphic>
      </p:graphicFrame>
      <p:sp>
        <p:nvSpPr>
          <p:cNvPr id="4" name="Slide Number Placeholder 3"/>
          <p:cNvSpPr>
            <a:spLocks noGrp="1"/>
          </p:cNvSpPr>
          <p:nvPr>
            <p:ph type="sldNum" sz="quarter" idx="4"/>
          </p:nvPr>
        </p:nvSpPr>
        <p:spPr/>
        <p:txBody>
          <a:bodyPr/>
          <a:lstStyle/>
          <a:p>
            <a:pPr defTabSz="1089257">
              <a:defRPr/>
            </a:pPr>
            <a:fld id="{DFE75DC9-2AA8-4836-ABA6-832E2002DAE6}" type="slidenum">
              <a:rPr lang="en-US">
                <a:solidFill>
                  <a:srgbClr val="FFFFFF"/>
                </a:solidFill>
                <a:latin typeface="Roboto"/>
              </a:rPr>
              <a:pPr defTabSz="1089257">
                <a:defRPr/>
              </a:pPr>
              <a:t>11</a:t>
            </a:fld>
            <a:endParaRPr lang="en-US">
              <a:solidFill>
                <a:srgbClr val="FFFFFF"/>
              </a:solidFill>
              <a:latin typeface="Roboto"/>
            </a:endParaRPr>
          </a:p>
        </p:txBody>
      </p:sp>
      <p:sp>
        <p:nvSpPr>
          <p:cNvPr id="2" name="Title 1"/>
          <p:cNvSpPr>
            <a:spLocks noGrp="1"/>
          </p:cNvSpPr>
          <p:nvPr>
            <p:ph type="title"/>
          </p:nvPr>
        </p:nvSpPr>
        <p:spPr/>
        <p:txBody>
          <a:bodyPr>
            <a:noAutofit/>
          </a:bodyPr>
          <a:lstStyle/>
          <a:p>
            <a:r>
              <a:rPr lang="en-US" sz="2400">
                <a:solidFill>
                  <a:srgbClr val="273E6D"/>
                </a:solidFill>
                <a:ea typeface="Lato Black"/>
                <a:cs typeface="Lato Black"/>
              </a:rPr>
              <a:t>MILANALYSIS11</a:t>
            </a:r>
            <a:endParaRPr lang="en-US" sz="2400" dirty="0">
              <a:solidFill>
                <a:srgbClr val="273E6D"/>
              </a:solidFill>
              <a:ea typeface="Lato Black"/>
              <a:cs typeface="Lato Black"/>
            </a:endParaRPr>
          </a:p>
        </p:txBody>
      </p:sp>
      <p:sp>
        <p:nvSpPr>
          <p:cNvPr id="6" name="Subtitle 5">
            <a:extLst>
              <a:ext uri="{FF2B5EF4-FFF2-40B4-BE49-F238E27FC236}">
                <a16:creationId xmlns:a16="http://schemas.microsoft.com/office/drawing/2014/main" id="{DB32FC22-B6AF-4F1B-99EB-199C9B05007B}"/>
              </a:ext>
            </a:extLst>
          </p:cNvPr>
          <p:cNvSpPr>
            <a:spLocks noGrp="1"/>
          </p:cNvSpPr>
          <p:nvPr>
            <p:ph type="subTitle" idx="10"/>
          </p:nvPr>
        </p:nvSpPr>
        <p:spPr/>
        <p:txBody>
          <a:bodyPr/>
          <a:lstStyle/>
          <a:p>
            <a:r>
              <a:rPr lang="en-US" i="1" dirty="0"/>
              <a:t>Source: </a:t>
            </a:r>
            <a:r>
              <a:rPr lang="en-US" i="1" dirty="0" err="1"/>
              <a:t>TruTrade</a:t>
            </a:r>
            <a:r>
              <a:rPr lang="en-US" i="1" dirty="0"/>
              <a:t>, 12 months ending on March 31, 2022; Esri</a:t>
            </a:r>
            <a:endParaRPr lang="en-US" dirty="0"/>
          </a:p>
        </p:txBody>
      </p:sp>
      <p:sp>
        <p:nvSpPr>
          <p:cNvPr id="5" name="Rectangle 4">
            <a:extLst>
              <a:ext uri="{FF2B5EF4-FFF2-40B4-BE49-F238E27FC236}">
                <a16:creationId xmlns:a16="http://schemas.microsoft.com/office/drawing/2014/main" id="{C9CFC631-7C4F-A187-CA43-A5E679E88AB6}"/>
              </a:ext>
            </a:extLst>
          </p:cNvPr>
          <p:cNvSpPr/>
          <p:nvPr/>
        </p:nvSpPr>
        <p:spPr>
          <a:xfrm>
            <a:off x="6072923" y="1752600"/>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Copy/paste table data from “</a:t>
            </a:r>
            <a:r>
              <a:rPr kumimoji="0" lang="en-US" sz="1944" b="0" i="0" u="none" strike="noStrike" kern="0" cap="none" spc="0" normalizeH="0" baseline="0" noProof="0" err="1">
                <a:ln>
                  <a:noFill/>
                </a:ln>
                <a:solidFill>
                  <a:srgbClr val="FFFFFF"/>
                </a:solidFill>
                <a:effectLst/>
                <a:uLnTx/>
                <a:uFillTx/>
                <a:latin typeface="Arial" panose="020B0604020202020204"/>
                <a:ea typeface="+mn-ea"/>
                <a:cs typeface="+mn-cs"/>
              </a:rPr>
              <a:t>CompetitiveMarketPosition</a:t>
            </a: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 tab in workbook</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Update ending month in footnote at bottom</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179641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6">
            <a:extLst>
              <a:ext uri="{FF2B5EF4-FFF2-40B4-BE49-F238E27FC236}">
                <a16:creationId xmlns:a16="http://schemas.microsoft.com/office/drawing/2014/main" id="{931A5473-DB26-46D8-9167-AAF58B0CA6BF}"/>
              </a:ext>
            </a:extLst>
          </p:cNvPr>
          <p:cNvGraphicFramePr>
            <a:graphicFrameLocks/>
          </p:cNvGraphicFramePr>
          <p:nvPr>
            <p:extLst>
              <p:ext uri="{D42A27DB-BD31-4B8C-83A1-F6EECF244321}">
                <p14:modId xmlns:p14="http://schemas.microsoft.com/office/powerpoint/2010/main" val="355757745"/>
              </p:ext>
            </p:extLst>
          </p:nvPr>
        </p:nvGraphicFramePr>
        <p:xfrm>
          <a:off x="742188" y="1667736"/>
          <a:ext cx="11320273" cy="5311152"/>
        </p:xfrm>
        <a:graphic>
          <a:graphicData uri="http://schemas.openxmlformats.org/drawingml/2006/table">
            <a:tbl>
              <a:tblPr/>
              <a:tblGrid>
                <a:gridCol w="1563625">
                  <a:extLst>
                    <a:ext uri="{9D8B030D-6E8A-4147-A177-3AD203B41FA5}">
                      <a16:colId xmlns:a16="http://schemas.microsoft.com/office/drawing/2014/main" val="2489953884"/>
                    </a:ext>
                  </a:extLst>
                </a:gridCol>
                <a:gridCol w="886968">
                  <a:extLst>
                    <a:ext uri="{9D8B030D-6E8A-4147-A177-3AD203B41FA5}">
                      <a16:colId xmlns:a16="http://schemas.microsoft.com/office/drawing/2014/main" val="121331530"/>
                    </a:ext>
                  </a:extLst>
                </a:gridCol>
                <a:gridCol w="886968">
                  <a:extLst>
                    <a:ext uri="{9D8B030D-6E8A-4147-A177-3AD203B41FA5}">
                      <a16:colId xmlns:a16="http://schemas.microsoft.com/office/drawing/2014/main" val="1172417157"/>
                    </a:ext>
                  </a:extLst>
                </a:gridCol>
                <a:gridCol w="886968">
                  <a:extLst>
                    <a:ext uri="{9D8B030D-6E8A-4147-A177-3AD203B41FA5}">
                      <a16:colId xmlns:a16="http://schemas.microsoft.com/office/drawing/2014/main" val="2623012332"/>
                    </a:ext>
                  </a:extLst>
                </a:gridCol>
                <a:gridCol w="886968">
                  <a:extLst>
                    <a:ext uri="{9D8B030D-6E8A-4147-A177-3AD203B41FA5}">
                      <a16:colId xmlns:a16="http://schemas.microsoft.com/office/drawing/2014/main" val="2136293542"/>
                    </a:ext>
                  </a:extLst>
                </a:gridCol>
                <a:gridCol w="886968">
                  <a:extLst>
                    <a:ext uri="{9D8B030D-6E8A-4147-A177-3AD203B41FA5}">
                      <a16:colId xmlns:a16="http://schemas.microsoft.com/office/drawing/2014/main" val="877840330"/>
                    </a:ext>
                  </a:extLst>
                </a:gridCol>
                <a:gridCol w="886968">
                  <a:extLst>
                    <a:ext uri="{9D8B030D-6E8A-4147-A177-3AD203B41FA5}">
                      <a16:colId xmlns:a16="http://schemas.microsoft.com/office/drawing/2014/main" val="72856936"/>
                    </a:ext>
                  </a:extLst>
                </a:gridCol>
                <a:gridCol w="886968">
                  <a:extLst>
                    <a:ext uri="{9D8B030D-6E8A-4147-A177-3AD203B41FA5}">
                      <a16:colId xmlns:a16="http://schemas.microsoft.com/office/drawing/2014/main" val="3924386052"/>
                    </a:ext>
                  </a:extLst>
                </a:gridCol>
                <a:gridCol w="886968">
                  <a:extLst>
                    <a:ext uri="{9D8B030D-6E8A-4147-A177-3AD203B41FA5}">
                      <a16:colId xmlns:a16="http://schemas.microsoft.com/office/drawing/2014/main" val="1027719574"/>
                    </a:ext>
                  </a:extLst>
                </a:gridCol>
                <a:gridCol w="886968">
                  <a:extLst>
                    <a:ext uri="{9D8B030D-6E8A-4147-A177-3AD203B41FA5}">
                      <a16:colId xmlns:a16="http://schemas.microsoft.com/office/drawing/2014/main" val="2300324666"/>
                    </a:ext>
                  </a:extLst>
                </a:gridCol>
                <a:gridCol w="886968">
                  <a:extLst>
                    <a:ext uri="{9D8B030D-6E8A-4147-A177-3AD203B41FA5}">
                      <a16:colId xmlns:a16="http://schemas.microsoft.com/office/drawing/2014/main" val="998138205"/>
                    </a:ext>
                  </a:extLst>
                </a:gridCol>
                <a:gridCol w="886968">
                  <a:extLst>
                    <a:ext uri="{9D8B030D-6E8A-4147-A177-3AD203B41FA5}">
                      <a16:colId xmlns:a16="http://schemas.microsoft.com/office/drawing/2014/main" val="583461334"/>
                    </a:ext>
                  </a:extLst>
                </a:gridCol>
              </a:tblGrid>
              <a:tr h="1049229">
                <a:tc>
                  <a:txBody>
                    <a:bodyPr/>
                    <a:lstStyle/>
                    <a:p>
                      <a:pPr algn="l" rtl="0" fontAlgn="ctr"/>
                      <a:r>
                        <a:rPr lang="en-US" sz="1000" b="1" i="0" u="none" strike="noStrike" dirty="0">
                          <a:solidFill>
                            <a:srgbClr val="FFFFFF"/>
                          </a:solidFill>
                          <a:effectLst/>
                          <a:latin typeface="Roboto"/>
                        </a:rPr>
                        <a:t> </a:t>
                      </a:r>
                    </a:p>
                  </a:txBody>
                  <a:tcPr marL="95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en-US"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de-DE" sz="1000" b="1" i="0" u="none" strike="noStrike" dirty="0">
                        <a:solidFill>
                          <a:srgbClr val="FFFFFF"/>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rtl="0" fontAlgn="ctr"/>
                      <a:endParaRPr lang="de-DE" sz="1000" b="1" i="0" u="none" strike="noStrike" dirty="0">
                        <a:solidFill>
                          <a:srgbClr val="FFFFFF"/>
                        </a:solidFill>
                        <a:effectLst/>
                        <a:latin typeface="Roboto" panose="02000000000000000000" pitchFamily="2" charset="0"/>
                      </a:endParaRPr>
                    </a:p>
                  </a:txBody>
                  <a:tcPr marL="9525" marR="85725" marT="9525" marB="0" anchor="ctr">
                    <a:lnL>
                      <a:noFill/>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extLst>
                  <a:ext uri="{0D108BD9-81ED-4DB2-BD59-A6C34878D82A}">
                    <a16:rowId xmlns:a16="http://schemas.microsoft.com/office/drawing/2014/main" val="1682003256"/>
                  </a:ext>
                </a:extLst>
              </a:tr>
              <a:tr h="157849">
                <a:tc>
                  <a:txBody>
                    <a:bodyPr/>
                    <a:lstStyle/>
                    <a:p>
                      <a:pPr algn="l" rtl="0" fontAlgn="ctr"/>
                      <a:r>
                        <a:rPr lang="en-US" sz="900" b="1" i="0" u="none" strike="noStrike" dirty="0">
                          <a:solidFill>
                            <a:srgbClr val="000000"/>
                          </a:solidFill>
                          <a:effectLst/>
                          <a:latin typeface="Roboto"/>
                        </a:rPr>
                        <a:t>AGE</a:t>
                      </a:r>
                    </a:p>
                  </a:txBody>
                  <a:tcPr marL="85725"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1"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392609148"/>
                  </a:ext>
                </a:extLst>
              </a:tr>
              <a:tr h="157849">
                <a:tc>
                  <a:txBody>
                    <a:bodyPr/>
                    <a:lstStyle/>
                    <a:p>
                      <a:pPr algn="l" rtl="0" fontAlgn="ctr"/>
                      <a:r>
                        <a:rPr lang="en-US" sz="900" b="0" i="0" u="none" strike="noStrike" dirty="0">
                          <a:solidFill>
                            <a:srgbClr val="000000"/>
                          </a:solidFill>
                          <a:effectLst/>
                          <a:latin typeface="Roboto"/>
                        </a:rPr>
                        <a:t>18-24</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190494352"/>
                  </a:ext>
                </a:extLst>
              </a:tr>
              <a:tr h="157849">
                <a:tc>
                  <a:txBody>
                    <a:bodyPr/>
                    <a:lstStyle/>
                    <a:p>
                      <a:pPr algn="l" rtl="0" fontAlgn="ctr"/>
                      <a:r>
                        <a:rPr lang="en-US" sz="900" b="0" i="0" u="none" strike="noStrike" dirty="0">
                          <a:solidFill>
                            <a:srgbClr val="000000"/>
                          </a:solidFill>
                          <a:effectLst/>
                          <a:latin typeface="Roboto"/>
                        </a:rPr>
                        <a:t>25-34</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451203798"/>
                  </a:ext>
                </a:extLst>
              </a:tr>
              <a:tr h="157849">
                <a:tc>
                  <a:txBody>
                    <a:bodyPr/>
                    <a:lstStyle/>
                    <a:p>
                      <a:pPr algn="l" rtl="0" fontAlgn="ctr"/>
                      <a:r>
                        <a:rPr lang="en-US" sz="900" b="0" i="0" u="none" strike="noStrike" dirty="0">
                          <a:solidFill>
                            <a:srgbClr val="000000"/>
                          </a:solidFill>
                          <a:effectLst/>
                          <a:latin typeface="Roboto"/>
                        </a:rPr>
                        <a:t>35-44</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592896757"/>
                  </a:ext>
                </a:extLst>
              </a:tr>
              <a:tr h="157849">
                <a:tc>
                  <a:txBody>
                    <a:bodyPr/>
                    <a:lstStyle/>
                    <a:p>
                      <a:pPr algn="l" rtl="0" fontAlgn="ctr"/>
                      <a:r>
                        <a:rPr lang="en-US" sz="900" b="0" i="0" u="none" strike="noStrike" dirty="0">
                          <a:solidFill>
                            <a:srgbClr val="000000"/>
                          </a:solidFill>
                          <a:effectLst/>
                          <a:latin typeface="Roboto"/>
                        </a:rPr>
                        <a:t>45-54</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86255852"/>
                  </a:ext>
                </a:extLst>
              </a:tr>
              <a:tr h="157849">
                <a:tc>
                  <a:txBody>
                    <a:bodyPr/>
                    <a:lstStyle/>
                    <a:p>
                      <a:pPr algn="l" rtl="0" fontAlgn="ctr"/>
                      <a:r>
                        <a:rPr lang="en-US" sz="900" b="0" i="0" u="none" strike="noStrike" dirty="0">
                          <a:solidFill>
                            <a:srgbClr val="000000"/>
                          </a:solidFill>
                          <a:effectLst/>
                          <a:latin typeface="Roboto"/>
                        </a:rPr>
                        <a:t>55-64</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3246282806"/>
                  </a:ext>
                </a:extLst>
              </a:tr>
              <a:tr h="157849">
                <a:tc>
                  <a:txBody>
                    <a:bodyPr/>
                    <a:lstStyle/>
                    <a:p>
                      <a:pPr algn="l" rtl="0" fontAlgn="ctr"/>
                      <a:r>
                        <a:rPr lang="en-US" sz="900" b="0" i="0" u="none" strike="noStrike" dirty="0">
                          <a:solidFill>
                            <a:srgbClr val="000000"/>
                          </a:solidFill>
                          <a:effectLst/>
                          <a:latin typeface="Roboto"/>
                        </a:rPr>
                        <a:t>65+</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216462387"/>
                  </a:ext>
                </a:extLst>
              </a:tr>
              <a:tr h="157849">
                <a:tc>
                  <a:txBody>
                    <a:bodyPr/>
                    <a:lstStyle/>
                    <a:p>
                      <a:pPr algn="l" rtl="0" fontAlgn="ctr"/>
                      <a:r>
                        <a:rPr lang="en-US" sz="900" b="0" i="0" u="none" strike="noStrike" dirty="0">
                          <a:solidFill>
                            <a:srgbClr val="000000"/>
                          </a:solidFill>
                          <a:effectLst/>
                          <a:latin typeface="Roboto"/>
                        </a:rPr>
                        <a:t>Average Age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624662800"/>
                  </a:ext>
                </a:extLst>
              </a:tr>
              <a:tr h="157849">
                <a:tc>
                  <a:txBody>
                    <a:bodyPr/>
                    <a:lstStyle/>
                    <a:p>
                      <a:pPr algn="l" rtl="0" fontAlgn="ctr"/>
                      <a:r>
                        <a:rPr lang="en-US" sz="900" b="1" i="0" u="none" strike="noStrike" dirty="0">
                          <a:solidFill>
                            <a:srgbClr val="000000"/>
                          </a:solidFill>
                          <a:effectLst/>
                          <a:latin typeface="Roboto"/>
                        </a:rPr>
                        <a:t>HOUSEHOLD INCOME</a:t>
                      </a:r>
                    </a:p>
                  </a:txBody>
                  <a:tcPr marL="85725"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240816035"/>
                  </a:ext>
                </a:extLst>
              </a:tr>
              <a:tr h="157849">
                <a:tc>
                  <a:txBody>
                    <a:bodyPr/>
                    <a:lstStyle/>
                    <a:p>
                      <a:pPr algn="l" rtl="0" fontAlgn="ctr"/>
                      <a:r>
                        <a:rPr lang="en-US" sz="900" b="0" i="0" u="none" strike="noStrike" dirty="0">
                          <a:solidFill>
                            <a:srgbClr val="000000"/>
                          </a:solidFill>
                          <a:effectLst/>
                          <a:latin typeface="Roboto"/>
                        </a:rPr>
                        <a:t>Less than $50,000</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865133084"/>
                  </a:ext>
                </a:extLst>
              </a:tr>
              <a:tr h="157849">
                <a:tc>
                  <a:txBody>
                    <a:bodyPr/>
                    <a:lstStyle/>
                    <a:p>
                      <a:pPr algn="l" rtl="0" fontAlgn="ctr"/>
                      <a:r>
                        <a:rPr lang="en-US" sz="900" b="0" i="0" u="none" strike="noStrike" dirty="0">
                          <a:solidFill>
                            <a:srgbClr val="000000"/>
                          </a:solidFill>
                          <a:effectLst/>
                          <a:latin typeface="Roboto"/>
                        </a:rPr>
                        <a:t>$50,000-$74,999</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015156822"/>
                  </a:ext>
                </a:extLst>
              </a:tr>
              <a:tr h="157849">
                <a:tc>
                  <a:txBody>
                    <a:bodyPr/>
                    <a:lstStyle/>
                    <a:p>
                      <a:pPr algn="l" rtl="0" fontAlgn="ctr"/>
                      <a:r>
                        <a:rPr lang="en-US" sz="900" b="0" i="0" u="none" strike="noStrike" dirty="0">
                          <a:solidFill>
                            <a:srgbClr val="000000"/>
                          </a:solidFill>
                          <a:effectLst/>
                          <a:latin typeface="Roboto"/>
                        </a:rPr>
                        <a:t>$75,000-$99,999</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38872836"/>
                  </a:ext>
                </a:extLst>
              </a:tr>
              <a:tr h="157849">
                <a:tc>
                  <a:txBody>
                    <a:bodyPr/>
                    <a:lstStyle/>
                    <a:p>
                      <a:pPr algn="l" rtl="0" fontAlgn="ctr"/>
                      <a:r>
                        <a:rPr lang="en-US" sz="900" b="0" i="0" u="none" strike="noStrike" dirty="0">
                          <a:solidFill>
                            <a:srgbClr val="000000"/>
                          </a:solidFill>
                          <a:effectLst/>
                          <a:latin typeface="Roboto"/>
                        </a:rPr>
                        <a:t>$100,000-$149,999</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729802076"/>
                  </a:ext>
                </a:extLst>
              </a:tr>
              <a:tr h="157849">
                <a:tc>
                  <a:txBody>
                    <a:bodyPr/>
                    <a:lstStyle/>
                    <a:p>
                      <a:pPr algn="l" rtl="0" fontAlgn="ctr"/>
                      <a:r>
                        <a:rPr lang="en-US" sz="900" b="0" i="0" u="none" strike="noStrike" dirty="0">
                          <a:solidFill>
                            <a:srgbClr val="000000"/>
                          </a:solidFill>
                          <a:effectLst/>
                          <a:latin typeface="Roboto"/>
                        </a:rPr>
                        <a:t>$150,000 or more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769094739"/>
                  </a:ext>
                </a:extLst>
              </a:tr>
              <a:tr h="157849">
                <a:tc>
                  <a:txBody>
                    <a:bodyPr/>
                    <a:lstStyle/>
                    <a:p>
                      <a:pPr algn="l" rtl="0" fontAlgn="ctr"/>
                      <a:r>
                        <a:rPr lang="en-US" sz="900" b="0" i="0" u="none" strike="noStrike" dirty="0">
                          <a:solidFill>
                            <a:srgbClr val="000000"/>
                          </a:solidFill>
                          <a:effectLst/>
                          <a:latin typeface="Roboto"/>
                        </a:rPr>
                        <a:t>Average HH Income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3172257604"/>
                  </a:ext>
                </a:extLst>
              </a:tr>
              <a:tr h="157849">
                <a:tc>
                  <a:txBody>
                    <a:bodyPr/>
                    <a:lstStyle/>
                    <a:p>
                      <a:pPr algn="l" rtl="0" fontAlgn="ctr"/>
                      <a:r>
                        <a:rPr lang="en-US" sz="900" b="1" i="0" u="none" strike="noStrike" dirty="0">
                          <a:solidFill>
                            <a:srgbClr val="000000"/>
                          </a:solidFill>
                          <a:effectLst/>
                          <a:latin typeface="Roboto"/>
                        </a:rPr>
                        <a:t>CHILDREN IN HOUSEHOLD</a:t>
                      </a:r>
                    </a:p>
                  </a:txBody>
                  <a:tcPr marL="85725"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656356384"/>
                  </a:ext>
                </a:extLst>
              </a:tr>
              <a:tr h="157849">
                <a:tc>
                  <a:txBody>
                    <a:bodyPr/>
                    <a:lstStyle/>
                    <a:p>
                      <a:pPr algn="l" rtl="0" fontAlgn="ctr"/>
                      <a:r>
                        <a:rPr lang="en-US" sz="900" b="1" i="0" u="none" strike="noStrike" dirty="0">
                          <a:solidFill>
                            <a:srgbClr val="000000"/>
                          </a:solidFill>
                          <a:effectLst/>
                          <a:latin typeface="Roboto"/>
                        </a:rPr>
                        <a:t>EDUCATION</a:t>
                      </a:r>
                    </a:p>
                  </a:txBody>
                  <a:tcPr marL="85725"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632851032"/>
                  </a:ext>
                </a:extLst>
              </a:tr>
              <a:tr h="157849">
                <a:tc>
                  <a:txBody>
                    <a:bodyPr/>
                    <a:lstStyle/>
                    <a:p>
                      <a:pPr algn="l" rtl="0" fontAlgn="ctr"/>
                      <a:r>
                        <a:rPr lang="en-US" sz="900" b="0" i="0" u="none" strike="noStrike" dirty="0">
                          <a:solidFill>
                            <a:srgbClr val="000000"/>
                          </a:solidFill>
                          <a:effectLst/>
                          <a:latin typeface="Roboto"/>
                        </a:rPr>
                        <a:t>Less than college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000681746"/>
                  </a:ext>
                </a:extLst>
              </a:tr>
              <a:tr h="157849">
                <a:tc>
                  <a:txBody>
                    <a:bodyPr/>
                    <a:lstStyle/>
                    <a:p>
                      <a:pPr algn="l" rtl="0" fontAlgn="ctr"/>
                      <a:r>
                        <a:rPr lang="en-US" sz="900" b="0" i="0" u="none" strike="noStrike" dirty="0">
                          <a:solidFill>
                            <a:srgbClr val="000000"/>
                          </a:solidFill>
                          <a:effectLst/>
                          <a:latin typeface="Roboto"/>
                        </a:rPr>
                        <a:t>Some college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312472706"/>
                  </a:ext>
                </a:extLst>
              </a:tr>
              <a:tr h="157849">
                <a:tc>
                  <a:txBody>
                    <a:bodyPr/>
                    <a:lstStyle/>
                    <a:p>
                      <a:pPr algn="l" rtl="0" fontAlgn="ctr"/>
                      <a:r>
                        <a:rPr lang="en-US" sz="900" b="0" i="0" u="none" strike="noStrike" dirty="0">
                          <a:solidFill>
                            <a:srgbClr val="000000"/>
                          </a:solidFill>
                          <a:effectLst/>
                          <a:latin typeface="Roboto"/>
                        </a:rPr>
                        <a:t>College degree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098205680"/>
                  </a:ext>
                </a:extLst>
              </a:tr>
              <a:tr h="157849">
                <a:tc>
                  <a:txBody>
                    <a:bodyPr/>
                    <a:lstStyle/>
                    <a:p>
                      <a:pPr algn="l" rtl="0" fontAlgn="ctr"/>
                      <a:r>
                        <a:rPr lang="en-US" sz="900" b="0" i="0" u="none" strike="noStrike" dirty="0">
                          <a:solidFill>
                            <a:srgbClr val="000000"/>
                          </a:solidFill>
                          <a:effectLst/>
                          <a:latin typeface="Roboto"/>
                        </a:rPr>
                        <a:t>Post-graduate degree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600392326"/>
                  </a:ext>
                </a:extLst>
              </a:tr>
              <a:tr h="157849">
                <a:tc>
                  <a:txBody>
                    <a:bodyPr/>
                    <a:lstStyle/>
                    <a:p>
                      <a:pPr algn="l" rtl="0" fontAlgn="ctr"/>
                      <a:r>
                        <a:rPr lang="en-US" sz="900" b="1" i="0" u="none" strike="noStrike" dirty="0">
                          <a:solidFill>
                            <a:srgbClr val="000000"/>
                          </a:solidFill>
                          <a:effectLst/>
                          <a:latin typeface="Roboto"/>
                        </a:rPr>
                        <a:t>ETHNICITY</a:t>
                      </a:r>
                    </a:p>
                  </a:txBody>
                  <a:tcPr marL="85725"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962358822"/>
                  </a:ext>
                </a:extLst>
              </a:tr>
              <a:tr h="157849">
                <a:tc>
                  <a:txBody>
                    <a:bodyPr/>
                    <a:lstStyle/>
                    <a:p>
                      <a:pPr algn="l" rtl="0" fontAlgn="ctr"/>
                      <a:r>
                        <a:rPr lang="en-US" sz="900" b="0" i="0" u="none" strike="noStrike" dirty="0">
                          <a:solidFill>
                            <a:srgbClr val="000000"/>
                          </a:solidFill>
                          <a:effectLst/>
                          <a:latin typeface="Roboto"/>
                        </a:rPr>
                        <a:t>Caucasian/White</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3712995052"/>
                  </a:ext>
                </a:extLst>
              </a:tr>
              <a:tr h="157849">
                <a:tc>
                  <a:txBody>
                    <a:bodyPr/>
                    <a:lstStyle/>
                    <a:p>
                      <a:pPr algn="l" rtl="0" fontAlgn="ctr"/>
                      <a:r>
                        <a:rPr lang="en-US" sz="900" b="0" i="0" u="none" strike="noStrike" dirty="0">
                          <a:solidFill>
                            <a:srgbClr val="000000"/>
                          </a:solidFill>
                          <a:effectLst/>
                          <a:latin typeface="Roboto"/>
                        </a:rPr>
                        <a:t>African-American/Black</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979315361"/>
                  </a:ext>
                </a:extLst>
              </a:tr>
              <a:tr h="157849">
                <a:tc>
                  <a:txBody>
                    <a:bodyPr/>
                    <a:lstStyle/>
                    <a:p>
                      <a:pPr algn="l" rtl="0" fontAlgn="ctr"/>
                      <a:r>
                        <a:rPr lang="en-US" sz="900" b="0" i="0" u="none" strike="noStrike" dirty="0">
                          <a:solidFill>
                            <a:srgbClr val="000000"/>
                          </a:solidFill>
                          <a:effectLst/>
                          <a:latin typeface="Roboto"/>
                        </a:rPr>
                        <a:t>Hispanic/Latino</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827018986"/>
                  </a:ext>
                </a:extLst>
              </a:tr>
              <a:tr h="157849">
                <a:tc>
                  <a:txBody>
                    <a:bodyPr/>
                    <a:lstStyle/>
                    <a:p>
                      <a:pPr algn="l" rtl="0" fontAlgn="ctr"/>
                      <a:r>
                        <a:rPr lang="en-US" sz="900" b="0" i="0" u="none" strike="noStrike" dirty="0">
                          <a:solidFill>
                            <a:srgbClr val="000000"/>
                          </a:solidFill>
                          <a:effectLst/>
                          <a:latin typeface="Roboto"/>
                        </a:rPr>
                        <a:t>Asian</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128726215"/>
                  </a:ext>
                </a:extLst>
              </a:tr>
              <a:tr h="157849">
                <a:tc>
                  <a:txBody>
                    <a:bodyPr/>
                    <a:lstStyle/>
                    <a:p>
                      <a:pPr algn="l" rtl="0" fontAlgn="ctr"/>
                      <a:r>
                        <a:rPr lang="en-US" sz="900" b="0" i="0" u="none" strike="noStrike" dirty="0">
                          <a:solidFill>
                            <a:srgbClr val="000000"/>
                          </a:solidFill>
                          <a:effectLst/>
                          <a:latin typeface="Roboto"/>
                        </a:rPr>
                        <a:t>Other</a:t>
                      </a:r>
                    </a:p>
                  </a:txBody>
                  <a:tcPr marL="171450" marR="9525" marT="9525" marB="0" anchor="ctr">
                    <a:lnL w="6350" cap="flat" cmpd="sng" algn="ctr">
                      <a:solidFill>
                        <a:srgbClr val="9BC2E6"/>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rtl="0" fontAlgn="ctr"/>
                      <a:endParaRPr lang="en-US" sz="900" b="0" i="0" u="none" strike="noStrike" dirty="0">
                        <a:solidFill>
                          <a:srgbClr val="000000"/>
                        </a:solidFill>
                        <a:effectLst/>
                        <a:latin typeface="Roboto" panose="02000000000000000000" pitchFamily="2" charset="0"/>
                      </a:endParaRPr>
                    </a:p>
                  </a:txBody>
                  <a:tcPr marL="9525" marR="85725" marT="9525"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772301556"/>
                  </a:ext>
                </a:extLst>
              </a:tr>
            </a:tbl>
          </a:graphicData>
        </a:graphic>
      </p:graphicFrame>
      <p:sp>
        <p:nvSpPr>
          <p:cNvPr id="2" name="Slide Number Placeholder 1">
            <a:extLst>
              <a:ext uri="{FF2B5EF4-FFF2-40B4-BE49-F238E27FC236}">
                <a16:creationId xmlns:a16="http://schemas.microsoft.com/office/drawing/2014/main" id="{D958297D-7ED5-4AEA-93CC-F3835D41E45B}"/>
              </a:ext>
            </a:extLst>
          </p:cNvPr>
          <p:cNvSpPr>
            <a:spLocks noGrp="1"/>
          </p:cNvSpPr>
          <p:nvPr>
            <p:ph type="sldNum" sz="quarter" idx="4"/>
          </p:nvPr>
        </p:nvSpPr>
        <p:spPr/>
        <p:txBody>
          <a:bodyPr/>
          <a:lstStyle/>
          <a:p>
            <a:fld id="{DFE75DC9-2AA8-4836-ABA6-832E2002DAE6}" type="slidenum">
              <a:rPr lang="en-US" smtClean="0"/>
              <a:pPr/>
              <a:t>12</a:t>
            </a:fld>
            <a:endParaRPr lang="en-US"/>
          </a:p>
        </p:txBody>
      </p:sp>
      <p:sp>
        <p:nvSpPr>
          <p:cNvPr id="8" name="Title 7">
            <a:extLst>
              <a:ext uri="{FF2B5EF4-FFF2-40B4-BE49-F238E27FC236}">
                <a16:creationId xmlns:a16="http://schemas.microsoft.com/office/drawing/2014/main" id="{1F69D8B3-CFA9-41C9-A039-B5FF9718BAF5}"/>
              </a:ext>
            </a:extLst>
          </p:cNvPr>
          <p:cNvSpPr>
            <a:spLocks noGrp="1"/>
          </p:cNvSpPr>
          <p:nvPr>
            <p:ph type="title"/>
          </p:nvPr>
        </p:nvSpPr>
        <p:spPr/>
        <p:txBody>
          <a:bodyPr/>
          <a:lstStyle/>
          <a:p>
            <a:r>
              <a:rPr lang="en-US" sz="2400" dirty="0">
                <a:ea typeface="Lato Black"/>
                <a:cs typeface="Lato Black"/>
              </a:rPr>
              <a:t>Visitor Profile Competitive Comparison</a:t>
            </a:r>
          </a:p>
        </p:txBody>
      </p:sp>
      <p:sp>
        <p:nvSpPr>
          <p:cNvPr id="10" name="Subtitle 9">
            <a:extLst>
              <a:ext uri="{FF2B5EF4-FFF2-40B4-BE49-F238E27FC236}">
                <a16:creationId xmlns:a16="http://schemas.microsoft.com/office/drawing/2014/main" id="{63672C1C-AB42-425A-A205-F778B1612D8B}"/>
              </a:ext>
            </a:extLst>
          </p:cNvPr>
          <p:cNvSpPr>
            <a:spLocks noGrp="1"/>
          </p:cNvSpPr>
          <p:nvPr>
            <p:ph type="subTitle" idx="10"/>
          </p:nvPr>
        </p:nvSpPr>
        <p:spPr/>
        <p:txBody>
          <a:bodyPr/>
          <a:lstStyle/>
          <a:p>
            <a:r>
              <a:rPr lang="en-US" i="1" dirty="0"/>
              <a:t>Source: </a:t>
            </a:r>
            <a:r>
              <a:rPr lang="en-US" i="1" dirty="0" err="1"/>
              <a:t>TruTrade</a:t>
            </a:r>
            <a:r>
              <a:rPr lang="en-US" i="1" dirty="0"/>
              <a:t>, 12 months ending on March 31, 2022; Esri</a:t>
            </a:r>
            <a:endParaRPr lang="en-US" dirty="0"/>
          </a:p>
        </p:txBody>
      </p:sp>
      <p:sp>
        <p:nvSpPr>
          <p:cNvPr id="5" name="Rectangle 4">
            <a:extLst>
              <a:ext uri="{FF2B5EF4-FFF2-40B4-BE49-F238E27FC236}">
                <a16:creationId xmlns:a16="http://schemas.microsoft.com/office/drawing/2014/main" id="{70667695-ADF3-4F6C-ABA8-4EA8E3444654}"/>
              </a:ext>
            </a:extLst>
          </p:cNvPr>
          <p:cNvSpPr/>
          <p:nvPr/>
        </p:nvSpPr>
        <p:spPr>
          <a:xfrm>
            <a:off x="3186701" y="1667736"/>
            <a:ext cx="914400" cy="5311140"/>
          </a:xfrm>
          <a:prstGeom prst="rect">
            <a:avLst/>
          </a:prstGeom>
          <a:noFill/>
          <a:ln w="28575"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3" name="Rectangle 2">
            <a:extLst>
              <a:ext uri="{FF2B5EF4-FFF2-40B4-BE49-F238E27FC236}">
                <a16:creationId xmlns:a16="http://schemas.microsoft.com/office/drawing/2014/main" id="{7F93D2B0-24F1-BFBF-D2DF-49DBBAFC8D05}"/>
              </a:ext>
            </a:extLst>
          </p:cNvPr>
          <p:cNvSpPr/>
          <p:nvPr/>
        </p:nvSpPr>
        <p:spPr>
          <a:xfrm>
            <a:off x="4101101" y="1861659"/>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Copy/paste table data from “</a:t>
            </a:r>
            <a:r>
              <a:rPr kumimoji="0" lang="en-US" sz="1944" b="0" i="0" u="none" strike="noStrike" kern="0" cap="none" spc="0" normalizeH="0" baseline="0" noProof="0" err="1">
                <a:ln>
                  <a:noFill/>
                </a:ln>
                <a:solidFill>
                  <a:srgbClr val="FFFFFF"/>
                </a:solidFill>
                <a:effectLst/>
                <a:uLnTx/>
                <a:uFillTx/>
                <a:latin typeface="Arial" panose="020B0604020202020204"/>
                <a:ea typeface="+mn-ea"/>
                <a:cs typeface="+mn-cs"/>
              </a:rPr>
              <a:t>DrawDemo</a:t>
            </a: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 tab in workbook</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Update ending month in footnote at bottom</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196948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map with a circle in the middle&#10;&#10;Description automatically generated">
            <a:extLst>
              <a:ext uri="{FF2B5EF4-FFF2-40B4-BE49-F238E27FC236}">
                <a16:creationId xmlns:a16="http://schemas.microsoft.com/office/drawing/2014/main" id="{F709C5E3-657A-2036-83A6-3AA64BA2083E}"/>
              </a:ext>
            </a:extLst>
          </p:cNvPr>
          <p:cNvPicPr>
            <a:picLocks noChangeAspect="1"/>
          </p:cNvPicPr>
          <p:nvPr/>
        </p:nvPicPr>
        <p:blipFill>
          <a:blip r:embed="rId2">
            <a:extLst>
              <a:ext uri="{28A0092B-C50C-407E-A947-70E740481C1C}">
                <a14:useLocalDpi xmlns:a14="http://schemas.microsoft.com/office/drawing/2010/main" val="0"/>
              </a:ext>
            </a:extLst>
          </a:blip>
          <a:srcRect l="17217" r="18361"/>
          <a:stretch/>
        </p:blipFill>
        <p:spPr>
          <a:xfrm>
            <a:off x="0" y="0"/>
            <a:ext cx="9272016" cy="7242048"/>
          </a:xfrm>
          <a:prstGeom prst="rect">
            <a:avLst/>
          </a:prstGeom>
        </p:spPr>
      </p:pic>
      <p:sp>
        <p:nvSpPr>
          <p:cNvPr id="2" name="Slide Number Placeholder 1">
            <a:extLst>
              <a:ext uri="{FF2B5EF4-FFF2-40B4-BE49-F238E27FC236}">
                <a16:creationId xmlns:a16="http://schemas.microsoft.com/office/drawing/2014/main" id="{A2AA7F3D-DBF8-49C2-B044-035544343D08}"/>
              </a:ext>
            </a:extLst>
          </p:cNvPr>
          <p:cNvSpPr>
            <a:spLocks noGrp="1"/>
          </p:cNvSpPr>
          <p:nvPr>
            <p:ph type="sldNum" sz="quarter" idx="10"/>
          </p:nvPr>
        </p:nvSpPr>
        <p:spPr/>
        <p:txBody>
          <a:bodyPr/>
          <a:lstStyle/>
          <a:p>
            <a:fld id="{DFE75DC9-2AA8-4836-ABA6-832E2002DAE6}" type="slidenum">
              <a:rPr lang="en-US" smtClean="0">
                <a:solidFill>
                  <a:srgbClr val="FFFFFF"/>
                </a:solidFill>
              </a:rPr>
              <a:t>13</a:t>
            </a:fld>
            <a:endParaRPr lang="en-US">
              <a:solidFill>
                <a:srgbClr val="FFFFFF"/>
              </a:solidFill>
            </a:endParaRPr>
          </a:p>
        </p:txBody>
      </p:sp>
      <p:sp>
        <p:nvSpPr>
          <p:cNvPr id="3" name="Title 2">
            <a:extLst>
              <a:ext uri="{FF2B5EF4-FFF2-40B4-BE49-F238E27FC236}">
                <a16:creationId xmlns:a16="http://schemas.microsoft.com/office/drawing/2014/main" id="{AA5E09E1-D9B9-42CD-959E-698655DEA42F}"/>
              </a:ext>
            </a:extLst>
          </p:cNvPr>
          <p:cNvSpPr>
            <a:spLocks noGrp="1"/>
          </p:cNvSpPr>
          <p:nvPr>
            <p:ph type="title"/>
          </p:nvPr>
        </p:nvSpPr>
        <p:spPr/>
        <p:txBody>
          <a:bodyPr/>
          <a:lstStyle/>
          <a:p>
            <a:r>
              <a:rPr lang="en-US" dirty="0"/>
              <a:t>XXXXX</a:t>
            </a:r>
            <a:br>
              <a:rPr lang="en-US" dirty="0"/>
            </a:br>
            <a:r>
              <a:rPr lang="en-US" dirty="0"/>
              <a:t>Trade Area Population – Regional View</a:t>
            </a:r>
          </a:p>
        </p:txBody>
      </p:sp>
      <p:sp>
        <p:nvSpPr>
          <p:cNvPr id="5" name="Content Placeholder 4">
            <a:extLst>
              <a:ext uri="{FF2B5EF4-FFF2-40B4-BE49-F238E27FC236}">
                <a16:creationId xmlns:a16="http://schemas.microsoft.com/office/drawing/2014/main" id="{3A32A05C-7D42-4ECD-94C2-21DBD2571687}"/>
              </a:ext>
            </a:extLst>
          </p:cNvPr>
          <p:cNvSpPr>
            <a:spLocks noGrp="1"/>
          </p:cNvSpPr>
          <p:nvPr>
            <p:ph sz="quarter" idx="12"/>
          </p:nvPr>
        </p:nvSpPr>
        <p:spPr>
          <a:xfrm>
            <a:off x="9482328" y="2072005"/>
            <a:ext cx="3099816" cy="4346448"/>
          </a:xfrm>
        </p:spPr>
        <p:txBody>
          <a:bodyPr vert="horz" lIns="117564" tIns="58782" rIns="117564" bIns="58782" rtlCol="0" anchor="t">
            <a:noAutofit/>
          </a:bodyPr>
          <a:lstStyle/>
          <a:p>
            <a:pPr marL="0" indent="0">
              <a:buNone/>
            </a:pPr>
            <a:r>
              <a:rPr lang="en-US" sz="1600" dirty="0">
                <a:ea typeface="Roboto"/>
                <a:cs typeface="Roboto"/>
              </a:rPr>
              <a:t>VOANALYSIS13</a:t>
            </a:r>
          </a:p>
        </p:txBody>
      </p:sp>
      <p:grpSp>
        <p:nvGrpSpPr>
          <p:cNvPr id="14" name="Group 13">
            <a:extLst>
              <a:ext uri="{FF2B5EF4-FFF2-40B4-BE49-F238E27FC236}">
                <a16:creationId xmlns:a16="http://schemas.microsoft.com/office/drawing/2014/main" id="{752A542F-EB79-490D-9BB2-9A64C966278E}"/>
              </a:ext>
            </a:extLst>
          </p:cNvPr>
          <p:cNvGrpSpPr/>
          <p:nvPr/>
        </p:nvGrpSpPr>
        <p:grpSpPr>
          <a:xfrm>
            <a:off x="9323960" y="6676417"/>
            <a:ext cx="1293886" cy="505839"/>
            <a:chOff x="9338554" y="4503906"/>
            <a:chExt cx="1293886" cy="505839"/>
          </a:xfrm>
        </p:grpSpPr>
        <p:sp>
          <p:nvSpPr>
            <p:cNvPr id="15" name="Rectangle 14">
              <a:extLst>
                <a:ext uri="{FF2B5EF4-FFF2-40B4-BE49-F238E27FC236}">
                  <a16:creationId xmlns:a16="http://schemas.microsoft.com/office/drawing/2014/main" id="{2D851E09-1C98-486D-93A0-CBF69F508A59}"/>
                </a:ext>
              </a:extLst>
            </p:cNvPr>
            <p:cNvSpPr/>
            <p:nvPr/>
          </p:nvSpPr>
          <p:spPr>
            <a:xfrm>
              <a:off x="9338554" y="4503906"/>
              <a:ext cx="1293886" cy="505839"/>
            </a:xfrm>
            <a:prstGeom prst="rect">
              <a:avLst/>
            </a:prstGeom>
            <a:solidFill>
              <a:srgbClr val="FFFFFF">
                <a:alpha val="69804"/>
              </a:srgbClr>
            </a:solidFill>
            <a:ln w="12700">
              <a:solidFill>
                <a:schemeClr val="bg2"/>
              </a:solidFill>
            </a:ln>
          </p:spPr>
          <p:style>
            <a:lnRef idx="2">
              <a:schemeClr val="accent2"/>
            </a:lnRef>
            <a:fillRef idx="1">
              <a:schemeClr val="lt1"/>
            </a:fillRef>
            <a:effectRef idx="0">
              <a:schemeClr val="accent2"/>
            </a:effectRef>
            <a:fontRef idx="minor">
              <a:schemeClr val="dk1"/>
            </a:fontRef>
          </p:style>
          <p:txBody>
            <a:bodyPr rtlCol="0" anchor="t"/>
            <a:lstStyle/>
            <a:p>
              <a:pPr algn="ctr">
                <a:spcBef>
                  <a:spcPts val="300"/>
                </a:spcBef>
              </a:pPr>
              <a:r>
                <a:rPr lang="en-US" sz="800" b="1" u="sng" dirty="0"/>
                <a:t>Legend</a:t>
              </a:r>
            </a:p>
            <a:p>
              <a:pPr marL="233363">
                <a:spcBef>
                  <a:spcPts val="300"/>
                </a:spcBef>
              </a:pPr>
              <a:r>
                <a:rPr lang="en-US" sz="800" dirty="0"/>
                <a:t>20 miles</a:t>
              </a:r>
            </a:p>
            <a:p>
              <a:pPr marL="233363">
                <a:spcBef>
                  <a:spcPts val="300"/>
                </a:spcBef>
              </a:pPr>
              <a:r>
                <a:rPr lang="en-US" sz="800" dirty="0"/>
                <a:t>Top ~75% of Visits</a:t>
              </a:r>
            </a:p>
          </p:txBody>
        </p:sp>
        <p:cxnSp>
          <p:nvCxnSpPr>
            <p:cNvPr id="16" name="Straight Connector 15">
              <a:extLst>
                <a:ext uri="{FF2B5EF4-FFF2-40B4-BE49-F238E27FC236}">
                  <a16:creationId xmlns:a16="http://schemas.microsoft.com/office/drawing/2014/main" id="{AAC81D4A-A456-4BC3-B9CC-981420A0E54D}"/>
                </a:ext>
              </a:extLst>
            </p:cNvPr>
            <p:cNvCxnSpPr/>
            <p:nvPr/>
          </p:nvCxnSpPr>
          <p:spPr>
            <a:xfrm>
              <a:off x="9367738" y="4737370"/>
              <a:ext cx="228600" cy="0"/>
            </a:xfrm>
            <a:prstGeom prst="line">
              <a:avLst/>
            </a:prstGeom>
            <a:ln w="28575">
              <a:solidFill>
                <a:schemeClr val="accent5">
                  <a:lumMod val="10000"/>
                </a:schemeClr>
              </a:solidFill>
            </a:ln>
          </p:spPr>
          <p:style>
            <a:lnRef idx="1">
              <a:schemeClr val="accent1"/>
            </a:lnRef>
            <a:fillRef idx="0">
              <a:schemeClr val="accent1"/>
            </a:fillRef>
            <a:effectRef idx="0">
              <a:schemeClr val="accent1"/>
            </a:effectRef>
            <a:fontRef idx="minor">
              <a:schemeClr val="tx1"/>
            </a:fontRef>
          </p:style>
        </p:cxnSp>
        <p:sp>
          <p:nvSpPr>
            <p:cNvPr id="17" name="Rectangle 5">
              <a:extLst>
                <a:ext uri="{FF2B5EF4-FFF2-40B4-BE49-F238E27FC236}">
                  <a16:creationId xmlns:a16="http://schemas.microsoft.com/office/drawing/2014/main" id="{717CC989-8279-4FC5-BB8F-E394E189A0CF}"/>
                </a:ext>
              </a:extLst>
            </p:cNvPr>
            <p:cNvSpPr>
              <a:spLocks noChangeArrowheads="1"/>
            </p:cNvSpPr>
            <p:nvPr/>
          </p:nvSpPr>
          <p:spPr bwMode="auto">
            <a:xfrm>
              <a:off x="9422800" y="4835258"/>
              <a:ext cx="118476" cy="118309"/>
            </a:xfrm>
            <a:prstGeom prst="rect">
              <a:avLst/>
            </a:prstGeom>
            <a:solidFill>
              <a:srgbClr val="FFAA00"/>
            </a:solidFill>
            <a:ln w="9525">
              <a:solidFill>
                <a:schemeClr val="bg2"/>
              </a:solidFill>
              <a:miter lim="800000"/>
              <a:headEnd/>
              <a:tailEnd/>
            </a:ln>
          </p:spPr>
          <p:txBody>
            <a:bodyPr wrap="none" anchor="ctr"/>
            <a:lstStyle/>
            <a:p>
              <a:pPr>
                <a:lnSpc>
                  <a:spcPct val="80000"/>
                </a:lnSpc>
                <a:spcBef>
                  <a:spcPct val="20000"/>
                </a:spcBef>
                <a:buFontTx/>
                <a:buChar char="•"/>
              </a:pPr>
              <a:endParaRPr lang="en-US" sz="800"/>
            </a:p>
          </p:txBody>
        </p:sp>
      </p:grpSp>
      <p:sp>
        <p:nvSpPr>
          <p:cNvPr id="6" name="Rectangle 5">
            <a:extLst>
              <a:ext uri="{FF2B5EF4-FFF2-40B4-BE49-F238E27FC236}">
                <a16:creationId xmlns:a16="http://schemas.microsoft.com/office/drawing/2014/main" id="{1AB58AB5-CF92-88BF-0835-273BF99D8B2C}"/>
              </a:ext>
            </a:extLst>
          </p:cNvPr>
          <p:cNvSpPr/>
          <p:nvPr/>
        </p:nvSpPr>
        <p:spPr>
          <a:xfrm>
            <a:off x="711073" y="2514600"/>
            <a:ext cx="2416175" cy="2743200"/>
          </a:xfrm>
          <a:prstGeom prst="rect">
            <a:avLst/>
          </a:prstGeom>
          <a:solidFill>
            <a:srgbClr val="FF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One zoom out from default zoom.</a:t>
            </a:r>
          </a:p>
        </p:txBody>
      </p:sp>
    </p:spTree>
    <p:extLst>
      <p:ext uri="{BB962C8B-B14F-4D97-AF65-F5344CB8AC3E}">
        <p14:creationId xmlns:p14="http://schemas.microsoft.com/office/powerpoint/2010/main" val="2779245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map of a neighborhood&#10;&#10;Description automatically generated">
            <a:extLst>
              <a:ext uri="{FF2B5EF4-FFF2-40B4-BE49-F238E27FC236}">
                <a16:creationId xmlns:a16="http://schemas.microsoft.com/office/drawing/2014/main" id="{D42CB689-1F1C-9CA8-D6EF-5BBF6161C2AD}"/>
              </a:ext>
            </a:extLst>
          </p:cNvPr>
          <p:cNvPicPr>
            <a:picLocks noChangeAspect="1"/>
          </p:cNvPicPr>
          <p:nvPr/>
        </p:nvPicPr>
        <p:blipFill>
          <a:blip r:embed="rId2">
            <a:extLst>
              <a:ext uri="{28A0092B-C50C-407E-A947-70E740481C1C}">
                <a14:useLocalDpi xmlns:a14="http://schemas.microsoft.com/office/drawing/2010/main" val="0"/>
              </a:ext>
            </a:extLst>
          </a:blip>
          <a:srcRect l="17217" r="18361"/>
          <a:stretch/>
        </p:blipFill>
        <p:spPr>
          <a:xfrm>
            <a:off x="0" y="0"/>
            <a:ext cx="9272016" cy="7242048"/>
          </a:xfrm>
          <a:prstGeom prst="rect">
            <a:avLst/>
          </a:prstGeom>
        </p:spPr>
      </p:pic>
      <p:sp>
        <p:nvSpPr>
          <p:cNvPr id="2" name="Slide Number Placeholder 1">
            <a:extLst>
              <a:ext uri="{FF2B5EF4-FFF2-40B4-BE49-F238E27FC236}">
                <a16:creationId xmlns:a16="http://schemas.microsoft.com/office/drawing/2014/main" id="{A2AA7F3D-DBF8-49C2-B044-035544343D08}"/>
              </a:ext>
            </a:extLst>
          </p:cNvPr>
          <p:cNvSpPr>
            <a:spLocks noGrp="1"/>
          </p:cNvSpPr>
          <p:nvPr>
            <p:ph type="sldNum" sz="quarter" idx="10"/>
          </p:nvPr>
        </p:nvSpPr>
        <p:spPr/>
        <p:txBody>
          <a:bodyPr/>
          <a:lstStyle/>
          <a:p>
            <a:fld id="{DFE75DC9-2AA8-4836-ABA6-832E2002DAE6}" type="slidenum">
              <a:rPr lang="en-US" smtClean="0">
                <a:solidFill>
                  <a:srgbClr val="FFFFFF"/>
                </a:solidFill>
              </a:rPr>
              <a:t>14</a:t>
            </a:fld>
            <a:endParaRPr lang="en-US">
              <a:solidFill>
                <a:srgbClr val="FFFFFF"/>
              </a:solidFill>
            </a:endParaRPr>
          </a:p>
        </p:txBody>
      </p:sp>
      <p:sp>
        <p:nvSpPr>
          <p:cNvPr id="3" name="Title 2">
            <a:extLst>
              <a:ext uri="{FF2B5EF4-FFF2-40B4-BE49-F238E27FC236}">
                <a16:creationId xmlns:a16="http://schemas.microsoft.com/office/drawing/2014/main" id="{AA5E09E1-D9B9-42CD-959E-698655DEA42F}"/>
              </a:ext>
            </a:extLst>
          </p:cNvPr>
          <p:cNvSpPr>
            <a:spLocks noGrp="1"/>
          </p:cNvSpPr>
          <p:nvPr>
            <p:ph type="title"/>
          </p:nvPr>
        </p:nvSpPr>
        <p:spPr/>
        <p:txBody>
          <a:bodyPr/>
          <a:lstStyle/>
          <a:p>
            <a:r>
              <a:rPr lang="en-US" dirty="0"/>
              <a:t>XXXXX</a:t>
            </a:r>
            <a:br>
              <a:rPr lang="en-US" dirty="0"/>
            </a:br>
            <a:r>
              <a:rPr lang="en-US" dirty="0"/>
              <a:t>Most Trips – Local View</a:t>
            </a:r>
          </a:p>
        </p:txBody>
      </p:sp>
      <p:pic>
        <p:nvPicPr>
          <p:cNvPr id="8" name="Picture 7">
            <a:extLst>
              <a:ext uri="{FF2B5EF4-FFF2-40B4-BE49-F238E27FC236}">
                <a16:creationId xmlns:a16="http://schemas.microsoft.com/office/drawing/2014/main" id="{6D6F8750-4D83-F9EF-E76A-344BE62209C8}"/>
              </a:ext>
            </a:extLst>
          </p:cNvPr>
          <p:cNvPicPr>
            <a:picLocks noChangeAspect="1"/>
          </p:cNvPicPr>
          <p:nvPr/>
        </p:nvPicPr>
        <p:blipFill>
          <a:blip r:embed="rId3"/>
          <a:stretch>
            <a:fillRect/>
          </a:stretch>
        </p:blipFill>
        <p:spPr>
          <a:xfrm>
            <a:off x="8371819" y="5319716"/>
            <a:ext cx="904216" cy="1923515"/>
          </a:xfrm>
          <a:prstGeom prst="rect">
            <a:avLst/>
          </a:prstGeom>
        </p:spPr>
      </p:pic>
      <p:sp>
        <p:nvSpPr>
          <p:cNvPr id="4" name="Rectangle 3">
            <a:extLst>
              <a:ext uri="{FF2B5EF4-FFF2-40B4-BE49-F238E27FC236}">
                <a16:creationId xmlns:a16="http://schemas.microsoft.com/office/drawing/2014/main" id="{D8333D4F-03DF-AE7A-D923-B5F8355C10A1}"/>
              </a:ext>
            </a:extLst>
          </p:cNvPr>
          <p:cNvSpPr/>
          <p:nvPr/>
        </p:nvSpPr>
        <p:spPr>
          <a:xfrm>
            <a:off x="3984625" y="2576516"/>
            <a:ext cx="2416175" cy="2743200"/>
          </a:xfrm>
          <a:prstGeom prst="rect">
            <a:avLst/>
          </a:prstGeom>
          <a:solidFill>
            <a:srgbClr val="FF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MOST TRIPS MAP (not yellow TA map) One zoom in from default zoom. </a:t>
            </a:r>
            <a:r>
              <a:rPr lang="en-US"/>
              <a:t>Add zip code boundaries.</a:t>
            </a:r>
            <a:endParaRPr lang="en-US" dirty="0"/>
          </a:p>
        </p:txBody>
      </p:sp>
      <p:sp>
        <p:nvSpPr>
          <p:cNvPr id="12" name="Content Placeholder 4">
            <a:extLst>
              <a:ext uri="{FF2B5EF4-FFF2-40B4-BE49-F238E27FC236}">
                <a16:creationId xmlns:a16="http://schemas.microsoft.com/office/drawing/2014/main" id="{75655712-0931-3C09-9C68-FFDC17C1AD44}"/>
              </a:ext>
            </a:extLst>
          </p:cNvPr>
          <p:cNvSpPr txBox="1">
            <a:spLocks/>
          </p:cNvSpPr>
          <p:nvPr/>
        </p:nvSpPr>
        <p:spPr>
          <a:xfrm>
            <a:off x="9485872" y="1957335"/>
            <a:ext cx="3119834" cy="5050219"/>
          </a:xfrm>
          <a:prstGeom prst="rect">
            <a:avLst/>
          </a:prstGeom>
        </p:spPr>
        <p:txBody>
          <a:bodyPr vert="horz" lIns="117564" tIns="58782" rIns="117564" bIns="58782" rtlCol="0" anchor="t">
            <a:noAutofit/>
          </a:bodyPr>
          <a:lstStyle>
            <a:lvl1pPr marL="174625" indent="-174625" algn="l" defTabSz="914400" rtl="0" eaLnBrk="1" latinLnBrk="0" hangingPunct="1">
              <a:lnSpc>
                <a:spcPct val="100000"/>
              </a:lnSpc>
              <a:spcBef>
                <a:spcPts val="0"/>
              </a:spcBef>
              <a:spcAft>
                <a:spcPts val="0"/>
              </a:spcAft>
              <a:buClr>
                <a:schemeClr val="accent2"/>
              </a:buClr>
              <a:buSzPct val="140000"/>
              <a:buFont typeface="Roboto" panose="02000000000000000000" pitchFamily="2" charset="0"/>
              <a:buChar char="›"/>
              <a:defRPr lang="en-US" sz="2000" kern="1200">
                <a:solidFill>
                  <a:schemeClr val="bg1"/>
                </a:solidFill>
                <a:latin typeface="+mn-lt"/>
                <a:ea typeface="+mn-ea"/>
                <a:cs typeface="+mn-cs"/>
              </a:defRPr>
            </a:lvl1pPr>
            <a:lvl2pPr marL="515938" indent="-268288" algn="l" defTabSz="914400" rtl="0" eaLnBrk="1" latinLnBrk="0" hangingPunct="1">
              <a:lnSpc>
                <a:spcPct val="100000"/>
              </a:lnSpc>
              <a:spcBef>
                <a:spcPts val="0"/>
              </a:spcBef>
              <a:spcAft>
                <a:spcPts val="0"/>
              </a:spcAft>
              <a:buFont typeface="Arial" panose="020B0604020202020204" pitchFamily="34" charset="0"/>
              <a:buChar char="–"/>
              <a:defRPr lang="en-US" sz="2000" kern="1200">
                <a:solidFill>
                  <a:schemeClr val="bg1"/>
                </a:solidFill>
                <a:latin typeface="+mn-lt"/>
                <a:ea typeface="+mn-ea"/>
                <a:cs typeface="+mn-cs"/>
              </a:defRPr>
            </a:lvl2pPr>
            <a:lvl3pPr marL="739775" indent="-196850" algn="l" defTabSz="914400" rtl="0" eaLnBrk="1" latinLnBrk="0" hangingPunct="1">
              <a:lnSpc>
                <a:spcPct val="100000"/>
              </a:lnSpc>
              <a:spcBef>
                <a:spcPts val="0"/>
              </a:spcBef>
              <a:spcAft>
                <a:spcPts val="0"/>
              </a:spcAft>
              <a:buClr>
                <a:schemeClr val="accent3"/>
              </a:buClr>
              <a:buFont typeface="Arial" panose="020B0604020202020204" pitchFamily="34" charset="0"/>
              <a:buChar char="•"/>
              <a:defRPr lang="en-US" sz="2000" kern="1200">
                <a:solidFill>
                  <a:schemeClr val="bg1"/>
                </a:solidFill>
                <a:latin typeface="+mn-lt"/>
                <a:ea typeface="+mn-ea"/>
                <a:cs typeface="+mn-cs"/>
              </a:defRPr>
            </a:lvl3pPr>
            <a:lvl4pPr marL="1031875" indent="-241300" algn="l" defTabSz="914400" rtl="0" eaLnBrk="1" latinLnBrk="0" hangingPunct="1">
              <a:lnSpc>
                <a:spcPct val="100000"/>
              </a:lnSpc>
              <a:spcBef>
                <a:spcPts val="0"/>
              </a:spcBef>
              <a:spcAft>
                <a:spcPts val="0"/>
              </a:spcAft>
              <a:buFont typeface="Arial" panose="020B0604020202020204" pitchFamily="34" charset="0"/>
              <a:buChar char="–"/>
              <a:defRPr lang="en-US" sz="2000" kern="1200">
                <a:solidFill>
                  <a:schemeClr val="bg1"/>
                </a:solidFill>
                <a:latin typeface="+mn-lt"/>
                <a:ea typeface="+mn-ea"/>
                <a:cs typeface="+mn-cs"/>
              </a:defRPr>
            </a:lvl4pPr>
            <a:lvl5pPr marL="1254125" indent="-225425" algn="l" defTabSz="914400" rtl="0" eaLnBrk="1" latinLnBrk="0" hangingPunct="1">
              <a:lnSpc>
                <a:spcPct val="100000"/>
              </a:lnSpc>
              <a:spcBef>
                <a:spcPts val="0"/>
              </a:spcBef>
              <a:spcAft>
                <a:spcPts val="0"/>
              </a:spcAft>
              <a:buClr>
                <a:schemeClr val="tx1"/>
              </a:buClr>
              <a:buFont typeface="Arial" panose="020B0604020202020204" pitchFamily="34" charset="0"/>
              <a:buChar char="»"/>
              <a:defRPr lang="en-US" sz="2000" kern="1200">
                <a:solidFill>
                  <a:schemeClr val="bg1"/>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a:lstStyle>
          <a:p>
            <a:pPr marL="0" indent="0">
              <a:buNone/>
            </a:pPr>
            <a:r>
              <a:rPr lang="en-US" sz="1100" dirty="0">
                <a:ea typeface="Roboto"/>
                <a:cs typeface="Roboto"/>
              </a:rPr>
              <a:t>MTZIP1</a:t>
            </a:r>
          </a:p>
          <a:p>
            <a:pPr marL="0" indent="0">
              <a:buNone/>
            </a:pPr>
            <a:r>
              <a:rPr lang="en-US" sz="1100" dirty="0">
                <a:ea typeface="Roboto"/>
                <a:cs typeface="Roboto"/>
              </a:rPr>
              <a:t>MTZIP2</a:t>
            </a:r>
          </a:p>
          <a:p>
            <a:pPr marL="0" indent="0">
              <a:buNone/>
            </a:pPr>
            <a:r>
              <a:rPr lang="en-US" sz="1100" dirty="0">
                <a:ea typeface="Roboto"/>
                <a:cs typeface="Roboto"/>
              </a:rPr>
              <a:t>MTZIP3</a:t>
            </a:r>
          </a:p>
          <a:p>
            <a:pPr marL="0" indent="0">
              <a:buNone/>
            </a:pPr>
            <a:r>
              <a:rPr lang="en-US" sz="1100" dirty="0">
                <a:ea typeface="Roboto"/>
                <a:cs typeface="Roboto"/>
              </a:rPr>
              <a:t>MTZIP4</a:t>
            </a:r>
          </a:p>
          <a:p>
            <a:pPr marL="0" indent="0">
              <a:buNone/>
            </a:pPr>
            <a:r>
              <a:rPr lang="en-US" sz="1100" dirty="0">
                <a:ea typeface="Roboto"/>
                <a:cs typeface="Roboto"/>
              </a:rPr>
              <a:t>MTZIP5</a:t>
            </a:r>
          </a:p>
          <a:p>
            <a:pPr marL="0" indent="0">
              <a:buNone/>
            </a:pPr>
            <a:r>
              <a:rPr lang="en-US" sz="1100" dirty="0">
                <a:ea typeface="Roboto"/>
                <a:cs typeface="Roboto"/>
              </a:rPr>
              <a:t>MTZIP6</a:t>
            </a:r>
          </a:p>
          <a:p>
            <a:pPr marL="0" indent="0">
              <a:buNone/>
            </a:pPr>
            <a:r>
              <a:rPr lang="en-US" sz="1100" dirty="0">
                <a:ea typeface="Roboto"/>
                <a:cs typeface="Roboto"/>
              </a:rPr>
              <a:t>MTZIP7</a:t>
            </a:r>
          </a:p>
          <a:p>
            <a:pPr marL="0" indent="0">
              <a:buNone/>
            </a:pPr>
            <a:r>
              <a:rPr lang="en-US" sz="1100" dirty="0">
                <a:ea typeface="Roboto"/>
                <a:cs typeface="Roboto"/>
              </a:rPr>
              <a:t>MTZIP8</a:t>
            </a:r>
          </a:p>
          <a:p>
            <a:pPr marL="0" indent="0">
              <a:buNone/>
            </a:pPr>
            <a:r>
              <a:rPr lang="en-US" sz="1100" dirty="0">
                <a:ea typeface="Roboto"/>
                <a:cs typeface="Roboto"/>
              </a:rPr>
              <a:t>MTZIP9</a:t>
            </a:r>
          </a:p>
          <a:p>
            <a:pPr marL="0" indent="0">
              <a:buNone/>
            </a:pPr>
            <a:r>
              <a:rPr lang="en-US" sz="1100" dirty="0">
                <a:ea typeface="Roboto"/>
                <a:cs typeface="Roboto"/>
              </a:rPr>
              <a:t>MTZIP_10</a:t>
            </a:r>
          </a:p>
          <a:p>
            <a:pPr marL="0" indent="0">
              <a:buFont typeface="Roboto" panose="02000000000000000000" pitchFamily="2" charset="0"/>
              <a:buNone/>
            </a:pPr>
            <a:endParaRPr lang="en-US" sz="1600" dirty="0">
              <a:ea typeface="Roboto"/>
              <a:cs typeface="Roboto"/>
            </a:endParaRPr>
          </a:p>
          <a:p>
            <a:pPr marL="0" indent="0">
              <a:buFont typeface="Roboto" panose="02000000000000000000" pitchFamily="2" charset="0"/>
              <a:buNone/>
            </a:pPr>
            <a:r>
              <a:rPr lang="en-US" sz="1600" dirty="0">
                <a:ea typeface="Roboto"/>
                <a:cs typeface="Roboto"/>
              </a:rPr>
              <a:t>MTANALYSIS14</a:t>
            </a:r>
          </a:p>
        </p:txBody>
      </p:sp>
    </p:spTree>
    <p:extLst>
      <p:ext uri="{BB962C8B-B14F-4D97-AF65-F5344CB8AC3E}">
        <p14:creationId xmlns:p14="http://schemas.microsoft.com/office/powerpoint/2010/main" val="148206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1AA58F4-CA15-4029-956D-6B74C3C897DE}"/>
              </a:ext>
            </a:extLst>
          </p:cNvPr>
          <p:cNvSpPr>
            <a:spLocks noGrp="1"/>
          </p:cNvSpPr>
          <p:nvPr>
            <p:ph type="sldNum" sz="quarter" idx="4"/>
          </p:nvPr>
        </p:nvSpPr>
        <p:spPr/>
        <p:txBody>
          <a:bodyPr/>
          <a:lstStyle/>
          <a:p>
            <a:fld id="{DFE75DC9-2AA8-4836-ABA6-832E2002DAE6}" type="slidenum">
              <a:rPr lang="en-US" smtClean="0">
                <a:solidFill>
                  <a:srgbClr val="FFFFFF"/>
                </a:solidFill>
              </a:rPr>
              <a:t>15</a:t>
            </a:fld>
            <a:endParaRPr lang="en-US">
              <a:solidFill>
                <a:srgbClr val="FFFFFF"/>
              </a:solidFill>
            </a:endParaRPr>
          </a:p>
        </p:txBody>
      </p:sp>
      <p:sp>
        <p:nvSpPr>
          <p:cNvPr id="12" name="Title 11">
            <a:extLst>
              <a:ext uri="{FF2B5EF4-FFF2-40B4-BE49-F238E27FC236}">
                <a16:creationId xmlns:a16="http://schemas.microsoft.com/office/drawing/2014/main" id="{FF4B6092-0796-4125-A087-E922C7AD074B}"/>
              </a:ext>
            </a:extLst>
          </p:cNvPr>
          <p:cNvSpPr>
            <a:spLocks noGrp="1"/>
          </p:cNvSpPr>
          <p:nvPr>
            <p:ph type="title"/>
          </p:nvPr>
        </p:nvSpPr>
        <p:spPr/>
        <p:txBody>
          <a:bodyPr>
            <a:noAutofit/>
          </a:bodyPr>
          <a:lstStyle/>
          <a:p>
            <a:r>
              <a:rPr lang="en-US" sz="2400" dirty="0"/>
              <a:t>ZIPANALYSIS15</a:t>
            </a:r>
          </a:p>
        </p:txBody>
      </p:sp>
      <p:sp>
        <p:nvSpPr>
          <p:cNvPr id="13" name="Subtitle 12">
            <a:extLst>
              <a:ext uri="{FF2B5EF4-FFF2-40B4-BE49-F238E27FC236}">
                <a16:creationId xmlns:a16="http://schemas.microsoft.com/office/drawing/2014/main" id="{F6695B83-1BDF-40C3-AF5B-FCC5D6001D31}"/>
              </a:ext>
            </a:extLst>
          </p:cNvPr>
          <p:cNvSpPr>
            <a:spLocks noGrp="1"/>
          </p:cNvSpPr>
          <p:nvPr>
            <p:ph type="subTitle" idx="10"/>
          </p:nvPr>
        </p:nvSpPr>
        <p:spPr/>
        <p:txBody>
          <a:bodyPr/>
          <a:lstStyle/>
          <a:p>
            <a:r>
              <a:rPr lang="en-US" i="1" dirty="0"/>
              <a:t>Source: </a:t>
            </a:r>
            <a:r>
              <a:rPr lang="en-US" i="1" dirty="0" err="1"/>
              <a:t>TruTrade</a:t>
            </a:r>
            <a:r>
              <a:rPr lang="en-US" i="1" dirty="0"/>
              <a:t>, 12 months ending on March 31, 2022; Esri</a:t>
            </a:r>
            <a:endParaRPr lang="en-US" dirty="0"/>
          </a:p>
        </p:txBody>
      </p:sp>
      <p:graphicFrame>
        <p:nvGraphicFramePr>
          <p:cNvPr id="8" name="Content Placeholder 6">
            <a:extLst>
              <a:ext uri="{FF2B5EF4-FFF2-40B4-BE49-F238E27FC236}">
                <a16:creationId xmlns:a16="http://schemas.microsoft.com/office/drawing/2014/main" id="{E6B91112-7B65-4CBF-B7F8-2CEB4115E807}"/>
              </a:ext>
            </a:extLst>
          </p:cNvPr>
          <p:cNvGraphicFramePr>
            <a:graphicFrameLocks noGrp="1"/>
          </p:cNvGraphicFramePr>
          <p:nvPr>
            <p:ph idx="1"/>
            <p:extLst>
              <p:ext uri="{D42A27DB-BD31-4B8C-83A1-F6EECF244321}">
                <p14:modId xmlns:p14="http://schemas.microsoft.com/office/powerpoint/2010/main" val="1269767553"/>
              </p:ext>
            </p:extLst>
          </p:nvPr>
        </p:nvGraphicFramePr>
        <p:xfrm>
          <a:off x="740665" y="1676400"/>
          <a:ext cx="11320271" cy="5029200"/>
        </p:xfrm>
        <a:graphic>
          <a:graphicData uri="http://schemas.openxmlformats.org/drawingml/2006/table">
            <a:tbl>
              <a:tblPr/>
              <a:tblGrid>
                <a:gridCol w="698920">
                  <a:extLst>
                    <a:ext uri="{9D8B030D-6E8A-4147-A177-3AD203B41FA5}">
                      <a16:colId xmlns:a16="http://schemas.microsoft.com/office/drawing/2014/main" val="2191543679"/>
                    </a:ext>
                  </a:extLst>
                </a:gridCol>
                <a:gridCol w="1461039">
                  <a:extLst>
                    <a:ext uri="{9D8B030D-6E8A-4147-A177-3AD203B41FA5}">
                      <a16:colId xmlns:a16="http://schemas.microsoft.com/office/drawing/2014/main" val="2780414962"/>
                    </a:ext>
                  </a:extLst>
                </a:gridCol>
                <a:gridCol w="1145039">
                  <a:extLst>
                    <a:ext uri="{9D8B030D-6E8A-4147-A177-3AD203B41FA5}">
                      <a16:colId xmlns:a16="http://schemas.microsoft.com/office/drawing/2014/main" val="1210954487"/>
                    </a:ext>
                  </a:extLst>
                </a:gridCol>
                <a:gridCol w="1145039">
                  <a:extLst>
                    <a:ext uri="{9D8B030D-6E8A-4147-A177-3AD203B41FA5}">
                      <a16:colId xmlns:a16="http://schemas.microsoft.com/office/drawing/2014/main" val="2506130395"/>
                    </a:ext>
                  </a:extLst>
                </a:gridCol>
                <a:gridCol w="1145039">
                  <a:extLst>
                    <a:ext uri="{9D8B030D-6E8A-4147-A177-3AD203B41FA5}">
                      <a16:colId xmlns:a16="http://schemas.microsoft.com/office/drawing/2014/main" val="2835030562"/>
                    </a:ext>
                  </a:extLst>
                </a:gridCol>
                <a:gridCol w="1145039">
                  <a:extLst>
                    <a:ext uri="{9D8B030D-6E8A-4147-A177-3AD203B41FA5}">
                      <a16:colId xmlns:a16="http://schemas.microsoft.com/office/drawing/2014/main" val="351542541"/>
                    </a:ext>
                  </a:extLst>
                </a:gridCol>
                <a:gridCol w="1145039">
                  <a:extLst>
                    <a:ext uri="{9D8B030D-6E8A-4147-A177-3AD203B41FA5}">
                      <a16:colId xmlns:a16="http://schemas.microsoft.com/office/drawing/2014/main" val="3142722229"/>
                    </a:ext>
                  </a:extLst>
                </a:gridCol>
                <a:gridCol w="1145039">
                  <a:extLst>
                    <a:ext uri="{9D8B030D-6E8A-4147-A177-3AD203B41FA5}">
                      <a16:colId xmlns:a16="http://schemas.microsoft.com/office/drawing/2014/main" val="1842552652"/>
                    </a:ext>
                  </a:extLst>
                </a:gridCol>
                <a:gridCol w="1145039">
                  <a:extLst>
                    <a:ext uri="{9D8B030D-6E8A-4147-A177-3AD203B41FA5}">
                      <a16:colId xmlns:a16="http://schemas.microsoft.com/office/drawing/2014/main" val="996222065"/>
                    </a:ext>
                  </a:extLst>
                </a:gridCol>
                <a:gridCol w="1145039">
                  <a:extLst>
                    <a:ext uri="{9D8B030D-6E8A-4147-A177-3AD203B41FA5}">
                      <a16:colId xmlns:a16="http://schemas.microsoft.com/office/drawing/2014/main" val="371451461"/>
                    </a:ext>
                  </a:extLst>
                </a:gridCol>
              </a:tblGrid>
              <a:tr h="457200">
                <a:tc>
                  <a:txBody>
                    <a:bodyPr/>
                    <a:lstStyle/>
                    <a:p>
                      <a:pPr algn="l" fontAlgn="b"/>
                      <a:r>
                        <a:rPr lang="en-US" sz="900" b="1" i="0" u="none" strike="noStrike" dirty="0">
                          <a:solidFill>
                            <a:srgbClr val="FFFFFF"/>
                          </a:solidFill>
                          <a:effectLst/>
                          <a:latin typeface="+mn-lt"/>
                        </a:rPr>
                        <a:t>ZIP</a:t>
                      </a:r>
                    </a:p>
                  </a:txBody>
                  <a:tcPr marL="100426" marR="11158"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l" fontAlgn="b"/>
                      <a:r>
                        <a:rPr lang="en-US" sz="900" b="1" i="0" u="none" strike="noStrike" dirty="0">
                          <a:solidFill>
                            <a:srgbClr val="FFFFFF"/>
                          </a:solidFill>
                          <a:effectLst/>
                          <a:latin typeface="+mn-lt"/>
                        </a:rPr>
                        <a:t>City</a:t>
                      </a:r>
                    </a:p>
                  </a:txBody>
                  <a:tcPr marL="100426" marR="11158"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l" fontAlgn="b"/>
                      <a:r>
                        <a:rPr lang="en-US" sz="900" b="1" i="0" u="none" strike="noStrike">
                          <a:solidFill>
                            <a:srgbClr val="FFFFFF"/>
                          </a:solidFill>
                          <a:effectLst/>
                          <a:latin typeface="+mn-lt"/>
                        </a:rPr>
                        <a:t>State</a:t>
                      </a:r>
                    </a:p>
                  </a:txBody>
                  <a:tcPr marL="100426" marR="11158"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fontAlgn="b"/>
                      <a:r>
                        <a:rPr lang="en-US" sz="900" b="1" i="0" u="none" strike="noStrike" dirty="0">
                          <a:solidFill>
                            <a:srgbClr val="FFFFFF"/>
                          </a:solidFill>
                          <a:effectLst/>
                          <a:latin typeface="+mn-lt"/>
                        </a:rPr>
                        <a:t>Miles from ZIP to XXXXX</a:t>
                      </a:r>
                    </a:p>
                  </a:txBody>
                  <a:tcPr marL="11158" marR="100426"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fontAlgn="b"/>
                      <a:r>
                        <a:rPr lang="en-US" sz="900" b="1" i="0" u="none" strike="noStrike">
                          <a:solidFill>
                            <a:srgbClr val="FFFFFF"/>
                          </a:solidFill>
                          <a:effectLst/>
                          <a:latin typeface="+mn-lt"/>
                        </a:rPr>
                        <a:t>Percent </a:t>
                      </a:r>
                    </a:p>
                    <a:p>
                      <a:pPr algn="r" fontAlgn="b"/>
                      <a:r>
                        <a:rPr lang="en-US" sz="900" b="1" i="0" u="none" strike="noStrike">
                          <a:solidFill>
                            <a:srgbClr val="FFFFFF"/>
                          </a:solidFill>
                          <a:effectLst/>
                          <a:latin typeface="+mn-lt"/>
                        </a:rPr>
                        <a:t>of Visits</a:t>
                      </a:r>
                    </a:p>
                  </a:txBody>
                  <a:tcPr marL="11158" marR="100426"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fontAlgn="b"/>
                      <a:r>
                        <a:rPr lang="en-US" sz="900" b="1" i="0" u="none" strike="noStrike">
                          <a:solidFill>
                            <a:srgbClr val="FFFFFF"/>
                          </a:solidFill>
                          <a:effectLst/>
                          <a:latin typeface="+mn-lt"/>
                        </a:rPr>
                        <a:t>Cumulative </a:t>
                      </a:r>
                    </a:p>
                    <a:p>
                      <a:pPr algn="r" fontAlgn="b"/>
                      <a:r>
                        <a:rPr lang="en-US" sz="900" b="1" i="0" u="none" strike="noStrike">
                          <a:solidFill>
                            <a:srgbClr val="FFFFFF"/>
                          </a:solidFill>
                          <a:effectLst/>
                          <a:latin typeface="+mn-lt"/>
                        </a:rPr>
                        <a:t>Percent Visits </a:t>
                      </a:r>
                    </a:p>
                  </a:txBody>
                  <a:tcPr marL="11158" marR="100426"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fontAlgn="b"/>
                      <a:r>
                        <a:rPr lang="en-US" sz="900" b="1" i="0" u="none" strike="noStrike">
                          <a:solidFill>
                            <a:srgbClr val="FFFFFF"/>
                          </a:solidFill>
                          <a:effectLst/>
                          <a:latin typeface="+mn-lt"/>
                        </a:rPr>
                        <a:t>Total </a:t>
                      </a:r>
                    </a:p>
                    <a:p>
                      <a:pPr algn="r" fontAlgn="b"/>
                      <a:r>
                        <a:rPr lang="en-US" sz="900" b="1" i="0" u="none" strike="noStrike">
                          <a:solidFill>
                            <a:srgbClr val="FFFFFF"/>
                          </a:solidFill>
                          <a:effectLst/>
                          <a:latin typeface="+mn-lt"/>
                        </a:rPr>
                        <a:t>Households</a:t>
                      </a:r>
                    </a:p>
                  </a:txBody>
                  <a:tcPr marL="11158" marR="100426"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fontAlgn="b"/>
                      <a:r>
                        <a:rPr lang="en-US" sz="900" b="1" i="0" u="none" strike="noStrike">
                          <a:solidFill>
                            <a:srgbClr val="FFFFFF"/>
                          </a:solidFill>
                          <a:effectLst/>
                          <a:latin typeface="+mn-lt"/>
                        </a:rPr>
                        <a:t>Total </a:t>
                      </a:r>
                    </a:p>
                    <a:p>
                      <a:pPr algn="r" fontAlgn="b"/>
                      <a:r>
                        <a:rPr lang="en-US" sz="900" b="1" i="0" u="none" strike="noStrike">
                          <a:solidFill>
                            <a:srgbClr val="FFFFFF"/>
                          </a:solidFill>
                          <a:effectLst/>
                          <a:latin typeface="+mn-lt"/>
                        </a:rPr>
                        <a:t>Population</a:t>
                      </a:r>
                    </a:p>
                  </a:txBody>
                  <a:tcPr marL="11158" marR="100426"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fontAlgn="b"/>
                      <a:r>
                        <a:rPr lang="en-US" sz="900" b="1" i="0" u="none" strike="noStrike">
                          <a:solidFill>
                            <a:srgbClr val="FFFFFF"/>
                          </a:solidFill>
                          <a:effectLst/>
                          <a:latin typeface="+mn-lt"/>
                        </a:rPr>
                        <a:t>5-Year Population Growth</a:t>
                      </a:r>
                    </a:p>
                  </a:txBody>
                  <a:tcPr marL="11158" marR="100426"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tc>
                  <a:txBody>
                    <a:bodyPr/>
                    <a:lstStyle/>
                    <a:p>
                      <a:pPr algn="r" fontAlgn="b"/>
                      <a:r>
                        <a:rPr lang="en-US" sz="900" b="1" i="0" u="none" strike="noStrike">
                          <a:solidFill>
                            <a:srgbClr val="FFFFFF"/>
                          </a:solidFill>
                          <a:effectLst/>
                          <a:latin typeface="+mn-lt"/>
                        </a:rPr>
                        <a:t>Average </a:t>
                      </a:r>
                    </a:p>
                    <a:p>
                      <a:pPr algn="r" fontAlgn="b"/>
                      <a:r>
                        <a:rPr lang="en-US" sz="900" b="1" i="0" u="none" strike="noStrike">
                          <a:solidFill>
                            <a:srgbClr val="FFFFFF"/>
                          </a:solidFill>
                          <a:effectLst/>
                          <a:latin typeface="+mn-lt"/>
                        </a:rPr>
                        <a:t>HH Income</a:t>
                      </a:r>
                    </a:p>
                  </a:txBody>
                  <a:tcPr marL="11158" marR="100426"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1B4273"/>
                    </a:solidFill>
                  </a:tcPr>
                </a:tc>
                <a:extLst>
                  <a:ext uri="{0D108BD9-81ED-4DB2-BD59-A6C34878D82A}">
                    <a16:rowId xmlns:a16="http://schemas.microsoft.com/office/drawing/2014/main" val="3785263566"/>
                  </a:ext>
                </a:extLst>
              </a:tr>
              <a:tr h="182880">
                <a:tc>
                  <a:txBody>
                    <a:bodyPr/>
                    <a:lstStyle/>
                    <a:p>
                      <a:pPr algn="l" fontAlgn="ctr"/>
                      <a:endParaRPr lang="en-US" sz="900" b="0" i="0" u="none" strike="noStrike" dirty="0">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148701166"/>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4249039156"/>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dirty="0">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247418599"/>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126238835"/>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522887439"/>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dirty="0">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671223922"/>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30490363"/>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625994430"/>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274284315"/>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549677805"/>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861053448"/>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150634501"/>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092252815"/>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78518089"/>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dirty="0">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1238946517"/>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244921945"/>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457279707"/>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129572461"/>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4167147126"/>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3626399703"/>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058447264"/>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429214963"/>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640650848"/>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dirty="0">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4166118004"/>
                  </a:ext>
                </a:extLst>
              </a:tr>
              <a:tr h="182880">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l" fontAlgn="ctr"/>
                      <a:endParaRPr lang="en-US" sz="900" b="0" i="0" u="none" strike="noStrike">
                        <a:solidFill>
                          <a:srgbClr val="000000"/>
                        </a:solidFill>
                        <a:effectLst/>
                        <a:latin typeface="Roboto" panose="02000000000000000000" pitchFamily="2" charset="0"/>
                      </a:endParaRPr>
                    </a:p>
                  </a:txBody>
                  <a:tcPr marL="85725" marR="95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solidFill>
                      <a:srgbClr val="DDEBF7"/>
                    </a:solidFill>
                  </a:tcPr>
                </a:tc>
                <a:extLst>
                  <a:ext uri="{0D108BD9-81ED-4DB2-BD59-A6C34878D82A}">
                    <a16:rowId xmlns:a16="http://schemas.microsoft.com/office/drawing/2014/main" val="2959918991"/>
                  </a:ext>
                </a:extLst>
              </a:tr>
            </a:tbl>
          </a:graphicData>
        </a:graphic>
      </p:graphicFrame>
      <p:sp>
        <p:nvSpPr>
          <p:cNvPr id="2" name="Rectangle 1">
            <a:extLst>
              <a:ext uri="{FF2B5EF4-FFF2-40B4-BE49-F238E27FC236}">
                <a16:creationId xmlns:a16="http://schemas.microsoft.com/office/drawing/2014/main" id="{AE3A3B0B-10F7-EA48-2751-C72DF6F59DD8}"/>
              </a:ext>
            </a:extLst>
          </p:cNvPr>
          <p:cNvSpPr/>
          <p:nvPr/>
        </p:nvSpPr>
        <p:spPr>
          <a:xfrm>
            <a:off x="3875314" y="2421423"/>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Copy/paste table data from “</a:t>
            </a:r>
            <a:r>
              <a:rPr kumimoji="0" lang="en-US" sz="1944" b="0" i="0" u="none" strike="noStrike" kern="0" cap="none" spc="0" normalizeH="0" baseline="0" noProof="0" dirty="0" err="1">
                <a:ln>
                  <a:noFill/>
                </a:ln>
                <a:solidFill>
                  <a:srgbClr val="FFFFFF"/>
                </a:solidFill>
                <a:effectLst/>
                <a:uLnTx/>
                <a:uFillTx/>
                <a:latin typeface="Arial" panose="020B0604020202020204"/>
                <a:ea typeface="+mn-ea"/>
                <a:cs typeface="+mn-cs"/>
              </a:rPr>
              <a:t>ZipCodes</a:t>
            </a: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 tab in workbook</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Update ending month in footnote at bottom</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1055990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44B53C-B707-4511-9EBC-6BABA1732CB6}"/>
              </a:ext>
            </a:extLst>
          </p:cNvPr>
          <p:cNvSpPr>
            <a:spLocks noGrp="1"/>
          </p:cNvSpPr>
          <p:nvPr>
            <p:ph type="title"/>
          </p:nvPr>
        </p:nvSpPr>
        <p:spPr>
          <a:xfrm>
            <a:off x="1011238" y="6076950"/>
            <a:ext cx="10881360" cy="720513"/>
          </a:xfrm>
        </p:spPr>
        <p:txBody>
          <a:bodyPr/>
          <a:lstStyle/>
          <a:p>
            <a:r>
              <a:rPr lang="en-US"/>
              <a:t>On-Site Visitor Behavior</a:t>
            </a:r>
          </a:p>
        </p:txBody>
      </p:sp>
      <p:sp>
        <p:nvSpPr>
          <p:cNvPr id="8" name="Text Placeholder 7">
            <a:extLst>
              <a:ext uri="{FF2B5EF4-FFF2-40B4-BE49-F238E27FC236}">
                <a16:creationId xmlns:a16="http://schemas.microsoft.com/office/drawing/2014/main" id="{5B10AD1D-CA27-4BFE-A722-5BF174224D0B}"/>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1A6FE535-DD98-4609-86F9-B27DBD5DB477}"/>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16</a:t>
            </a:fld>
            <a:endParaRPr lang="en-US"/>
          </a:p>
        </p:txBody>
      </p:sp>
      <p:sp>
        <p:nvSpPr>
          <p:cNvPr id="2" name="Rectangle 1">
            <a:extLst>
              <a:ext uri="{FF2B5EF4-FFF2-40B4-BE49-F238E27FC236}">
                <a16:creationId xmlns:a16="http://schemas.microsoft.com/office/drawing/2014/main" id="{A60DED6C-05E8-4DFD-32DB-868BD7A0E429}"/>
              </a:ext>
            </a:extLst>
          </p:cNvPr>
          <p:cNvSpPr/>
          <p:nvPr/>
        </p:nvSpPr>
        <p:spPr>
          <a:xfrm>
            <a:off x="4105274" y="1462841"/>
            <a:ext cx="4572000" cy="2423359"/>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Insert photo of the client location or location being analyzed and resize/crop to fit properly, then ‘Send to back’</a:t>
            </a: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(Height: 14.0” x Width: 6.39”)</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3825597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D5FAC75-79F8-880A-A649-05A910D463C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165" t="15259" r="14089" b="253"/>
          <a:stretch/>
        </p:blipFill>
        <p:spPr bwMode="auto">
          <a:xfrm>
            <a:off x="1" y="0"/>
            <a:ext cx="9287838" cy="727410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58810FE4-BA07-4764-BD34-BEFFB2058E59}"/>
              </a:ext>
            </a:extLst>
          </p:cNvPr>
          <p:cNvSpPr>
            <a:spLocks noGrp="1"/>
          </p:cNvSpPr>
          <p:nvPr>
            <p:ph type="sldNum" sz="quarter" idx="10"/>
          </p:nvPr>
        </p:nvSpPr>
        <p:spPr/>
        <p:txBody>
          <a:bodyPr/>
          <a:lstStyle/>
          <a:p>
            <a:fld id="{DFE75DC9-2AA8-4836-ABA6-832E2002DAE6}" type="slidenum">
              <a:rPr lang="en-US" smtClean="0">
                <a:solidFill>
                  <a:srgbClr val="FFFFFF"/>
                </a:solidFill>
              </a:rPr>
              <a:t>17</a:t>
            </a:fld>
            <a:endParaRPr lang="en-US">
              <a:solidFill>
                <a:srgbClr val="FFFFFF"/>
              </a:solidFill>
            </a:endParaRPr>
          </a:p>
        </p:txBody>
      </p:sp>
      <p:sp>
        <p:nvSpPr>
          <p:cNvPr id="3" name="Title 2">
            <a:extLst>
              <a:ext uri="{FF2B5EF4-FFF2-40B4-BE49-F238E27FC236}">
                <a16:creationId xmlns:a16="http://schemas.microsoft.com/office/drawing/2014/main" id="{DA0810D5-FF00-4886-9521-28FF5F0C92C4}"/>
              </a:ext>
            </a:extLst>
          </p:cNvPr>
          <p:cNvSpPr>
            <a:spLocks noGrp="1"/>
          </p:cNvSpPr>
          <p:nvPr>
            <p:ph type="title"/>
          </p:nvPr>
        </p:nvSpPr>
        <p:spPr>
          <a:xfrm>
            <a:off x="9479279" y="609600"/>
            <a:ext cx="3538077" cy="1295400"/>
          </a:xfrm>
        </p:spPr>
        <p:txBody>
          <a:bodyPr/>
          <a:lstStyle/>
          <a:p>
            <a:r>
              <a:rPr lang="en-US" sz="2800" dirty="0"/>
              <a:t>XXXXX Zone Analysis</a:t>
            </a:r>
          </a:p>
        </p:txBody>
      </p:sp>
      <p:sp>
        <p:nvSpPr>
          <p:cNvPr id="5" name="Content Placeholder 4">
            <a:extLst>
              <a:ext uri="{FF2B5EF4-FFF2-40B4-BE49-F238E27FC236}">
                <a16:creationId xmlns:a16="http://schemas.microsoft.com/office/drawing/2014/main" id="{6E5911CE-14DB-4049-A547-5C80A5ABFE5F}"/>
              </a:ext>
            </a:extLst>
          </p:cNvPr>
          <p:cNvSpPr>
            <a:spLocks noGrp="1"/>
          </p:cNvSpPr>
          <p:nvPr>
            <p:ph sz="quarter" idx="12"/>
          </p:nvPr>
        </p:nvSpPr>
        <p:spPr/>
        <p:txBody>
          <a:bodyPr vert="horz" lIns="117564" tIns="58782" rIns="117564" bIns="58782" rtlCol="0" anchor="t">
            <a:noAutofit/>
          </a:bodyPr>
          <a:lstStyle/>
          <a:p>
            <a:pPr>
              <a:spcBef>
                <a:spcPts val="1200"/>
              </a:spcBef>
            </a:pPr>
            <a:endParaRPr lang="en-US" sz="1050" dirty="0"/>
          </a:p>
        </p:txBody>
      </p:sp>
      <p:sp>
        <p:nvSpPr>
          <p:cNvPr id="6" name="Rectangle 5">
            <a:extLst>
              <a:ext uri="{FF2B5EF4-FFF2-40B4-BE49-F238E27FC236}">
                <a16:creationId xmlns:a16="http://schemas.microsoft.com/office/drawing/2014/main" id="{10594AFB-720A-6302-0070-0EB3E8C7CD2C}"/>
              </a:ext>
            </a:extLst>
          </p:cNvPr>
          <p:cNvSpPr/>
          <p:nvPr/>
        </p:nvSpPr>
        <p:spPr>
          <a:xfrm>
            <a:off x="66178" y="766699"/>
            <a:ext cx="12074147" cy="5029200"/>
          </a:xfrm>
          <a:prstGeom prst="rect">
            <a:avLst/>
          </a:prstGeom>
          <a:solidFill>
            <a:srgbClr val="626368"/>
          </a:solidFill>
          <a:ln w="12700" cap="flat" cmpd="sng" algn="ctr">
            <a:solidFill>
              <a:schemeClr val="accent1"/>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Process ZA using the CV Notebook</a:t>
            </a:r>
            <a:b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b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hlinkClick r:id="rId3"/>
              </a:rPr>
              <a:t>https://dbc-4659a8af-9737.cloud.databricks.com/?o=5020840785703105#notebook/4268345134498833</a:t>
            </a:r>
            <a:endPar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p:txBody>
      </p:sp>
      <p:graphicFrame>
        <p:nvGraphicFramePr>
          <p:cNvPr id="4" name="Table 3">
            <a:extLst>
              <a:ext uri="{FF2B5EF4-FFF2-40B4-BE49-F238E27FC236}">
                <a16:creationId xmlns:a16="http://schemas.microsoft.com/office/drawing/2014/main" id="{CCF6741A-0205-ED5B-709D-DA4D676ED457}"/>
              </a:ext>
            </a:extLst>
          </p:cNvPr>
          <p:cNvGraphicFramePr>
            <a:graphicFrameLocks noGrp="1"/>
          </p:cNvGraphicFramePr>
          <p:nvPr>
            <p:extLst>
              <p:ext uri="{D42A27DB-BD31-4B8C-83A1-F6EECF244321}">
                <p14:modId xmlns:p14="http://schemas.microsoft.com/office/powerpoint/2010/main" val="1632080859"/>
              </p:ext>
            </p:extLst>
          </p:nvPr>
        </p:nvGraphicFramePr>
        <p:xfrm>
          <a:off x="6000579" y="5733348"/>
          <a:ext cx="3200400" cy="1463040"/>
        </p:xfrm>
        <a:graphic>
          <a:graphicData uri="http://schemas.openxmlformats.org/drawingml/2006/table">
            <a:tbl>
              <a:tblPr/>
              <a:tblGrid>
                <a:gridCol w="1920240">
                  <a:extLst>
                    <a:ext uri="{9D8B030D-6E8A-4147-A177-3AD203B41FA5}">
                      <a16:colId xmlns:a16="http://schemas.microsoft.com/office/drawing/2014/main" val="419740395"/>
                    </a:ext>
                  </a:extLst>
                </a:gridCol>
                <a:gridCol w="1280160">
                  <a:extLst>
                    <a:ext uri="{9D8B030D-6E8A-4147-A177-3AD203B41FA5}">
                      <a16:colId xmlns:a16="http://schemas.microsoft.com/office/drawing/2014/main" val="219472365"/>
                    </a:ext>
                  </a:extLst>
                </a:gridCol>
              </a:tblGrid>
              <a:tr h="365760">
                <a:tc>
                  <a:txBody>
                    <a:bodyPr/>
                    <a:lstStyle/>
                    <a:p>
                      <a:pPr algn="l" rtl="0" fontAlgn="b"/>
                      <a:r>
                        <a:rPr lang="en-US" sz="1100" b="0" i="0" u="none" strike="noStrike">
                          <a:solidFill>
                            <a:srgbClr val="FFFFFF"/>
                          </a:solidFill>
                          <a:effectLst/>
                          <a:latin typeface="+mn-lt"/>
                        </a:rPr>
                        <a:t>Specific Areas Visited</a:t>
                      </a:r>
                    </a:p>
                  </a:txBody>
                  <a:tcPr marL="97155" marR="82296" marT="10795" marB="0" anchor="ctr">
                    <a:lnL w="6350" cap="flat" cmpd="sng" algn="ctr">
                      <a:solidFill>
                        <a:schemeClr val="bg1">
                          <a:lumMod val="85000"/>
                        </a:schemeClr>
                      </a:solidFill>
                      <a:prstDash val="solid"/>
                      <a:round/>
                      <a:headEnd type="none" w="med" len="med"/>
                      <a:tailEnd type="none" w="med" len="med"/>
                    </a:lnL>
                    <a:lnR>
                      <a:noFill/>
                    </a:lnR>
                    <a:lnT w="1270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4273"/>
                    </a:solidFill>
                  </a:tcPr>
                </a:tc>
                <a:tc>
                  <a:txBody>
                    <a:bodyPr/>
                    <a:lstStyle/>
                    <a:p>
                      <a:pPr algn="r" rtl="0" fontAlgn="b"/>
                      <a:r>
                        <a:rPr lang="en-US" sz="1100" b="0" i="0" u="none" strike="noStrike">
                          <a:solidFill>
                            <a:srgbClr val="FFFFFF"/>
                          </a:solidFill>
                          <a:effectLst/>
                          <a:latin typeface="+mn-lt"/>
                        </a:rPr>
                        <a:t>Percent of </a:t>
                      </a:r>
                    </a:p>
                    <a:p>
                      <a:pPr algn="r" rtl="0" fontAlgn="b"/>
                      <a:r>
                        <a:rPr lang="en-US" sz="1100" b="0" i="0" u="none" strike="noStrike">
                          <a:solidFill>
                            <a:srgbClr val="FFFFFF"/>
                          </a:solidFill>
                          <a:effectLst/>
                          <a:latin typeface="+mn-lt"/>
                        </a:rPr>
                        <a:t>All Visitors</a:t>
                      </a:r>
                    </a:p>
                  </a:txBody>
                  <a:tcPr marL="10795" marR="82296" marT="10795" marB="0" anchor="ctr">
                    <a:lnL>
                      <a:noFill/>
                    </a:lnL>
                    <a:lnR w="12700" cap="flat" cmpd="sng" algn="ctr">
                      <a:no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B4273"/>
                    </a:solidFill>
                  </a:tcPr>
                </a:tc>
                <a:extLst>
                  <a:ext uri="{0D108BD9-81ED-4DB2-BD59-A6C34878D82A}">
                    <a16:rowId xmlns:a16="http://schemas.microsoft.com/office/drawing/2014/main" val="690415350"/>
                  </a:ext>
                </a:extLst>
              </a:tr>
              <a:tr h="182880">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w="6350" cap="flat" cmpd="sng" algn="ctr">
                      <a:solidFill>
                        <a:schemeClr val="bg1">
                          <a:lumMod val="85000"/>
                        </a:schemeClr>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907333117"/>
                  </a:ext>
                </a:extLst>
              </a:tr>
              <a:tr h="182880">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w="6350" cap="flat" cmpd="sng" algn="ctr">
                      <a:solidFill>
                        <a:schemeClr val="bg1">
                          <a:lumMod val="85000"/>
                        </a:schemeClr>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algn="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2116612261"/>
                  </a:ext>
                </a:extLst>
              </a:tr>
              <a:tr h="182880">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w="6350" cap="flat" cmpd="sng" algn="ctr">
                      <a:solidFill>
                        <a:schemeClr val="bg1">
                          <a:lumMod val="85000"/>
                        </a:schemeClr>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224171607"/>
                  </a:ext>
                </a:extLst>
              </a:tr>
              <a:tr h="182880">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w="6350" cap="flat" cmpd="sng" algn="ctr">
                      <a:solidFill>
                        <a:schemeClr val="bg1">
                          <a:lumMod val="85000"/>
                        </a:schemeClr>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algn="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559219878"/>
                  </a:ext>
                </a:extLst>
              </a:tr>
              <a:tr h="182880">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w="6350" cap="flat" cmpd="sng" algn="ctr">
                      <a:solidFill>
                        <a:schemeClr val="bg1">
                          <a:lumMod val="85000"/>
                        </a:schemeClr>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979130415"/>
                  </a:ext>
                </a:extLst>
              </a:tr>
              <a:tr h="182880">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w="6350" cap="flat" cmpd="sng" algn="ctr">
                      <a:solidFill>
                        <a:schemeClr val="bg1">
                          <a:lumMod val="85000"/>
                        </a:schemeClr>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algn="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77314837"/>
                  </a:ext>
                </a:extLst>
              </a:tr>
            </a:tbl>
          </a:graphicData>
        </a:graphic>
      </p:graphicFrame>
    </p:spTree>
    <p:extLst>
      <p:ext uri="{BB962C8B-B14F-4D97-AF65-F5344CB8AC3E}">
        <p14:creationId xmlns:p14="http://schemas.microsoft.com/office/powerpoint/2010/main" val="3611364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D54A65E8-DC40-47F9-874C-685DC1C51674}"/>
              </a:ext>
            </a:extLst>
          </p:cNvPr>
          <p:cNvGraphicFramePr>
            <a:graphicFrameLocks noGrp="1"/>
          </p:cNvGraphicFramePr>
          <p:nvPr>
            <p:ph idx="1"/>
            <p:extLst>
              <p:ext uri="{D42A27DB-BD31-4B8C-83A1-F6EECF244321}">
                <p14:modId xmlns:p14="http://schemas.microsoft.com/office/powerpoint/2010/main" val="1162262549"/>
              </p:ext>
            </p:extLst>
          </p:nvPr>
        </p:nvGraphicFramePr>
        <p:xfrm>
          <a:off x="914400" y="2743200"/>
          <a:ext cx="10972800" cy="4168666"/>
        </p:xfrm>
        <a:graphic>
          <a:graphicData uri="http://schemas.openxmlformats.org/drawingml/2006/chart">
            <c:chart xmlns:c="http://schemas.openxmlformats.org/drawingml/2006/chart" xmlns:r="http://schemas.openxmlformats.org/officeDocument/2006/relationships" r:id="rId2"/>
          </a:graphicData>
        </a:graphic>
      </p:graphicFrame>
      <p:cxnSp>
        <p:nvCxnSpPr>
          <p:cNvPr id="27" name="Straight Connector 26">
            <a:extLst>
              <a:ext uri="{FF2B5EF4-FFF2-40B4-BE49-F238E27FC236}">
                <a16:creationId xmlns:a16="http://schemas.microsoft.com/office/drawing/2014/main" id="{BE98D5CE-6E44-459E-909E-B8FC6335243F}"/>
              </a:ext>
            </a:extLst>
          </p:cNvPr>
          <p:cNvCxnSpPr>
            <a:cxnSpLocks/>
          </p:cNvCxnSpPr>
          <p:nvPr/>
        </p:nvCxnSpPr>
        <p:spPr>
          <a:xfrm>
            <a:off x="1510464" y="5003121"/>
            <a:ext cx="1014984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5ECC097-1410-49CC-8E72-A06A02F8A46E}"/>
              </a:ext>
            </a:extLst>
          </p:cNvPr>
          <p:cNvCxnSpPr>
            <a:cxnSpLocks/>
          </p:cNvCxnSpPr>
          <p:nvPr/>
        </p:nvCxnSpPr>
        <p:spPr>
          <a:xfrm>
            <a:off x="1510464" y="4567310"/>
            <a:ext cx="10149840" cy="0"/>
          </a:xfrm>
          <a:prstGeom prst="line">
            <a:avLst/>
          </a:prstGeom>
          <a:ln w="28575">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2881E0-A228-4E1D-BEFD-AD58A0C1B116}"/>
              </a:ext>
            </a:extLst>
          </p:cNvPr>
          <p:cNvCxnSpPr>
            <a:cxnSpLocks/>
          </p:cNvCxnSpPr>
          <p:nvPr/>
        </p:nvCxnSpPr>
        <p:spPr>
          <a:xfrm>
            <a:off x="1510464" y="4191000"/>
            <a:ext cx="10149840" cy="0"/>
          </a:xfrm>
          <a:prstGeom prst="line">
            <a:avLst/>
          </a:prstGeom>
          <a:ln w="28575">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7DD768D-D13D-442A-AB4E-24207C1DDFC9}"/>
              </a:ext>
            </a:extLst>
          </p:cNvPr>
          <p:cNvCxnSpPr>
            <a:cxnSpLocks/>
          </p:cNvCxnSpPr>
          <p:nvPr/>
        </p:nvCxnSpPr>
        <p:spPr>
          <a:xfrm>
            <a:off x="1510464" y="3939564"/>
            <a:ext cx="10149840" cy="0"/>
          </a:xfrm>
          <a:prstGeom prst="line">
            <a:avLst/>
          </a:prstGeom>
          <a:ln w="1905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5F40FD9-6345-4242-9026-6B523DEFFC23}"/>
              </a:ext>
            </a:extLst>
          </p:cNvPr>
          <p:cNvCxnSpPr>
            <a:cxnSpLocks/>
          </p:cNvCxnSpPr>
          <p:nvPr/>
        </p:nvCxnSpPr>
        <p:spPr>
          <a:xfrm>
            <a:off x="1510464" y="2866205"/>
            <a:ext cx="10149840" cy="0"/>
          </a:xfrm>
          <a:prstGeom prst="line">
            <a:avLst/>
          </a:prstGeom>
          <a:ln w="19050">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619B3682-03CF-459D-BC99-06513F6E1021}"/>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18</a:t>
            </a:fld>
            <a:endParaRPr lang="en-US"/>
          </a:p>
        </p:txBody>
      </p:sp>
      <p:sp>
        <p:nvSpPr>
          <p:cNvPr id="7" name="Title 6">
            <a:extLst>
              <a:ext uri="{FF2B5EF4-FFF2-40B4-BE49-F238E27FC236}">
                <a16:creationId xmlns:a16="http://schemas.microsoft.com/office/drawing/2014/main" id="{6711BC56-2AE2-4DD7-B37D-72EEA434E466}"/>
              </a:ext>
            </a:extLst>
          </p:cNvPr>
          <p:cNvSpPr>
            <a:spLocks noGrp="1"/>
          </p:cNvSpPr>
          <p:nvPr>
            <p:ph type="title"/>
          </p:nvPr>
        </p:nvSpPr>
        <p:spPr/>
        <p:txBody>
          <a:bodyPr/>
          <a:lstStyle/>
          <a:p>
            <a:r>
              <a:rPr lang="en-US" sz="2400" dirty="0"/>
              <a:t>Visitor Distance Traveled Analysis</a:t>
            </a:r>
          </a:p>
        </p:txBody>
      </p:sp>
      <p:sp>
        <p:nvSpPr>
          <p:cNvPr id="3" name="Rectangle 2">
            <a:extLst>
              <a:ext uri="{FF2B5EF4-FFF2-40B4-BE49-F238E27FC236}">
                <a16:creationId xmlns:a16="http://schemas.microsoft.com/office/drawing/2014/main" id="{0024DCF3-11C5-476C-81BE-6C2B456F5F3F}"/>
              </a:ext>
            </a:extLst>
          </p:cNvPr>
          <p:cNvSpPr/>
          <p:nvPr/>
        </p:nvSpPr>
        <p:spPr>
          <a:xfrm>
            <a:off x="4344998" y="1674981"/>
            <a:ext cx="4111605" cy="274320"/>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defTabSz="1036290"/>
            <a:r>
              <a:rPr lang="en-US" sz="1247" b="1" kern="0">
                <a:solidFill>
                  <a:schemeClr val="tx1"/>
                </a:solidFill>
                <a:latin typeface="Arial" panose="020B0604020202020204" pitchFamily="34" charset="0"/>
                <a:cs typeface="Arial" panose="020B0604020202020204" pitchFamily="34" charset="0"/>
              </a:rPr>
              <a:t>Actual Visitor Distance Traveled</a:t>
            </a:r>
          </a:p>
        </p:txBody>
      </p:sp>
      <p:sp>
        <p:nvSpPr>
          <p:cNvPr id="23" name="Rectangle 22">
            <a:extLst>
              <a:ext uri="{FF2B5EF4-FFF2-40B4-BE49-F238E27FC236}">
                <a16:creationId xmlns:a16="http://schemas.microsoft.com/office/drawing/2014/main" id="{43A5097B-72FB-4047-8961-74EA025EB241}"/>
              </a:ext>
            </a:extLst>
          </p:cNvPr>
          <p:cNvSpPr/>
          <p:nvPr/>
        </p:nvSpPr>
        <p:spPr>
          <a:xfrm>
            <a:off x="600952" y="6900219"/>
            <a:ext cx="11615857" cy="338554"/>
          </a:xfrm>
          <a:prstGeom prst="rect">
            <a:avLst/>
          </a:prstGeom>
        </p:spPr>
        <p:txBody>
          <a:bodyPr vert="horz" lIns="117564" tIns="58782" rIns="117564" bIns="58782" rtlCol="0" anchor="b">
            <a:noAutofit/>
          </a:bodyPr>
          <a:lstStyle/>
          <a:p>
            <a:pPr defTabSz="914400">
              <a:buClr>
                <a:schemeClr val="accent2"/>
              </a:buClr>
              <a:buSzPct val="140000"/>
            </a:pPr>
            <a:r>
              <a:rPr lang="en-US" sz="800">
                <a:solidFill>
                  <a:schemeClr val="bg1">
                    <a:lumMod val="50000"/>
                  </a:schemeClr>
                </a:solidFill>
              </a:rPr>
              <a:t>Distance Traveled is measured as the distance from the center of the block group to the location, used to compare between locations and compute a weighted average distance.  Note, this will not compare to traditional methods as it includes the distance traveled for people who are visiting the market (perhaps on business, or for leisure) and who are visiting the tested location.  Can be used to see who is the biggest regional or national draw.</a:t>
            </a:r>
          </a:p>
        </p:txBody>
      </p:sp>
      <p:sp>
        <p:nvSpPr>
          <p:cNvPr id="46" name="TextBox 45">
            <a:extLst>
              <a:ext uri="{FF2B5EF4-FFF2-40B4-BE49-F238E27FC236}">
                <a16:creationId xmlns:a16="http://schemas.microsoft.com/office/drawing/2014/main" id="{60F28970-8D04-46B6-8EAB-C9FC0A301881}"/>
              </a:ext>
            </a:extLst>
          </p:cNvPr>
          <p:cNvSpPr txBox="1"/>
          <p:nvPr/>
        </p:nvSpPr>
        <p:spPr>
          <a:xfrm>
            <a:off x="447472" y="2505855"/>
            <a:ext cx="1089660" cy="274320"/>
          </a:xfrm>
          <a:prstGeom prst="rect">
            <a:avLst/>
          </a:prstGeom>
          <a:noFill/>
        </p:spPr>
        <p:txBody>
          <a:bodyPr wrap="square" rtlCol="0">
            <a:spAutoFit/>
          </a:bodyPr>
          <a:lstStyle/>
          <a:p>
            <a:r>
              <a:rPr lang="en-US" sz="800" b="1"/>
              <a:t>Avg. Distance (&lt;50mi.)</a:t>
            </a:r>
          </a:p>
        </p:txBody>
      </p:sp>
      <p:sp>
        <p:nvSpPr>
          <p:cNvPr id="62" name="TextBox 61">
            <a:extLst>
              <a:ext uri="{FF2B5EF4-FFF2-40B4-BE49-F238E27FC236}">
                <a16:creationId xmlns:a16="http://schemas.microsoft.com/office/drawing/2014/main" id="{985EC83F-9BA7-4CA8-9C80-BCC9BBFB5DA3}"/>
              </a:ext>
            </a:extLst>
          </p:cNvPr>
          <p:cNvSpPr txBox="1"/>
          <p:nvPr/>
        </p:nvSpPr>
        <p:spPr>
          <a:xfrm>
            <a:off x="11304028" y="2228320"/>
            <a:ext cx="731520" cy="246221"/>
          </a:xfrm>
          <a:prstGeom prst="rect">
            <a:avLst/>
          </a:prstGeom>
          <a:noFill/>
        </p:spPr>
        <p:txBody>
          <a:bodyPr wrap="square" rtlCol="0">
            <a:spAutoFit/>
          </a:bodyPr>
          <a:lstStyle/>
          <a:p>
            <a:pPr algn="ctr"/>
            <a:r>
              <a:rPr lang="en-US" sz="1000" b="1" dirty="0">
                <a:solidFill>
                  <a:schemeClr val="bg1">
                    <a:lumMod val="50000"/>
                  </a:schemeClr>
                </a:solidFill>
              </a:rPr>
              <a:t>160 mi.</a:t>
            </a:r>
          </a:p>
        </p:txBody>
      </p:sp>
      <p:sp>
        <p:nvSpPr>
          <p:cNvPr id="63" name="TextBox 62">
            <a:extLst>
              <a:ext uri="{FF2B5EF4-FFF2-40B4-BE49-F238E27FC236}">
                <a16:creationId xmlns:a16="http://schemas.microsoft.com/office/drawing/2014/main" id="{BE658A1D-F887-4B80-944F-52DB1F5FBBFA}"/>
              </a:ext>
            </a:extLst>
          </p:cNvPr>
          <p:cNvSpPr txBox="1"/>
          <p:nvPr/>
        </p:nvSpPr>
        <p:spPr>
          <a:xfrm>
            <a:off x="447472" y="2182153"/>
            <a:ext cx="1089660" cy="338554"/>
          </a:xfrm>
          <a:prstGeom prst="rect">
            <a:avLst/>
          </a:prstGeom>
          <a:noFill/>
        </p:spPr>
        <p:txBody>
          <a:bodyPr wrap="square" rtlCol="0">
            <a:spAutoFit/>
          </a:bodyPr>
          <a:lstStyle/>
          <a:p>
            <a:r>
              <a:rPr lang="en-US" sz="800" b="1">
                <a:solidFill>
                  <a:schemeClr val="bg1">
                    <a:lumMod val="50000"/>
                  </a:schemeClr>
                </a:solidFill>
              </a:rPr>
              <a:t>Avg. Distance (All Domestic Visitors)</a:t>
            </a:r>
          </a:p>
        </p:txBody>
      </p:sp>
      <p:grpSp>
        <p:nvGrpSpPr>
          <p:cNvPr id="15" name="Group 14">
            <a:extLst>
              <a:ext uri="{FF2B5EF4-FFF2-40B4-BE49-F238E27FC236}">
                <a16:creationId xmlns:a16="http://schemas.microsoft.com/office/drawing/2014/main" id="{081EAE87-F37E-0E6B-C1FB-F62F1B39C5EF}"/>
              </a:ext>
            </a:extLst>
          </p:cNvPr>
          <p:cNvGrpSpPr/>
          <p:nvPr/>
        </p:nvGrpSpPr>
        <p:grpSpPr>
          <a:xfrm>
            <a:off x="1568253" y="2240294"/>
            <a:ext cx="641395" cy="513858"/>
            <a:chOff x="1568253" y="2240294"/>
            <a:chExt cx="641395" cy="513858"/>
          </a:xfrm>
        </p:grpSpPr>
        <p:sp>
          <p:nvSpPr>
            <p:cNvPr id="47" name="Rectangle 46">
              <a:extLst>
                <a:ext uri="{FF2B5EF4-FFF2-40B4-BE49-F238E27FC236}">
                  <a16:creationId xmlns:a16="http://schemas.microsoft.com/office/drawing/2014/main" id="{882AE2E4-E9E2-4653-81C4-5A575E2D4E74}"/>
                </a:ext>
              </a:extLst>
            </p:cNvPr>
            <p:cNvSpPr/>
            <p:nvPr/>
          </p:nvSpPr>
          <p:spPr>
            <a:xfrm>
              <a:off x="1568253"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000" dirty="0"/>
                <a:t>13.5 mi.</a:t>
              </a:r>
            </a:p>
          </p:txBody>
        </p:sp>
        <p:sp>
          <p:nvSpPr>
            <p:cNvPr id="64" name="Rectangle 63">
              <a:extLst>
                <a:ext uri="{FF2B5EF4-FFF2-40B4-BE49-F238E27FC236}">
                  <a16:creationId xmlns:a16="http://schemas.microsoft.com/office/drawing/2014/main" id="{A1CF6D9B-AA3C-4BEF-9890-D8773420D3D9}"/>
                </a:ext>
              </a:extLst>
            </p:cNvPr>
            <p:cNvSpPr/>
            <p:nvPr/>
          </p:nvSpPr>
          <p:spPr>
            <a:xfrm>
              <a:off x="1569568"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246 mi.</a:t>
              </a:r>
            </a:p>
          </p:txBody>
        </p:sp>
      </p:grpSp>
      <p:grpSp>
        <p:nvGrpSpPr>
          <p:cNvPr id="10" name="Group 9">
            <a:extLst>
              <a:ext uri="{FF2B5EF4-FFF2-40B4-BE49-F238E27FC236}">
                <a16:creationId xmlns:a16="http://schemas.microsoft.com/office/drawing/2014/main" id="{6F132A27-958E-0CB1-7ADD-36BAEFAA20A5}"/>
              </a:ext>
            </a:extLst>
          </p:cNvPr>
          <p:cNvGrpSpPr/>
          <p:nvPr/>
        </p:nvGrpSpPr>
        <p:grpSpPr>
          <a:xfrm>
            <a:off x="5622905" y="2240294"/>
            <a:ext cx="642449" cy="513858"/>
            <a:chOff x="5646308" y="2240294"/>
            <a:chExt cx="642449" cy="513858"/>
          </a:xfrm>
        </p:grpSpPr>
        <p:sp>
          <p:nvSpPr>
            <p:cNvPr id="51" name="Rectangle 50">
              <a:extLst>
                <a:ext uri="{FF2B5EF4-FFF2-40B4-BE49-F238E27FC236}">
                  <a16:creationId xmlns:a16="http://schemas.microsoft.com/office/drawing/2014/main" id="{02BE7065-A059-4049-B74E-276C1E2BDD3C}"/>
                </a:ext>
              </a:extLst>
            </p:cNvPr>
            <p:cNvSpPr/>
            <p:nvPr/>
          </p:nvSpPr>
          <p:spPr>
            <a:xfrm>
              <a:off x="5648677"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6.4 mi.</a:t>
              </a:r>
            </a:p>
          </p:txBody>
        </p:sp>
        <p:sp>
          <p:nvSpPr>
            <p:cNvPr id="65" name="Rectangle 64">
              <a:extLst>
                <a:ext uri="{FF2B5EF4-FFF2-40B4-BE49-F238E27FC236}">
                  <a16:creationId xmlns:a16="http://schemas.microsoft.com/office/drawing/2014/main" id="{57645823-727D-4CF8-8106-C481B6A36EFC}"/>
                </a:ext>
              </a:extLst>
            </p:cNvPr>
            <p:cNvSpPr/>
            <p:nvPr/>
          </p:nvSpPr>
          <p:spPr>
            <a:xfrm>
              <a:off x="5646308"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322 mi.</a:t>
              </a:r>
            </a:p>
          </p:txBody>
        </p:sp>
      </p:grpSp>
      <p:grpSp>
        <p:nvGrpSpPr>
          <p:cNvPr id="13" name="Group 12">
            <a:extLst>
              <a:ext uri="{FF2B5EF4-FFF2-40B4-BE49-F238E27FC236}">
                <a16:creationId xmlns:a16="http://schemas.microsoft.com/office/drawing/2014/main" id="{A6A2BE8D-5BAA-9639-B0AC-083F0B19C6B1}"/>
              </a:ext>
            </a:extLst>
          </p:cNvPr>
          <p:cNvGrpSpPr/>
          <p:nvPr/>
        </p:nvGrpSpPr>
        <p:grpSpPr>
          <a:xfrm>
            <a:off x="3595446" y="2240294"/>
            <a:ext cx="640607" cy="513858"/>
            <a:chOff x="3607938" y="2240294"/>
            <a:chExt cx="640607" cy="513858"/>
          </a:xfrm>
        </p:grpSpPr>
        <p:sp>
          <p:nvSpPr>
            <p:cNvPr id="52" name="Rectangle 51">
              <a:extLst>
                <a:ext uri="{FF2B5EF4-FFF2-40B4-BE49-F238E27FC236}">
                  <a16:creationId xmlns:a16="http://schemas.microsoft.com/office/drawing/2014/main" id="{C2614AE4-3467-4B0E-8199-A19CE6C608EB}"/>
                </a:ext>
              </a:extLst>
            </p:cNvPr>
            <p:cNvSpPr/>
            <p:nvPr/>
          </p:nvSpPr>
          <p:spPr>
            <a:xfrm>
              <a:off x="3608465"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13.4 mi.</a:t>
              </a:r>
            </a:p>
          </p:txBody>
        </p:sp>
        <p:sp>
          <p:nvSpPr>
            <p:cNvPr id="66" name="Rectangle 65">
              <a:extLst>
                <a:ext uri="{FF2B5EF4-FFF2-40B4-BE49-F238E27FC236}">
                  <a16:creationId xmlns:a16="http://schemas.microsoft.com/office/drawing/2014/main" id="{6398C7A9-FE5A-43D4-9440-B8CCDCEAAEFE}"/>
                </a:ext>
              </a:extLst>
            </p:cNvPr>
            <p:cNvSpPr/>
            <p:nvPr/>
          </p:nvSpPr>
          <p:spPr>
            <a:xfrm>
              <a:off x="3607938"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a:solidFill>
                    <a:schemeClr val="tx1"/>
                  </a:solidFill>
                </a:rPr>
                <a:t>93 mi.</a:t>
              </a:r>
            </a:p>
          </p:txBody>
        </p:sp>
      </p:grpSp>
      <p:grpSp>
        <p:nvGrpSpPr>
          <p:cNvPr id="4" name="Group 3">
            <a:extLst>
              <a:ext uri="{FF2B5EF4-FFF2-40B4-BE49-F238E27FC236}">
                <a16:creationId xmlns:a16="http://schemas.microsoft.com/office/drawing/2014/main" id="{8A9C242A-F81F-ACF3-6BDB-67F647B55051}"/>
              </a:ext>
            </a:extLst>
          </p:cNvPr>
          <p:cNvGrpSpPr/>
          <p:nvPr/>
        </p:nvGrpSpPr>
        <p:grpSpPr>
          <a:xfrm>
            <a:off x="10707667" y="2240294"/>
            <a:ext cx="646133" cy="513858"/>
            <a:chOff x="10707667" y="2240294"/>
            <a:chExt cx="646133" cy="513858"/>
          </a:xfrm>
        </p:grpSpPr>
        <p:sp>
          <p:nvSpPr>
            <p:cNvPr id="54" name="Rectangle 53">
              <a:extLst>
                <a:ext uri="{FF2B5EF4-FFF2-40B4-BE49-F238E27FC236}">
                  <a16:creationId xmlns:a16="http://schemas.microsoft.com/office/drawing/2014/main" id="{D355D718-CACA-4732-8DA2-4F7302A2D605}"/>
                </a:ext>
              </a:extLst>
            </p:cNvPr>
            <p:cNvSpPr/>
            <p:nvPr/>
          </p:nvSpPr>
          <p:spPr>
            <a:xfrm>
              <a:off x="10713720"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8.2 mi.</a:t>
              </a:r>
            </a:p>
          </p:txBody>
        </p:sp>
        <p:sp>
          <p:nvSpPr>
            <p:cNvPr id="67" name="Rectangle 66">
              <a:extLst>
                <a:ext uri="{FF2B5EF4-FFF2-40B4-BE49-F238E27FC236}">
                  <a16:creationId xmlns:a16="http://schemas.microsoft.com/office/drawing/2014/main" id="{986AC8A7-2ADB-4A9D-9909-6CF89104F909}"/>
                </a:ext>
              </a:extLst>
            </p:cNvPr>
            <p:cNvSpPr/>
            <p:nvPr/>
          </p:nvSpPr>
          <p:spPr>
            <a:xfrm>
              <a:off x="10707667"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184 mi.</a:t>
              </a:r>
            </a:p>
          </p:txBody>
        </p:sp>
      </p:grpSp>
      <p:grpSp>
        <p:nvGrpSpPr>
          <p:cNvPr id="8" name="Group 7">
            <a:extLst>
              <a:ext uri="{FF2B5EF4-FFF2-40B4-BE49-F238E27FC236}">
                <a16:creationId xmlns:a16="http://schemas.microsoft.com/office/drawing/2014/main" id="{1702FEE8-527D-9238-4BF3-7EAA658B7D67}"/>
              </a:ext>
            </a:extLst>
          </p:cNvPr>
          <p:cNvGrpSpPr/>
          <p:nvPr/>
        </p:nvGrpSpPr>
        <p:grpSpPr>
          <a:xfrm>
            <a:off x="7654048" y="2240294"/>
            <a:ext cx="644291" cy="513858"/>
            <a:chOff x="7684678" y="2240294"/>
            <a:chExt cx="644291" cy="513858"/>
          </a:xfrm>
        </p:grpSpPr>
        <p:sp>
          <p:nvSpPr>
            <p:cNvPr id="25" name="Rectangle 24">
              <a:extLst>
                <a:ext uri="{FF2B5EF4-FFF2-40B4-BE49-F238E27FC236}">
                  <a16:creationId xmlns:a16="http://schemas.microsoft.com/office/drawing/2014/main" id="{1CB34830-232C-40EE-828A-3B114379BD86}"/>
                </a:ext>
              </a:extLst>
            </p:cNvPr>
            <p:cNvSpPr/>
            <p:nvPr/>
          </p:nvSpPr>
          <p:spPr>
            <a:xfrm>
              <a:off x="7688889"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8.4 mi.</a:t>
              </a:r>
            </a:p>
          </p:txBody>
        </p:sp>
        <p:sp>
          <p:nvSpPr>
            <p:cNvPr id="68" name="Rectangle 67">
              <a:extLst>
                <a:ext uri="{FF2B5EF4-FFF2-40B4-BE49-F238E27FC236}">
                  <a16:creationId xmlns:a16="http://schemas.microsoft.com/office/drawing/2014/main" id="{4592BA76-B6A7-4B05-AB89-F4C16FF759B4}"/>
                </a:ext>
              </a:extLst>
            </p:cNvPr>
            <p:cNvSpPr/>
            <p:nvPr/>
          </p:nvSpPr>
          <p:spPr>
            <a:xfrm>
              <a:off x="7684678"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a:solidFill>
                    <a:schemeClr val="tx1"/>
                  </a:solidFill>
                </a:rPr>
                <a:t>75 mi.</a:t>
              </a:r>
            </a:p>
          </p:txBody>
        </p:sp>
      </p:grpSp>
      <p:grpSp>
        <p:nvGrpSpPr>
          <p:cNvPr id="11" name="Group 10">
            <a:extLst>
              <a:ext uri="{FF2B5EF4-FFF2-40B4-BE49-F238E27FC236}">
                <a16:creationId xmlns:a16="http://schemas.microsoft.com/office/drawing/2014/main" id="{62E20C41-2A4C-944F-AAC0-5D9B1689BF01}"/>
              </a:ext>
            </a:extLst>
          </p:cNvPr>
          <p:cNvGrpSpPr/>
          <p:nvPr/>
        </p:nvGrpSpPr>
        <p:grpSpPr>
          <a:xfrm>
            <a:off x="4608715" y="2240294"/>
            <a:ext cx="641528" cy="513858"/>
            <a:chOff x="4627123" y="2240294"/>
            <a:chExt cx="641528" cy="513858"/>
          </a:xfrm>
        </p:grpSpPr>
        <p:sp>
          <p:nvSpPr>
            <p:cNvPr id="56" name="Rectangle 55">
              <a:extLst>
                <a:ext uri="{FF2B5EF4-FFF2-40B4-BE49-F238E27FC236}">
                  <a16:creationId xmlns:a16="http://schemas.microsoft.com/office/drawing/2014/main" id="{622EF0AF-393B-4F09-90F5-A86442456ED1}"/>
                </a:ext>
              </a:extLst>
            </p:cNvPr>
            <p:cNvSpPr/>
            <p:nvPr/>
          </p:nvSpPr>
          <p:spPr>
            <a:xfrm>
              <a:off x="4628571"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10.1 mi.</a:t>
              </a:r>
            </a:p>
          </p:txBody>
        </p:sp>
        <p:sp>
          <p:nvSpPr>
            <p:cNvPr id="69" name="Rectangle 68">
              <a:extLst>
                <a:ext uri="{FF2B5EF4-FFF2-40B4-BE49-F238E27FC236}">
                  <a16:creationId xmlns:a16="http://schemas.microsoft.com/office/drawing/2014/main" id="{20B9D892-E6CC-4B35-9947-11FC42E76C96}"/>
                </a:ext>
              </a:extLst>
            </p:cNvPr>
            <p:cNvSpPr/>
            <p:nvPr/>
          </p:nvSpPr>
          <p:spPr>
            <a:xfrm>
              <a:off x="4627123"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121 mi.</a:t>
              </a:r>
            </a:p>
          </p:txBody>
        </p:sp>
      </p:grpSp>
      <p:grpSp>
        <p:nvGrpSpPr>
          <p:cNvPr id="14" name="Group 13">
            <a:extLst>
              <a:ext uri="{FF2B5EF4-FFF2-40B4-BE49-F238E27FC236}">
                <a16:creationId xmlns:a16="http://schemas.microsoft.com/office/drawing/2014/main" id="{17CD7CA2-B36B-AF71-F6ED-1AF231E24D58}"/>
              </a:ext>
            </a:extLst>
          </p:cNvPr>
          <p:cNvGrpSpPr/>
          <p:nvPr/>
        </p:nvGrpSpPr>
        <p:grpSpPr>
          <a:xfrm>
            <a:off x="2582310" y="2240294"/>
            <a:ext cx="640474" cy="513858"/>
            <a:chOff x="2588359" y="2240294"/>
            <a:chExt cx="640474" cy="513858"/>
          </a:xfrm>
        </p:grpSpPr>
        <p:sp>
          <p:nvSpPr>
            <p:cNvPr id="57" name="Rectangle 56">
              <a:extLst>
                <a:ext uri="{FF2B5EF4-FFF2-40B4-BE49-F238E27FC236}">
                  <a16:creationId xmlns:a16="http://schemas.microsoft.com/office/drawing/2014/main" id="{F3ED2ACB-FEBE-4444-B1E3-6CF3FE85589A}"/>
                </a:ext>
              </a:extLst>
            </p:cNvPr>
            <p:cNvSpPr/>
            <p:nvPr/>
          </p:nvSpPr>
          <p:spPr>
            <a:xfrm>
              <a:off x="2588359"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4.8 mi.</a:t>
              </a:r>
            </a:p>
          </p:txBody>
        </p:sp>
        <p:sp>
          <p:nvSpPr>
            <p:cNvPr id="70" name="Rectangle 69">
              <a:extLst>
                <a:ext uri="{FF2B5EF4-FFF2-40B4-BE49-F238E27FC236}">
                  <a16:creationId xmlns:a16="http://schemas.microsoft.com/office/drawing/2014/main" id="{B6A3DC83-09B5-446D-94C0-C71480371B29}"/>
                </a:ext>
              </a:extLst>
            </p:cNvPr>
            <p:cNvSpPr/>
            <p:nvPr/>
          </p:nvSpPr>
          <p:spPr>
            <a:xfrm>
              <a:off x="2588753"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141 mi.</a:t>
              </a:r>
            </a:p>
          </p:txBody>
        </p:sp>
      </p:grpSp>
      <p:grpSp>
        <p:nvGrpSpPr>
          <p:cNvPr id="9" name="Group 8">
            <a:extLst>
              <a:ext uri="{FF2B5EF4-FFF2-40B4-BE49-F238E27FC236}">
                <a16:creationId xmlns:a16="http://schemas.microsoft.com/office/drawing/2014/main" id="{E1C4497F-5151-BEE9-E777-96B97661DDCB}"/>
              </a:ext>
            </a:extLst>
          </p:cNvPr>
          <p:cNvGrpSpPr/>
          <p:nvPr/>
        </p:nvGrpSpPr>
        <p:grpSpPr>
          <a:xfrm>
            <a:off x="6638016" y="2240294"/>
            <a:ext cx="643370" cy="513858"/>
            <a:chOff x="6665493" y="2240294"/>
            <a:chExt cx="643370" cy="513858"/>
          </a:xfrm>
        </p:grpSpPr>
        <p:sp>
          <p:nvSpPr>
            <p:cNvPr id="58" name="Rectangle 57">
              <a:extLst>
                <a:ext uri="{FF2B5EF4-FFF2-40B4-BE49-F238E27FC236}">
                  <a16:creationId xmlns:a16="http://schemas.microsoft.com/office/drawing/2014/main" id="{CBB4B63E-B9E7-4179-B1C4-58FBD642FCCA}"/>
                </a:ext>
              </a:extLst>
            </p:cNvPr>
            <p:cNvSpPr/>
            <p:nvPr/>
          </p:nvSpPr>
          <p:spPr>
            <a:xfrm>
              <a:off x="6668783"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4.2 mi.</a:t>
              </a:r>
            </a:p>
          </p:txBody>
        </p:sp>
        <p:sp>
          <p:nvSpPr>
            <p:cNvPr id="71" name="Rectangle 70">
              <a:extLst>
                <a:ext uri="{FF2B5EF4-FFF2-40B4-BE49-F238E27FC236}">
                  <a16:creationId xmlns:a16="http://schemas.microsoft.com/office/drawing/2014/main" id="{4004FA5E-22C7-4864-BE59-D7D86E897853}"/>
                </a:ext>
              </a:extLst>
            </p:cNvPr>
            <p:cNvSpPr/>
            <p:nvPr/>
          </p:nvSpPr>
          <p:spPr>
            <a:xfrm>
              <a:off x="6665493"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137 mi.</a:t>
              </a:r>
            </a:p>
          </p:txBody>
        </p:sp>
      </p:grpSp>
      <p:grpSp>
        <p:nvGrpSpPr>
          <p:cNvPr id="6" name="Group 5">
            <a:extLst>
              <a:ext uri="{FF2B5EF4-FFF2-40B4-BE49-F238E27FC236}">
                <a16:creationId xmlns:a16="http://schemas.microsoft.com/office/drawing/2014/main" id="{A29965B1-7353-313E-1638-9D20F55B4FF8}"/>
              </a:ext>
            </a:extLst>
          </p:cNvPr>
          <p:cNvGrpSpPr/>
          <p:nvPr/>
        </p:nvGrpSpPr>
        <p:grpSpPr>
          <a:xfrm>
            <a:off x="8671001" y="2240294"/>
            <a:ext cx="645212" cy="513858"/>
            <a:chOff x="8703863" y="2240294"/>
            <a:chExt cx="645212" cy="513858"/>
          </a:xfrm>
        </p:grpSpPr>
        <p:sp>
          <p:nvSpPr>
            <p:cNvPr id="59" name="Rectangle 58">
              <a:extLst>
                <a:ext uri="{FF2B5EF4-FFF2-40B4-BE49-F238E27FC236}">
                  <a16:creationId xmlns:a16="http://schemas.microsoft.com/office/drawing/2014/main" id="{CE4037F0-8E96-4FFA-BA80-DD9FDB1A9D72}"/>
                </a:ext>
              </a:extLst>
            </p:cNvPr>
            <p:cNvSpPr/>
            <p:nvPr/>
          </p:nvSpPr>
          <p:spPr>
            <a:xfrm>
              <a:off x="8708995"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4.5 mi.</a:t>
              </a:r>
            </a:p>
          </p:txBody>
        </p:sp>
        <p:sp>
          <p:nvSpPr>
            <p:cNvPr id="72" name="Rectangle 71">
              <a:extLst>
                <a:ext uri="{FF2B5EF4-FFF2-40B4-BE49-F238E27FC236}">
                  <a16:creationId xmlns:a16="http://schemas.microsoft.com/office/drawing/2014/main" id="{A55C07A0-EAF1-4DBF-972D-8BD151FC45CB}"/>
                </a:ext>
              </a:extLst>
            </p:cNvPr>
            <p:cNvSpPr/>
            <p:nvPr/>
          </p:nvSpPr>
          <p:spPr>
            <a:xfrm>
              <a:off x="8703863"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115 mi.</a:t>
              </a:r>
            </a:p>
          </p:txBody>
        </p:sp>
      </p:grpSp>
      <p:sp>
        <p:nvSpPr>
          <p:cNvPr id="31" name="TextBox 30">
            <a:extLst>
              <a:ext uri="{FF2B5EF4-FFF2-40B4-BE49-F238E27FC236}">
                <a16:creationId xmlns:a16="http://schemas.microsoft.com/office/drawing/2014/main" id="{DD01E1E0-B531-4DB2-97E3-BFA3EFF5E699}"/>
              </a:ext>
            </a:extLst>
          </p:cNvPr>
          <p:cNvSpPr txBox="1"/>
          <p:nvPr/>
        </p:nvSpPr>
        <p:spPr>
          <a:xfrm>
            <a:off x="11304028" y="5270956"/>
            <a:ext cx="731520" cy="215444"/>
          </a:xfrm>
          <a:prstGeom prst="rect">
            <a:avLst/>
          </a:prstGeom>
          <a:noFill/>
        </p:spPr>
        <p:txBody>
          <a:bodyPr wrap="square" rtlCol="0">
            <a:spAutoFit/>
          </a:bodyPr>
          <a:lstStyle/>
          <a:p>
            <a:r>
              <a:rPr lang="en-US" sz="800" b="1">
                <a:solidFill>
                  <a:schemeClr val="accent1"/>
                </a:solidFill>
              </a:rPr>
              <a:t>Averages</a:t>
            </a:r>
          </a:p>
        </p:txBody>
      </p:sp>
      <p:sp>
        <p:nvSpPr>
          <p:cNvPr id="34" name="TextBox 33">
            <a:extLst>
              <a:ext uri="{FF2B5EF4-FFF2-40B4-BE49-F238E27FC236}">
                <a16:creationId xmlns:a16="http://schemas.microsoft.com/office/drawing/2014/main" id="{6DC4B2AD-E0D8-4D2B-AD93-C83B588D4D76}"/>
              </a:ext>
            </a:extLst>
          </p:cNvPr>
          <p:cNvSpPr txBox="1"/>
          <p:nvPr/>
        </p:nvSpPr>
        <p:spPr>
          <a:xfrm>
            <a:off x="11304028" y="5077510"/>
            <a:ext cx="731520" cy="215444"/>
          </a:xfrm>
          <a:prstGeom prst="rect">
            <a:avLst/>
          </a:prstGeom>
          <a:noFill/>
        </p:spPr>
        <p:txBody>
          <a:bodyPr wrap="square" rtlCol="0">
            <a:spAutoFit/>
          </a:bodyPr>
          <a:lstStyle/>
          <a:p>
            <a:r>
              <a:rPr lang="en-US" sz="800" b="1">
                <a:solidFill>
                  <a:schemeClr val="accent1"/>
                </a:solidFill>
              </a:rPr>
              <a:t>35%</a:t>
            </a:r>
          </a:p>
        </p:txBody>
      </p:sp>
      <p:sp>
        <p:nvSpPr>
          <p:cNvPr id="35" name="TextBox 34">
            <a:extLst>
              <a:ext uri="{FF2B5EF4-FFF2-40B4-BE49-F238E27FC236}">
                <a16:creationId xmlns:a16="http://schemas.microsoft.com/office/drawing/2014/main" id="{6D7DE324-4035-4ABE-A44C-7ED6658B8E13}"/>
              </a:ext>
            </a:extLst>
          </p:cNvPr>
          <p:cNvSpPr txBox="1"/>
          <p:nvPr/>
        </p:nvSpPr>
        <p:spPr>
          <a:xfrm>
            <a:off x="11304028" y="4585156"/>
            <a:ext cx="731520" cy="215444"/>
          </a:xfrm>
          <a:prstGeom prst="rect">
            <a:avLst/>
          </a:prstGeom>
          <a:noFill/>
        </p:spPr>
        <p:txBody>
          <a:bodyPr wrap="square" rtlCol="0">
            <a:spAutoFit/>
          </a:bodyPr>
          <a:lstStyle/>
          <a:p>
            <a:r>
              <a:rPr lang="en-US" sz="800" b="1" dirty="0">
                <a:solidFill>
                  <a:schemeClr val="tx2"/>
                </a:solidFill>
              </a:rPr>
              <a:t>12%</a:t>
            </a:r>
          </a:p>
        </p:txBody>
      </p:sp>
      <p:sp>
        <p:nvSpPr>
          <p:cNvPr id="36" name="TextBox 35">
            <a:extLst>
              <a:ext uri="{FF2B5EF4-FFF2-40B4-BE49-F238E27FC236}">
                <a16:creationId xmlns:a16="http://schemas.microsoft.com/office/drawing/2014/main" id="{FF6E69C2-B6F6-46E0-9452-5EA063F62A92}"/>
              </a:ext>
            </a:extLst>
          </p:cNvPr>
          <p:cNvSpPr txBox="1"/>
          <p:nvPr/>
        </p:nvSpPr>
        <p:spPr>
          <a:xfrm>
            <a:off x="11304028" y="4191000"/>
            <a:ext cx="731520" cy="215444"/>
          </a:xfrm>
          <a:prstGeom prst="rect">
            <a:avLst/>
          </a:prstGeom>
          <a:noFill/>
        </p:spPr>
        <p:txBody>
          <a:bodyPr wrap="square" rtlCol="0">
            <a:spAutoFit/>
          </a:bodyPr>
          <a:lstStyle/>
          <a:p>
            <a:r>
              <a:rPr lang="en-US" sz="800" b="1">
                <a:solidFill>
                  <a:schemeClr val="accent3"/>
                </a:solidFill>
              </a:rPr>
              <a:t>12%</a:t>
            </a:r>
          </a:p>
        </p:txBody>
      </p:sp>
      <p:sp>
        <p:nvSpPr>
          <p:cNvPr id="39" name="TextBox 38">
            <a:extLst>
              <a:ext uri="{FF2B5EF4-FFF2-40B4-BE49-F238E27FC236}">
                <a16:creationId xmlns:a16="http://schemas.microsoft.com/office/drawing/2014/main" id="{5D60FB9D-464E-44C2-9FD5-2E0FBB65EC8C}"/>
              </a:ext>
            </a:extLst>
          </p:cNvPr>
          <p:cNvSpPr txBox="1"/>
          <p:nvPr/>
        </p:nvSpPr>
        <p:spPr>
          <a:xfrm>
            <a:off x="11304028" y="3920319"/>
            <a:ext cx="731520" cy="215444"/>
          </a:xfrm>
          <a:prstGeom prst="rect">
            <a:avLst/>
          </a:prstGeom>
          <a:noFill/>
        </p:spPr>
        <p:txBody>
          <a:bodyPr wrap="square" rtlCol="0">
            <a:spAutoFit/>
          </a:bodyPr>
          <a:lstStyle/>
          <a:p>
            <a:r>
              <a:rPr lang="en-US" sz="800" b="1" dirty="0">
                <a:solidFill>
                  <a:schemeClr val="accent4"/>
                </a:solidFill>
              </a:rPr>
              <a:t>7%</a:t>
            </a:r>
          </a:p>
        </p:txBody>
      </p:sp>
      <p:sp>
        <p:nvSpPr>
          <p:cNvPr id="40" name="TextBox 39">
            <a:extLst>
              <a:ext uri="{FF2B5EF4-FFF2-40B4-BE49-F238E27FC236}">
                <a16:creationId xmlns:a16="http://schemas.microsoft.com/office/drawing/2014/main" id="{05AE00F1-7562-4AC3-882C-4E7B36DE9DBD}"/>
              </a:ext>
            </a:extLst>
          </p:cNvPr>
          <p:cNvSpPr txBox="1"/>
          <p:nvPr/>
        </p:nvSpPr>
        <p:spPr>
          <a:xfrm>
            <a:off x="11304028" y="2519905"/>
            <a:ext cx="731520" cy="246221"/>
          </a:xfrm>
          <a:prstGeom prst="rect">
            <a:avLst/>
          </a:prstGeom>
          <a:noFill/>
        </p:spPr>
        <p:txBody>
          <a:bodyPr wrap="square" rtlCol="0">
            <a:spAutoFit/>
          </a:bodyPr>
          <a:lstStyle/>
          <a:p>
            <a:pPr algn="ctr"/>
            <a:r>
              <a:rPr lang="en-US" sz="1000" b="1"/>
              <a:t>8.1 mi.</a:t>
            </a:r>
          </a:p>
        </p:txBody>
      </p:sp>
      <p:sp>
        <p:nvSpPr>
          <p:cNvPr id="50" name="TextBox 49">
            <a:extLst>
              <a:ext uri="{FF2B5EF4-FFF2-40B4-BE49-F238E27FC236}">
                <a16:creationId xmlns:a16="http://schemas.microsoft.com/office/drawing/2014/main" id="{C809DE9F-B5FC-413D-9E73-5BD6632F36EF}"/>
              </a:ext>
            </a:extLst>
          </p:cNvPr>
          <p:cNvSpPr txBox="1"/>
          <p:nvPr/>
        </p:nvSpPr>
        <p:spPr>
          <a:xfrm>
            <a:off x="11304028" y="2846960"/>
            <a:ext cx="731520" cy="215444"/>
          </a:xfrm>
          <a:prstGeom prst="rect">
            <a:avLst/>
          </a:prstGeom>
          <a:noFill/>
        </p:spPr>
        <p:txBody>
          <a:bodyPr wrap="square" rtlCol="0">
            <a:spAutoFit/>
          </a:bodyPr>
          <a:lstStyle/>
          <a:p>
            <a:r>
              <a:rPr lang="en-US" sz="800" b="1" dirty="0">
                <a:solidFill>
                  <a:schemeClr val="accent4">
                    <a:lumMod val="60000"/>
                    <a:lumOff val="40000"/>
                  </a:schemeClr>
                </a:solidFill>
              </a:rPr>
              <a:t>33%</a:t>
            </a:r>
          </a:p>
        </p:txBody>
      </p:sp>
      <p:grpSp>
        <p:nvGrpSpPr>
          <p:cNvPr id="5" name="Group 4">
            <a:extLst>
              <a:ext uri="{FF2B5EF4-FFF2-40B4-BE49-F238E27FC236}">
                <a16:creationId xmlns:a16="http://schemas.microsoft.com/office/drawing/2014/main" id="{C32B1ECE-DA1E-848E-D492-D5876F92E2DE}"/>
              </a:ext>
            </a:extLst>
          </p:cNvPr>
          <p:cNvGrpSpPr/>
          <p:nvPr/>
        </p:nvGrpSpPr>
        <p:grpSpPr>
          <a:xfrm>
            <a:off x="9688875" y="2240294"/>
            <a:ext cx="646133" cy="513858"/>
            <a:chOff x="10707667" y="2240294"/>
            <a:chExt cx="646133" cy="513858"/>
          </a:xfrm>
        </p:grpSpPr>
        <p:sp>
          <p:nvSpPr>
            <p:cNvPr id="16" name="Rectangle 15">
              <a:extLst>
                <a:ext uri="{FF2B5EF4-FFF2-40B4-BE49-F238E27FC236}">
                  <a16:creationId xmlns:a16="http://schemas.microsoft.com/office/drawing/2014/main" id="{DE2BA419-0DDC-FC38-686C-4DBBD68EB104}"/>
                </a:ext>
              </a:extLst>
            </p:cNvPr>
            <p:cNvSpPr/>
            <p:nvPr/>
          </p:nvSpPr>
          <p:spPr>
            <a:xfrm>
              <a:off x="10713720" y="2531879"/>
              <a:ext cx="640080" cy="222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7.5 mi.</a:t>
              </a:r>
            </a:p>
          </p:txBody>
        </p:sp>
        <p:sp>
          <p:nvSpPr>
            <p:cNvPr id="17" name="Rectangle 16">
              <a:extLst>
                <a:ext uri="{FF2B5EF4-FFF2-40B4-BE49-F238E27FC236}">
                  <a16:creationId xmlns:a16="http://schemas.microsoft.com/office/drawing/2014/main" id="{D4DA40FB-9683-CCF6-BDDB-5CFD4EBCE477}"/>
                </a:ext>
              </a:extLst>
            </p:cNvPr>
            <p:cNvSpPr/>
            <p:nvPr/>
          </p:nvSpPr>
          <p:spPr>
            <a:xfrm>
              <a:off x="10707667" y="2240294"/>
              <a:ext cx="640080" cy="22227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000" dirty="0">
                  <a:solidFill>
                    <a:schemeClr val="tx1"/>
                  </a:solidFill>
                </a:rPr>
                <a:t>166 mi.</a:t>
              </a:r>
            </a:p>
          </p:txBody>
        </p:sp>
      </p:grpSp>
      <p:sp>
        <p:nvSpPr>
          <p:cNvPr id="19" name="Rectangle 18">
            <a:extLst>
              <a:ext uri="{FF2B5EF4-FFF2-40B4-BE49-F238E27FC236}">
                <a16:creationId xmlns:a16="http://schemas.microsoft.com/office/drawing/2014/main" id="{B9210BAC-B3D2-6FA0-8ADE-63BF910BB398}"/>
              </a:ext>
            </a:extLst>
          </p:cNvPr>
          <p:cNvSpPr/>
          <p:nvPr/>
        </p:nvSpPr>
        <p:spPr>
          <a:xfrm>
            <a:off x="4784389" y="1591587"/>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Update links in charts to link to the workbook (Click on chart &gt; Edit Links to Files) and update “Select Data” if necessary (click on chart &gt; Chart Design)</a:t>
            </a:r>
          </a:p>
          <a:p>
            <a:pPr marL="0" marR="0" lvl="0" indent="0" algn="ctr" defTabSz="987527" eaLnBrk="1" fontAlgn="auto" latinLnBrk="0" hangingPunct="1">
              <a:lnSpc>
                <a:spcPct val="100000"/>
              </a:lnSpc>
              <a:spcBef>
                <a:spcPts val="0"/>
              </a:spcBef>
              <a:spcAft>
                <a:spcPts val="0"/>
              </a:spcAft>
              <a:buClrTx/>
              <a:buSzTx/>
              <a:buFontTx/>
              <a:buNone/>
              <a:tabLst/>
              <a:defRPr/>
            </a:pPr>
            <a:endPar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Update overall average numbers at the bottom from “Distance Travelled” tab in workbook</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algn="ctr" defTabSz="987527"/>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2605506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ontent Placeholder 16">
            <a:extLst>
              <a:ext uri="{FF2B5EF4-FFF2-40B4-BE49-F238E27FC236}">
                <a16:creationId xmlns:a16="http://schemas.microsoft.com/office/drawing/2014/main" id="{7FE9D6EE-6092-4BBE-813F-DE10D24DBB29}"/>
              </a:ext>
            </a:extLst>
          </p:cNvPr>
          <p:cNvGraphicFramePr>
            <a:graphicFrameLocks noGrp="1"/>
          </p:cNvGraphicFramePr>
          <p:nvPr>
            <p:ph idx="12"/>
            <p:extLst>
              <p:ext uri="{D42A27DB-BD31-4B8C-83A1-F6EECF244321}">
                <p14:modId xmlns:p14="http://schemas.microsoft.com/office/powerpoint/2010/main" val="2222710415"/>
              </p:ext>
            </p:extLst>
          </p:nvPr>
        </p:nvGraphicFramePr>
        <p:xfrm>
          <a:off x="6584949" y="2152634"/>
          <a:ext cx="5486399" cy="4476765"/>
        </p:xfrm>
        <a:graphic>
          <a:graphicData uri="http://schemas.openxmlformats.org/drawingml/2006/chart">
            <c:chart xmlns:c="http://schemas.openxmlformats.org/drawingml/2006/chart" xmlns:r="http://schemas.openxmlformats.org/officeDocument/2006/relationships" r:id="rId2"/>
          </a:graphicData>
        </a:graphic>
      </p:graphicFrame>
      <p:cxnSp>
        <p:nvCxnSpPr>
          <p:cNvPr id="20" name="Straight Connector 19">
            <a:extLst>
              <a:ext uri="{FF2B5EF4-FFF2-40B4-BE49-F238E27FC236}">
                <a16:creationId xmlns:a16="http://schemas.microsoft.com/office/drawing/2014/main" id="{76798BC4-9DC3-496E-A1DA-414B8E2CBB60}"/>
              </a:ext>
            </a:extLst>
          </p:cNvPr>
          <p:cNvCxnSpPr>
            <a:cxnSpLocks/>
          </p:cNvCxnSpPr>
          <p:nvPr/>
        </p:nvCxnSpPr>
        <p:spPr>
          <a:xfrm>
            <a:off x="11118509" y="2187484"/>
            <a:ext cx="0" cy="438912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09A5DEB-1C4C-42FB-BC71-ECDF4FE85460}"/>
              </a:ext>
            </a:extLst>
          </p:cNvPr>
          <p:cNvCxnSpPr>
            <a:cxnSpLocks/>
          </p:cNvCxnSpPr>
          <p:nvPr/>
        </p:nvCxnSpPr>
        <p:spPr>
          <a:xfrm>
            <a:off x="5226978" y="2187484"/>
            <a:ext cx="0" cy="438912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825D80EE-0E76-4123-87E7-98E4A0ADACE7}"/>
              </a:ext>
            </a:extLst>
          </p:cNvPr>
          <p:cNvSpPr>
            <a:spLocks noGrp="1"/>
          </p:cNvSpPr>
          <p:nvPr>
            <p:ph type="sldNum" sz="quarter" idx="4"/>
          </p:nvPr>
        </p:nvSpPr>
        <p:spPr/>
        <p:txBody>
          <a:bodyPr/>
          <a:lstStyle/>
          <a:p>
            <a:fld id="{DFE75DC9-2AA8-4836-ABA6-832E2002DAE6}" type="slidenum">
              <a:rPr lang="en-US" smtClean="0">
                <a:solidFill>
                  <a:srgbClr val="FFFFFF"/>
                </a:solidFill>
              </a:rPr>
              <a:t>19</a:t>
            </a:fld>
            <a:endParaRPr lang="en-US">
              <a:solidFill>
                <a:srgbClr val="FFFFFF"/>
              </a:solidFill>
            </a:endParaRPr>
          </a:p>
        </p:txBody>
      </p:sp>
      <p:sp>
        <p:nvSpPr>
          <p:cNvPr id="3" name="Subtitle 2">
            <a:extLst>
              <a:ext uri="{FF2B5EF4-FFF2-40B4-BE49-F238E27FC236}">
                <a16:creationId xmlns:a16="http://schemas.microsoft.com/office/drawing/2014/main" id="{6C4B8D03-4AF9-4AB5-A552-655F2057EB24}"/>
              </a:ext>
            </a:extLst>
          </p:cNvPr>
          <p:cNvSpPr>
            <a:spLocks noGrp="1"/>
          </p:cNvSpPr>
          <p:nvPr>
            <p:ph type="subTitle" idx="10"/>
          </p:nvPr>
        </p:nvSpPr>
        <p:spPr>
          <a:xfrm>
            <a:off x="556435" y="6955466"/>
            <a:ext cx="11689565" cy="289516"/>
          </a:xfrm>
        </p:spPr>
        <p:txBody>
          <a:bodyPr>
            <a:noAutofit/>
          </a:bodyPr>
          <a:lstStyle/>
          <a:p>
            <a:r>
              <a:rPr lang="en-US" i="1"/>
              <a:t>Duration as measured using mobile trips may be compared between locations but will not compare to stated duration when captured using other sampling techniques, i.e. Intercepts, due to the frequency with which the device registers activity; Frequency is the number of times the same device was seen at a given location during the time period. Note, this typically understates frequency given the amount of app activity and the app’s settings but can be used to consistently compare between locations.</a:t>
            </a:r>
          </a:p>
        </p:txBody>
      </p:sp>
      <p:sp>
        <p:nvSpPr>
          <p:cNvPr id="4" name="Title 3">
            <a:extLst>
              <a:ext uri="{FF2B5EF4-FFF2-40B4-BE49-F238E27FC236}">
                <a16:creationId xmlns:a16="http://schemas.microsoft.com/office/drawing/2014/main" id="{D7605386-2804-43CA-ACCC-5281EF6A3F28}"/>
              </a:ext>
            </a:extLst>
          </p:cNvPr>
          <p:cNvSpPr>
            <a:spLocks noGrp="1"/>
          </p:cNvSpPr>
          <p:nvPr>
            <p:ph type="title"/>
          </p:nvPr>
        </p:nvSpPr>
        <p:spPr>
          <a:xfrm>
            <a:off x="739140" y="311256"/>
            <a:ext cx="11323320" cy="1295400"/>
          </a:xfrm>
        </p:spPr>
        <p:txBody>
          <a:bodyPr/>
          <a:lstStyle/>
          <a:p>
            <a:r>
              <a:rPr lang="en-US" sz="2400" dirty="0"/>
              <a:t>Visitor </a:t>
            </a:r>
            <a:r>
              <a:rPr lang="en-US" sz="2400"/>
              <a:t>Behavior Analysis</a:t>
            </a:r>
            <a:endParaRPr lang="en-US" sz="2400" dirty="0"/>
          </a:p>
        </p:txBody>
      </p:sp>
      <p:sp>
        <p:nvSpPr>
          <p:cNvPr id="19" name="TextBox 18">
            <a:extLst>
              <a:ext uri="{FF2B5EF4-FFF2-40B4-BE49-F238E27FC236}">
                <a16:creationId xmlns:a16="http://schemas.microsoft.com/office/drawing/2014/main" id="{6E29F31F-E896-44B3-B8B7-3E14FA48F7EA}"/>
              </a:ext>
            </a:extLst>
          </p:cNvPr>
          <p:cNvSpPr txBox="1"/>
          <p:nvPr/>
        </p:nvSpPr>
        <p:spPr>
          <a:xfrm>
            <a:off x="3934843" y="6520951"/>
            <a:ext cx="1675702" cy="369332"/>
          </a:xfrm>
          <a:prstGeom prst="rect">
            <a:avLst/>
          </a:prstGeom>
          <a:noFill/>
        </p:spPr>
        <p:txBody>
          <a:bodyPr wrap="square" rtlCol="0">
            <a:spAutoFit/>
          </a:bodyPr>
          <a:lstStyle/>
          <a:p>
            <a:r>
              <a:rPr lang="en-US" sz="900" b="1" dirty="0"/>
              <a:t>Average Duration – AVGDUR19</a:t>
            </a:r>
          </a:p>
        </p:txBody>
      </p:sp>
      <p:sp>
        <p:nvSpPr>
          <p:cNvPr id="21" name="TextBox 20">
            <a:extLst>
              <a:ext uri="{FF2B5EF4-FFF2-40B4-BE49-F238E27FC236}">
                <a16:creationId xmlns:a16="http://schemas.microsoft.com/office/drawing/2014/main" id="{776D7071-FB19-46D5-A5F8-7C153F2D24E9}"/>
              </a:ext>
            </a:extLst>
          </p:cNvPr>
          <p:cNvSpPr txBox="1"/>
          <p:nvPr/>
        </p:nvSpPr>
        <p:spPr>
          <a:xfrm>
            <a:off x="9221818" y="6530679"/>
            <a:ext cx="2027599" cy="369332"/>
          </a:xfrm>
          <a:prstGeom prst="rect">
            <a:avLst/>
          </a:prstGeom>
          <a:noFill/>
        </p:spPr>
        <p:txBody>
          <a:bodyPr wrap="square" rtlCol="0">
            <a:spAutoFit/>
          </a:bodyPr>
          <a:lstStyle/>
          <a:p>
            <a:r>
              <a:rPr lang="en-US" sz="900" b="1" dirty="0"/>
              <a:t>Average Annual Frequency – AVGFREQ10</a:t>
            </a:r>
          </a:p>
        </p:txBody>
      </p:sp>
      <p:sp>
        <p:nvSpPr>
          <p:cNvPr id="22" name="Rectangle 21">
            <a:extLst>
              <a:ext uri="{FF2B5EF4-FFF2-40B4-BE49-F238E27FC236}">
                <a16:creationId xmlns:a16="http://schemas.microsoft.com/office/drawing/2014/main" id="{69870012-A89D-49D6-B119-B6CDAEC04C23}"/>
              </a:ext>
            </a:extLst>
          </p:cNvPr>
          <p:cNvSpPr/>
          <p:nvPr/>
        </p:nvSpPr>
        <p:spPr>
          <a:xfrm>
            <a:off x="2146846" y="1835427"/>
            <a:ext cx="2011680" cy="310896"/>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defTabSz="1036290">
              <a:defRPr/>
            </a:pPr>
            <a:r>
              <a:rPr lang="en-US" sz="1247" b="1" kern="0">
                <a:solidFill>
                  <a:schemeClr val="tx1"/>
                </a:solidFill>
                <a:latin typeface="Arial" panose="020B0604020202020204" pitchFamily="34" charset="0"/>
                <a:cs typeface="Arial" panose="020B0604020202020204" pitchFamily="34" charset="0"/>
              </a:rPr>
              <a:t>Dwell Time at Location</a:t>
            </a:r>
          </a:p>
        </p:txBody>
      </p:sp>
      <p:sp>
        <p:nvSpPr>
          <p:cNvPr id="23" name="Rectangle 22">
            <a:extLst>
              <a:ext uri="{FF2B5EF4-FFF2-40B4-BE49-F238E27FC236}">
                <a16:creationId xmlns:a16="http://schemas.microsoft.com/office/drawing/2014/main" id="{19DDF64E-2E8E-44B9-9375-E29E686F8E29}"/>
              </a:ext>
            </a:extLst>
          </p:cNvPr>
          <p:cNvSpPr/>
          <p:nvPr/>
        </p:nvSpPr>
        <p:spPr>
          <a:xfrm>
            <a:off x="8138160" y="1835427"/>
            <a:ext cx="2011680" cy="310896"/>
          </a:xfrm>
          <a:prstGeom prst="rect">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defTabSz="1036290">
              <a:defRPr/>
            </a:pPr>
            <a:r>
              <a:rPr lang="en-US" sz="1247" b="1" kern="0">
                <a:solidFill>
                  <a:schemeClr val="tx1"/>
                </a:solidFill>
                <a:latin typeface="Arial" panose="020B0604020202020204" pitchFamily="34" charset="0"/>
                <a:cs typeface="Arial" panose="020B0604020202020204" pitchFamily="34" charset="0"/>
              </a:rPr>
              <a:t>Annual Visit Frequency</a:t>
            </a:r>
          </a:p>
        </p:txBody>
      </p:sp>
      <p:sp>
        <p:nvSpPr>
          <p:cNvPr id="13" name="Rectangle 12">
            <a:extLst>
              <a:ext uri="{FF2B5EF4-FFF2-40B4-BE49-F238E27FC236}">
                <a16:creationId xmlns:a16="http://schemas.microsoft.com/office/drawing/2014/main" id="{7E1F1247-825A-4B8C-86EC-F644E51B0D7A}"/>
              </a:ext>
            </a:extLst>
          </p:cNvPr>
          <p:cNvSpPr/>
          <p:nvPr/>
        </p:nvSpPr>
        <p:spPr>
          <a:xfrm>
            <a:off x="729615" y="2279689"/>
            <a:ext cx="11332210" cy="406301"/>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692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85AA7E8-7487-4B6E-B455-84ABF9F3BA4E}"/>
              </a:ext>
            </a:extLst>
          </p:cNvPr>
          <p:cNvSpPr>
            <a:spLocks noGrp="1"/>
          </p:cNvSpPr>
          <p:nvPr>
            <p:ph type="title"/>
          </p:nvPr>
        </p:nvSpPr>
        <p:spPr>
          <a:xfrm>
            <a:off x="1011238" y="6076950"/>
            <a:ext cx="10881360" cy="720513"/>
          </a:xfrm>
        </p:spPr>
        <p:txBody>
          <a:bodyPr/>
          <a:lstStyle/>
          <a:p>
            <a:r>
              <a:rPr lang="en-US"/>
              <a:t>Competitive Landscape</a:t>
            </a:r>
          </a:p>
        </p:txBody>
      </p:sp>
      <p:sp>
        <p:nvSpPr>
          <p:cNvPr id="7" name="Text Placeholder 6">
            <a:extLst>
              <a:ext uri="{FF2B5EF4-FFF2-40B4-BE49-F238E27FC236}">
                <a16:creationId xmlns:a16="http://schemas.microsoft.com/office/drawing/2014/main" id="{329390C1-E781-4738-B09A-3EA52090AE03}"/>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A2F2D314-253D-420C-B6CC-8F77600B3364}"/>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20</a:t>
            </a:fld>
            <a:endParaRPr lang="en-US"/>
          </a:p>
        </p:txBody>
      </p:sp>
      <p:sp>
        <p:nvSpPr>
          <p:cNvPr id="2" name="Rectangle 1">
            <a:extLst>
              <a:ext uri="{FF2B5EF4-FFF2-40B4-BE49-F238E27FC236}">
                <a16:creationId xmlns:a16="http://schemas.microsoft.com/office/drawing/2014/main" id="{3E77F53B-0C4C-DE57-256C-6B67ED5BE0FF}"/>
              </a:ext>
            </a:extLst>
          </p:cNvPr>
          <p:cNvSpPr/>
          <p:nvPr/>
        </p:nvSpPr>
        <p:spPr>
          <a:xfrm>
            <a:off x="4105274" y="1462841"/>
            <a:ext cx="4572000" cy="2423359"/>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Insert photo of the client location or location being analyzed and resize/crop to fit properly, then ‘Send to back’</a:t>
            </a: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(Height: 14.0” x Width: 6.39”)</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386420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F7010D-C230-4439-A5EC-B2DC8FDE1C48}"/>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21</a:t>
            </a:fld>
            <a:endParaRPr lang="en-US"/>
          </a:p>
        </p:txBody>
      </p:sp>
      <p:sp>
        <p:nvSpPr>
          <p:cNvPr id="6" name="Title 5">
            <a:extLst>
              <a:ext uri="{FF2B5EF4-FFF2-40B4-BE49-F238E27FC236}">
                <a16:creationId xmlns:a16="http://schemas.microsoft.com/office/drawing/2014/main" id="{FB2ABB0E-A1A0-46BF-8846-69575E01CFEF}"/>
              </a:ext>
            </a:extLst>
          </p:cNvPr>
          <p:cNvSpPr>
            <a:spLocks noGrp="1"/>
          </p:cNvSpPr>
          <p:nvPr>
            <p:ph type="title"/>
          </p:nvPr>
        </p:nvSpPr>
        <p:spPr/>
        <p:txBody>
          <a:bodyPr/>
          <a:lstStyle/>
          <a:p>
            <a:endParaRPr lang="en-US" sz="2400" dirty="0">
              <a:ea typeface="Lato Black"/>
              <a:cs typeface="Lato Black"/>
            </a:endParaRPr>
          </a:p>
        </p:txBody>
      </p:sp>
      <p:graphicFrame>
        <p:nvGraphicFramePr>
          <p:cNvPr id="7" name="Content Placeholder 17">
            <a:extLst>
              <a:ext uri="{FF2B5EF4-FFF2-40B4-BE49-F238E27FC236}">
                <a16:creationId xmlns:a16="http://schemas.microsoft.com/office/drawing/2014/main" id="{A03BD89A-61B5-4182-9A11-21C3EE028900}"/>
              </a:ext>
            </a:extLst>
          </p:cNvPr>
          <p:cNvGraphicFramePr>
            <a:graphicFrameLocks/>
          </p:cNvGraphicFramePr>
          <p:nvPr>
            <p:extLst>
              <p:ext uri="{D42A27DB-BD31-4B8C-83A1-F6EECF244321}">
                <p14:modId xmlns:p14="http://schemas.microsoft.com/office/powerpoint/2010/main" val="1383055280"/>
              </p:ext>
            </p:extLst>
          </p:nvPr>
        </p:nvGraphicFramePr>
        <p:xfrm>
          <a:off x="739140" y="1769725"/>
          <a:ext cx="11320272" cy="4024897"/>
        </p:xfrm>
        <a:graphic>
          <a:graphicData uri="http://schemas.openxmlformats.org/drawingml/2006/table">
            <a:tbl>
              <a:tblPr/>
              <a:tblGrid>
                <a:gridCol w="2424376">
                  <a:extLst>
                    <a:ext uri="{9D8B030D-6E8A-4147-A177-3AD203B41FA5}">
                      <a16:colId xmlns:a16="http://schemas.microsoft.com/office/drawing/2014/main" val="20000"/>
                    </a:ext>
                  </a:extLst>
                </a:gridCol>
                <a:gridCol w="879814">
                  <a:extLst>
                    <a:ext uri="{9D8B030D-6E8A-4147-A177-3AD203B41FA5}">
                      <a16:colId xmlns:a16="http://schemas.microsoft.com/office/drawing/2014/main" val="3698009435"/>
                    </a:ext>
                  </a:extLst>
                </a:gridCol>
                <a:gridCol w="879814">
                  <a:extLst>
                    <a:ext uri="{9D8B030D-6E8A-4147-A177-3AD203B41FA5}">
                      <a16:colId xmlns:a16="http://schemas.microsoft.com/office/drawing/2014/main" val="2299873457"/>
                    </a:ext>
                  </a:extLst>
                </a:gridCol>
                <a:gridCol w="879814">
                  <a:extLst>
                    <a:ext uri="{9D8B030D-6E8A-4147-A177-3AD203B41FA5}">
                      <a16:colId xmlns:a16="http://schemas.microsoft.com/office/drawing/2014/main" val="1096615609"/>
                    </a:ext>
                  </a:extLst>
                </a:gridCol>
                <a:gridCol w="977570">
                  <a:extLst>
                    <a:ext uri="{9D8B030D-6E8A-4147-A177-3AD203B41FA5}">
                      <a16:colId xmlns:a16="http://schemas.microsoft.com/office/drawing/2014/main" val="3592898275"/>
                    </a:ext>
                  </a:extLst>
                </a:gridCol>
                <a:gridCol w="879814">
                  <a:extLst>
                    <a:ext uri="{9D8B030D-6E8A-4147-A177-3AD203B41FA5}">
                      <a16:colId xmlns:a16="http://schemas.microsoft.com/office/drawing/2014/main" val="483820744"/>
                    </a:ext>
                  </a:extLst>
                </a:gridCol>
                <a:gridCol w="879814">
                  <a:extLst>
                    <a:ext uri="{9D8B030D-6E8A-4147-A177-3AD203B41FA5}">
                      <a16:colId xmlns:a16="http://schemas.microsoft.com/office/drawing/2014/main" val="444051537"/>
                    </a:ext>
                  </a:extLst>
                </a:gridCol>
                <a:gridCol w="879814">
                  <a:extLst>
                    <a:ext uri="{9D8B030D-6E8A-4147-A177-3AD203B41FA5}">
                      <a16:colId xmlns:a16="http://schemas.microsoft.com/office/drawing/2014/main" val="3093161778"/>
                    </a:ext>
                  </a:extLst>
                </a:gridCol>
                <a:gridCol w="879814">
                  <a:extLst>
                    <a:ext uri="{9D8B030D-6E8A-4147-A177-3AD203B41FA5}">
                      <a16:colId xmlns:a16="http://schemas.microsoft.com/office/drawing/2014/main" val="20001"/>
                    </a:ext>
                  </a:extLst>
                </a:gridCol>
                <a:gridCol w="879814">
                  <a:extLst>
                    <a:ext uri="{9D8B030D-6E8A-4147-A177-3AD203B41FA5}">
                      <a16:colId xmlns:a16="http://schemas.microsoft.com/office/drawing/2014/main" val="20003"/>
                    </a:ext>
                  </a:extLst>
                </a:gridCol>
                <a:gridCol w="879814">
                  <a:extLst>
                    <a:ext uri="{9D8B030D-6E8A-4147-A177-3AD203B41FA5}">
                      <a16:colId xmlns:a16="http://schemas.microsoft.com/office/drawing/2014/main" val="20008"/>
                    </a:ext>
                  </a:extLst>
                </a:gridCol>
              </a:tblGrid>
              <a:tr h="791946">
                <a:tc>
                  <a:txBody>
                    <a:bodyPr/>
                    <a:lstStyle/>
                    <a:p>
                      <a:pPr algn="l" fontAlgn="b"/>
                      <a:endParaRPr lang="en-US" sz="1100" b="0" i="0" u="none" strike="noStrike" dirty="0">
                        <a:solidFill>
                          <a:srgbClr val="FFFFFF"/>
                        </a:solidFill>
                        <a:effectLst/>
                        <a:latin typeface="Roboto" panose="02000000000000000000" pitchFamily="2" charset="0"/>
                      </a:endParaRPr>
                    </a:p>
                  </a:txBody>
                  <a:tcPr marL="9525" marR="9525" marT="9525" marB="0" anchor="b">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dirty="0">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ctr" fontAlgn="b"/>
                      <a:endParaRPr lang="en-US" sz="1100" b="1" i="0" u="none" strike="noStrike" dirty="0">
                        <a:solidFill>
                          <a:srgbClr val="FFFFFF"/>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1B4273"/>
                    </a:solidFill>
                  </a:tcPr>
                </a:tc>
                <a:extLst>
                  <a:ext uri="{0D108BD9-81ED-4DB2-BD59-A6C34878D82A}">
                    <a16:rowId xmlns:a16="http://schemas.microsoft.com/office/drawing/2014/main" val="10000"/>
                  </a:ext>
                </a:extLst>
              </a:tr>
              <a:tr h="283325">
                <a:tc>
                  <a:txBody>
                    <a:bodyPr/>
                    <a:lstStyle/>
                    <a:p>
                      <a:pPr algn="l" fontAlgn="ctr"/>
                      <a:endParaRPr lang="en-US" sz="1100" b="1" i="0" u="none" strike="noStrike" dirty="0">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dirty="0">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10001"/>
                  </a:ext>
                </a:extLst>
              </a:tr>
              <a:tr h="283325">
                <a:tc>
                  <a:txBody>
                    <a:bodyPr/>
                    <a:lstStyle/>
                    <a:p>
                      <a:pPr algn="l" fontAlgn="ctr"/>
                      <a:endParaRPr lang="en-US" sz="1100" b="0" i="0" u="none" strike="noStrike" dirty="0">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323456637"/>
                  </a:ext>
                </a:extLst>
              </a:tr>
              <a:tr h="283325">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3321207"/>
                  </a:ext>
                </a:extLst>
              </a:tr>
              <a:tr h="322117">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2702256905"/>
                  </a:ext>
                </a:extLst>
              </a:tr>
              <a:tr h="283325">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57702299"/>
                  </a:ext>
                </a:extLst>
              </a:tr>
              <a:tr h="322117">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10002"/>
                  </a:ext>
                </a:extLst>
              </a:tr>
              <a:tr h="283325">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283325">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10004"/>
                  </a:ext>
                </a:extLst>
              </a:tr>
              <a:tr h="283325">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9741830"/>
                  </a:ext>
                </a:extLst>
              </a:tr>
              <a:tr h="322117">
                <a:tc>
                  <a:txBody>
                    <a:bodyPr/>
                    <a:lstStyle/>
                    <a:p>
                      <a:pPr algn="l" fontAlgn="ctr"/>
                      <a:endParaRPr lang="en-US" sz="1100" b="0" i="0" u="none" strike="noStrike">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110277409"/>
                  </a:ext>
                </a:extLst>
              </a:tr>
              <a:tr h="283325">
                <a:tc>
                  <a:txBody>
                    <a:bodyPr/>
                    <a:lstStyle/>
                    <a:p>
                      <a:pPr algn="l" fontAlgn="ctr"/>
                      <a:endParaRPr lang="en-US" sz="1100" b="0" i="0" u="none" strike="noStrike" dirty="0">
                        <a:solidFill>
                          <a:srgbClr val="000000"/>
                        </a:solidFill>
                        <a:effectLst/>
                        <a:latin typeface="Roboto" panose="02000000000000000000" pitchFamily="2" charset="0"/>
                      </a:endParaRPr>
                    </a:p>
                  </a:txBody>
                  <a:tcPr marL="9525" marR="9525" marT="9525" marB="0" anchor="ctr">
                    <a:lnL w="9525" cap="flat" cmpd="sng" algn="ctr">
                      <a:solidFill>
                        <a:srgbClr val="D9D9D9"/>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b"/>
                      <a:endParaRPr lang="en-US" sz="1100" b="1" i="0" u="none" strike="noStrike" dirty="0">
                        <a:solidFill>
                          <a:srgbClr val="000000"/>
                        </a:solidFill>
                        <a:effectLst/>
                        <a:latin typeface="Roboto" panose="02000000000000000000" pitchFamily="2" charset="0"/>
                      </a:endParaRPr>
                    </a:p>
                  </a:txBody>
                  <a:tcPr marL="9525" marR="9525" marT="9525" marB="0" anchor="b">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19285165"/>
                  </a:ext>
                </a:extLst>
              </a:tr>
            </a:tbl>
          </a:graphicData>
        </a:graphic>
      </p:graphicFrame>
      <p:sp>
        <p:nvSpPr>
          <p:cNvPr id="9" name="Rectangle 8">
            <a:extLst>
              <a:ext uri="{FF2B5EF4-FFF2-40B4-BE49-F238E27FC236}">
                <a16:creationId xmlns:a16="http://schemas.microsoft.com/office/drawing/2014/main" id="{8B3E5FA0-857B-4C2A-A301-A08EB0B9B430}"/>
              </a:ext>
            </a:extLst>
          </p:cNvPr>
          <p:cNvSpPr/>
          <p:nvPr/>
        </p:nvSpPr>
        <p:spPr>
          <a:xfrm>
            <a:off x="3134473" y="1769725"/>
            <a:ext cx="914400" cy="4148740"/>
          </a:xfrm>
          <a:prstGeom prst="rect">
            <a:avLst/>
          </a:prstGeom>
          <a:noFill/>
          <a:ln w="28575"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10" name="Rectangle 9">
            <a:extLst>
              <a:ext uri="{FF2B5EF4-FFF2-40B4-BE49-F238E27FC236}">
                <a16:creationId xmlns:a16="http://schemas.microsoft.com/office/drawing/2014/main" id="{AEFFF96D-C143-42DC-A866-B49E1C5413CF}"/>
              </a:ext>
            </a:extLst>
          </p:cNvPr>
          <p:cNvSpPr/>
          <p:nvPr/>
        </p:nvSpPr>
        <p:spPr>
          <a:xfrm>
            <a:off x="731034" y="2603331"/>
            <a:ext cx="11320273" cy="310896"/>
          </a:xfrm>
          <a:prstGeom prst="rect">
            <a:avLst/>
          </a:prstGeom>
          <a:noFill/>
          <a:ln w="28575" cap="flat" cmpd="sng" algn="ctr">
            <a:solidFill>
              <a:srgbClr val="FFC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n-US"/>
          </a:p>
        </p:txBody>
      </p:sp>
      <p:sp>
        <p:nvSpPr>
          <p:cNvPr id="4" name="Subtitle 12">
            <a:extLst>
              <a:ext uri="{FF2B5EF4-FFF2-40B4-BE49-F238E27FC236}">
                <a16:creationId xmlns:a16="http://schemas.microsoft.com/office/drawing/2014/main" id="{602987B0-02C8-5BD9-DA88-B39EC0E72B82}"/>
              </a:ext>
            </a:extLst>
          </p:cNvPr>
          <p:cNvSpPr txBox="1">
            <a:spLocks/>
          </p:cNvSpPr>
          <p:nvPr/>
        </p:nvSpPr>
        <p:spPr>
          <a:xfrm>
            <a:off x="731034" y="7003773"/>
            <a:ext cx="11331426" cy="289516"/>
          </a:xfrm>
          <a:prstGeom prst="rect">
            <a:avLst/>
          </a:prstGeom>
        </p:spPr>
        <p:txBody>
          <a:bodyPr anchor="ctr">
            <a:normAutofit/>
          </a:bodyPr>
          <a:lstStyle>
            <a:lvl1pPr marL="233363" indent="-233363" algn="l" defTabSz="914400" rtl="0" eaLnBrk="1" latinLnBrk="0" hangingPunct="1">
              <a:lnSpc>
                <a:spcPct val="100000"/>
              </a:lnSpc>
              <a:spcBef>
                <a:spcPts val="0"/>
              </a:spcBef>
              <a:spcAft>
                <a:spcPts val="0"/>
              </a:spcAft>
              <a:buClr>
                <a:schemeClr val="accent2"/>
              </a:buClr>
              <a:buSzPct val="140000"/>
              <a:buFont typeface="Roboto" panose="02000000000000000000" pitchFamily="2" charset="0"/>
              <a:buChar char="›"/>
              <a:defRPr lang="en-US" sz="2000" kern="1200" dirty="0" smtClean="0">
                <a:solidFill>
                  <a:schemeClr val="tx1">
                    <a:lumMod val="50000"/>
                  </a:schemeClr>
                </a:solidFill>
                <a:latin typeface="+mn-lt"/>
                <a:ea typeface="+mn-ea"/>
                <a:cs typeface="+mn-cs"/>
              </a:defRPr>
            </a:lvl1pPr>
            <a:lvl2pPr marL="457200" indent="-2095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2pPr>
            <a:lvl3pPr marL="690563" indent="-244475" algn="l" defTabSz="914400" rtl="0" eaLnBrk="1" latinLnBrk="0" hangingPunct="1">
              <a:lnSpc>
                <a:spcPct val="100000"/>
              </a:lnSpc>
              <a:spcBef>
                <a:spcPts val="0"/>
              </a:spcBef>
              <a:spcAft>
                <a:spcPts val="0"/>
              </a:spcAft>
              <a:buClr>
                <a:schemeClr val="accent3"/>
              </a:buClr>
              <a:buFont typeface="Arial" panose="020B0604020202020204" pitchFamily="34" charset="0"/>
              <a:buChar char="•"/>
              <a:defRPr lang="en-US" sz="2000" kern="1200" dirty="0" smtClean="0">
                <a:solidFill>
                  <a:schemeClr val="tx1">
                    <a:lumMod val="50000"/>
                  </a:schemeClr>
                </a:solidFill>
                <a:latin typeface="+mn-lt"/>
                <a:ea typeface="+mn-ea"/>
                <a:cs typeface="+mn-cs"/>
              </a:defRPr>
            </a:lvl3pPr>
            <a:lvl4pPr marL="914400" indent="-2349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4pPr>
            <a:lvl5pPr marL="1147763" indent="-217488" algn="l" defTabSz="914400" rtl="0" eaLnBrk="1" latinLnBrk="0" hangingPunct="1">
              <a:lnSpc>
                <a:spcPct val="100000"/>
              </a:lnSpc>
              <a:spcBef>
                <a:spcPts val="0"/>
              </a:spcBef>
              <a:spcAft>
                <a:spcPts val="0"/>
              </a:spcAft>
              <a:buClr>
                <a:schemeClr val="tx1"/>
              </a:buClr>
              <a:buFont typeface="Arial" panose="020B0604020202020204" pitchFamily="34" charset="0"/>
              <a:buChar char="»"/>
              <a:defRPr lang="en-US" sz="2000" kern="1200" dirty="0">
                <a:solidFill>
                  <a:schemeClr val="tx1">
                    <a:lumMod val="50000"/>
                  </a:schemeClr>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a:lstStyle>
          <a:p>
            <a:pPr marL="0" indent="0">
              <a:buNone/>
            </a:pPr>
            <a:r>
              <a:rPr lang="en-US" sz="800" i="1" dirty="0"/>
              <a:t>Source: </a:t>
            </a:r>
            <a:r>
              <a:rPr lang="en-US" sz="800" i="1" dirty="0" err="1"/>
              <a:t>TruTrade</a:t>
            </a:r>
            <a:r>
              <a:rPr lang="en-US" sz="800" i="1" dirty="0"/>
              <a:t>, 12 months ending on March 31, 2022; Esri</a:t>
            </a:r>
            <a:endParaRPr lang="en-US" sz="800" dirty="0"/>
          </a:p>
        </p:txBody>
      </p:sp>
      <p:sp>
        <p:nvSpPr>
          <p:cNvPr id="5" name="Content Placeholder 1">
            <a:extLst>
              <a:ext uri="{FF2B5EF4-FFF2-40B4-BE49-F238E27FC236}">
                <a16:creationId xmlns:a16="http://schemas.microsoft.com/office/drawing/2014/main" id="{31B989E0-26A1-95AC-8421-41CEEB5845A1}"/>
              </a:ext>
            </a:extLst>
          </p:cNvPr>
          <p:cNvSpPr txBox="1">
            <a:spLocks/>
          </p:cNvSpPr>
          <p:nvPr/>
        </p:nvSpPr>
        <p:spPr>
          <a:xfrm>
            <a:off x="739140" y="6184442"/>
            <a:ext cx="11320272" cy="865386"/>
          </a:xfrm>
          <a:prstGeom prst="rect">
            <a:avLst/>
          </a:prstGeom>
        </p:spPr>
        <p:txBody>
          <a:bodyPr lIns="91440" tIns="45720" rIns="91440" bIns="45720" anchor="t"/>
          <a:lstStyle>
            <a:lvl1pPr marL="233363" indent="-233363" algn="l" defTabSz="914400" rtl="0" eaLnBrk="1" latinLnBrk="0" hangingPunct="1">
              <a:lnSpc>
                <a:spcPct val="100000"/>
              </a:lnSpc>
              <a:spcBef>
                <a:spcPts val="0"/>
              </a:spcBef>
              <a:spcAft>
                <a:spcPts val="0"/>
              </a:spcAft>
              <a:buClr>
                <a:schemeClr val="accent2"/>
              </a:buClr>
              <a:buSzPct val="140000"/>
              <a:buFont typeface="Roboto" panose="02000000000000000000" pitchFamily="2" charset="0"/>
              <a:buChar char="›"/>
              <a:defRPr lang="en-US" sz="2000" kern="1200" dirty="0" smtClean="0">
                <a:solidFill>
                  <a:schemeClr val="tx1">
                    <a:lumMod val="50000"/>
                  </a:schemeClr>
                </a:solidFill>
                <a:latin typeface="+mn-lt"/>
                <a:ea typeface="+mn-ea"/>
                <a:cs typeface="+mn-cs"/>
              </a:defRPr>
            </a:lvl1pPr>
            <a:lvl2pPr marL="457200" indent="-2095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2pPr>
            <a:lvl3pPr marL="690563" indent="-244475" algn="l" defTabSz="914400" rtl="0" eaLnBrk="1" latinLnBrk="0" hangingPunct="1">
              <a:lnSpc>
                <a:spcPct val="100000"/>
              </a:lnSpc>
              <a:spcBef>
                <a:spcPts val="0"/>
              </a:spcBef>
              <a:spcAft>
                <a:spcPts val="0"/>
              </a:spcAft>
              <a:buClr>
                <a:schemeClr val="accent3"/>
              </a:buClr>
              <a:buFont typeface="Arial" panose="020B0604020202020204" pitchFamily="34" charset="0"/>
              <a:buChar char="•"/>
              <a:defRPr lang="en-US" sz="2000" kern="1200" dirty="0" smtClean="0">
                <a:solidFill>
                  <a:schemeClr val="tx1">
                    <a:lumMod val="50000"/>
                  </a:schemeClr>
                </a:solidFill>
                <a:latin typeface="+mn-lt"/>
                <a:ea typeface="+mn-ea"/>
                <a:cs typeface="+mn-cs"/>
              </a:defRPr>
            </a:lvl3pPr>
            <a:lvl4pPr marL="914400" indent="-234950" algn="l" defTabSz="914400" rtl="0" eaLnBrk="1" latinLnBrk="0" hangingPunct="1">
              <a:lnSpc>
                <a:spcPct val="100000"/>
              </a:lnSpc>
              <a:spcBef>
                <a:spcPts val="0"/>
              </a:spcBef>
              <a:spcAft>
                <a:spcPts val="0"/>
              </a:spcAft>
              <a:buFont typeface="Arial" panose="020B0604020202020204" pitchFamily="34" charset="0"/>
              <a:buChar char="–"/>
              <a:defRPr lang="en-US" sz="2000" kern="1200" dirty="0" smtClean="0">
                <a:solidFill>
                  <a:schemeClr val="tx1">
                    <a:lumMod val="50000"/>
                  </a:schemeClr>
                </a:solidFill>
                <a:latin typeface="+mn-lt"/>
                <a:ea typeface="+mn-ea"/>
                <a:cs typeface="+mn-cs"/>
              </a:defRPr>
            </a:lvl4pPr>
            <a:lvl5pPr marL="1147763" indent="-217488" algn="l" defTabSz="914400" rtl="0" eaLnBrk="1" latinLnBrk="0" hangingPunct="1">
              <a:lnSpc>
                <a:spcPct val="100000"/>
              </a:lnSpc>
              <a:spcBef>
                <a:spcPts val="0"/>
              </a:spcBef>
              <a:spcAft>
                <a:spcPts val="0"/>
              </a:spcAft>
              <a:buClr>
                <a:schemeClr val="tx1"/>
              </a:buClr>
              <a:buFont typeface="Arial" panose="020B0604020202020204" pitchFamily="34" charset="0"/>
              <a:buChar char="»"/>
              <a:defRPr lang="en-US" sz="2000" kern="1200" dirty="0">
                <a:solidFill>
                  <a:schemeClr val="tx1">
                    <a:lumMod val="50000"/>
                  </a:schemeClr>
                </a:solidFill>
                <a:latin typeface="+mn-lt"/>
                <a:ea typeface="+mn-ea"/>
                <a:cs typeface="+mn-cs"/>
              </a:defRPr>
            </a:lvl5pPr>
            <a:lvl6pPr marL="3233021"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20843"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08665"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4996487" indent="-293911" algn="l" defTabSz="1175644" rtl="0" eaLnBrk="1" latinLnBrk="0" hangingPunct="1">
              <a:spcBef>
                <a:spcPct val="20000"/>
              </a:spcBef>
              <a:buFont typeface="Arial" panose="020B0604020202020204" pitchFamily="34" charset="0"/>
              <a:buChar char="•"/>
              <a:defRPr sz="2600" kern="1200">
                <a:solidFill>
                  <a:schemeClr val="tx1"/>
                </a:solidFill>
                <a:latin typeface="+mn-lt"/>
                <a:ea typeface="+mn-ea"/>
                <a:cs typeface="+mn-cs"/>
              </a:defRPr>
            </a:lvl9pPr>
          </a:lstStyle>
          <a:p>
            <a:pPr marL="233045" indent="-233045"/>
            <a:r>
              <a:rPr lang="en-US" sz="1200" i="1"/>
              <a:t>Competitive Cross-Visitation </a:t>
            </a:r>
            <a:r>
              <a:rPr lang="en-US" sz="1200"/>
              <a:t>looks at the number of unique visitors who were </a:t>
            </a:r>
            <a:r>
              <a:rPr lang="en-US" sz="1200" i="1"/>
              <a:t>observed</a:t>
            </a:r>
            <a:r>
              <a:rPr lang="en-US" sz="1200"/>
              <a:t> at two locations during the twelve months of the study.</a:t>
            </a:r>
            <a:endParaRPr lang="en-US"/>
          </a:p>
          <a:p>
            <a:pPr marL="233045" indent="-233045"/>
            <a:r>
              <a:rPr lang="en-US" sz="1200"/>
              <a:t>The percentages represent visitors who were </a:t>
            </a:r>
            <a:r>
              <a:rPr lang="en-US" sz="1200" i="1"/>
              <a:t>observed</a:t>
            </a:r>
            <a:r>
              <a:rPr lang="en-US" sz="1200"/>
              <a:t> at </a:t>
            </a:r>
            <a:r>
              <a:rPr lang="en-US" sz="1200" u="sng"/>
              <a:t>both</a:t>
            </a:r>
            <a:r>
              <a:rPr lang="en-US" sz="1200"/>
              <a:t> the locations named in the column header and at the locations listed in the row on the left at some point during the study period.</a:t>
            </a:r>
            <a:endParaRPr lang="en-US" sz="1200">
              <a:ea typeface="Roboto"/>
              <a:cs typeface="Roboto"/>
            </a:endParaRPr>
          </a:p>
          <a:p>
            <a:pPr marL="233045" indent="-233045"/>
            <a:r>
              <a:rPr lang="en-US" sz="1200"/>
              <a:t>The top row is the percentage of visitors who were </a:t>
            </a:r>
            <a:r>
              <a:rPr lang="en-US" sz="1200" i="1" u="sng"/>
              <a:t>only</a:t>
            </a:r>
            <a:r>
              <a:rPr lang="en-US" sz="1200"/>
              <a:t> seen at the location named in the column and at none of the other locations during the 12 months.</a:t>
            </a:r>
            <a:endParaRPr lang="en-US" sz="1200">
              <a:ea typeface="Roboto"/>
              <a:cs typeface="Roboto"/>
            </a:endParaRPr>
          </a:p>
        </p:txBody>
      </p:sp>
      <p:sp>
        <p:nvSpPr>
          <p:cNvPr id="3" name="Rectangle 2">
            <a:extLst>
              <a:ext uri="{FF2B5EF4-FFF2-40B4-BE49-F238E27FC236}">
                <a16:creationId xmlns:a16="http://schemas.microsoft.com/office/drawing/2014/main" id="{8B8D10FC-6B08-730D-210D-4AD0A0A0EFF7}"/>
              </a:ext>
            </a:extLst>
          </p:cNvPr>
          <p:cNvSpPr/>
          <p:nvPr/>
        </p:nvSpPr>
        <p:spPr>
          <a:xfrm>
            <a:off x="363727" y="1371600"/>
            <a:ext cx="12074147" cy="4705206"/>
          </a:xfrm>
          <a:prstGeom prst="rect">
            <a:avLst/>
          </a:prstGeom>
          <a:solidFill>
            <a:srgbClr val="626368"/>
          </a:solidFill>
          <a:ln w="12700" cap="flat" cmpd="sng" algn="ctr">
            <a:solidFill>
              <a:srgbClr val="62636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Process ZA using the CV Notebook</a:t>
            </a:r>
            <a:b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b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hlinkClick r:id="rId2"/>
              </a:rPr>
              <a:t>https://dbc-4659a8af-9737.cloud.databricks.com/?o=5020840785703105#notebook/4268345134498833</a:t>
            </a:r>
            <a:endPar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SOP provided here: </a:t>
            </a:r>
            <a:r>
              <a:rPr lang="en-US" sz="1600" dirty="0">
                <a:hlinkClick r:id="rId3"/>
              </a:rPr>
              <a:t>Standard Cross-Visitation SOP.docx</a:t>
            </a:r>
            <a:endPar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136276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5D19FC-427E-FF10-3741-C09ACBE6365E}"/>
              </a:ext>
            </a:extLst>
          </p:cNvPr>
          <p:cNvPicPr>
            <a:picLocks noChangeAspect="1"/>
          </p:cNvPicPr>
          <p:nvPr/>
        </p:nvPicPr>
        <p:blipFill rotWithShape="1">
          <a:blip r:embed="rId2">
            <a:duotone>
              <a:prstClr val="black"/>
              <a:schemeClr val="accent1">
                <a:tint val="45000"/>
                <a:satMod val="400000"/>
              </a:schemeClr>
            </a:duotone>
          </a:blip>
          <a:srcRect l="33740" t="29869" r="21333" b="5320"/>
          <a:stretch/>
        </p:blipFill>
        <p:spPr>
          <a:xfrm>
            <a:off x="0" y="0"/>
            <a:ext cx="9272016" cy="7242048"/>
          </a:xfrm>
          <a:prstGeom prst="rect">
            <a:avLst/>
          </a:prstGeom>
        </p:spPr>
      </p:pic>
      <p:sp>
        <p:nvSpPr>
          <p:cNvPr id="2" name="Slide Number Placeholder 1">
            <a:extLst>
              <a:ext uri="{FF2B5EF4-FFF2-40B4-BE49-F238E27FC236}">
                <a16:creationId xmlns:a16="http://schemas.microsoft.com/office/drawing/2014/main" id="{3A8B384E-9834-45E1-9BAE-BF3CE9702BA0}"/>
              </a:ext>
            </a:extLst>
          </p:cNvPr>
          <p:cNvSpPr>
            <a:spLocks noGrp="1"/>
          </p:cNvSpPr>
          <p:nvPr>
            <p:ph type="sldNum" sz="quarter" idx="10"/>
          </p:nvPr>
        </p:nvSpPr>
        <p:spPr/>
        <p:txBody>
          <a:bodyPr/>
          <a:lstStyle/>
          <a:p>
            <a:fld id="{DFE75DC9-2AA8-4836-ABA6-832E2002DAE6}" type="slidenum">
              <a:rPr lang="en-US" smtClean="0">
                <a:solidFill>
                  <a:srgbClr val="FFFFFF"/>
                </a:solidFill>
              </a:rPr>
              <a:t>22</a:t>
            </a:fld>
            <a:endParaRPr lang="en-US">
              <a:solidFill>
                <a:srgbClr val="FFFFFF"/>
              </a:solidFill>
            </a:endParaRPr>
          </a:p>
        </p:txBody>
      </p:sp>
      <p:sp>
        <p:nvSpPr>
          <p:cNvPr id="3" name="Title 2">
            <a:extLst>
              <a:ext uri="{FF2B5EF4-FFF2-40B4-BE49-F238E27FC236}">
                <a16:creationId xmlns:a16="http://schemas.microsoft.com/office/drawing/2014/main" id="{1B024898-2CB2-44F2-BF3C-9D6C675C6A30}"/>
              </a:ext>
            </a:extLst>
          </p:cNvPr>
          <p:cNvSpPr>
            <a:spLocks noGrp="1"/>
          </p:cNvSpPr>
          <p:nvPr>
            <p:ph type="title"/>
          </p:nvPr>
        </p:nvSpPr>
        <p:spPr/>
        <p:txBody>
          <a:bodyPr/>
          <a:lstStyle/>
          <a:p>
            <a:r>
              <a:rPr lang="en-US" sz="2000" dirty="0"/>
              <a:t>COMP Geographic Overlap</a:t>
            </a:r>
          </a:p>
        </p:txBody>
      </p:sp>
      <p:sp>
        <p:nvSpPr>
          <p:cNvPr id="5" name="Content Placeholder 4">
            <a:extLst>
              <a:ext uri="{FF2B5EF4-FFF2-40B4-BE49-F238E27FC236}">
                <a16:creationId xmlns:a16="http://schemas.microsoft.com/office/drawing/2014/main" id="{954CE900-390E-45AE-BD74-70F176FDF29C}"/>
              </a:ext>
            </a:extLst>
          </p:cNvPr>
          <p:cNvSpPr>
            <a:spLocks noGrp="1"/>
          </p:cNvSpPr>
          <p:nvPr>
            <p:ph sz="quarter" idx="12"/>
          </p:nvPr>
        </p:nvSpPr>
        <p:spPr>
          <a:xfrm>
            <a:off x="9482328" y="1901952"/>
            <a:ext cx="3099816" cy="4186147"/>
          </a:xfrm>
        </p:spPr>
        <p:txBody>
          <a:bodyPr vert="horz" lIns="117564" tIns="58782" rIns="117564" bIns="58782" rtlCol="0" anchor="t">
            <a:noAutofit/>
          </a:bodyPr>
          <a:lstStyle/>
          <a:p>
            <a:pPr>
              <a:buClr>
                <a:srgbClr val="267BC3"/>
              </a:buClr>
            </a:pPr>
            <a:endParaRPr lang="en-US" dirty="0">
              <a:ea typeface="Roboto"/>
              <a:cs typeface="Roboto"/>
            </a:endParaRPr>
          </a:p>
        </p:txBody>
      </p:sp>
      <p:sp>
        <p:nvSpPr>
          <p:cNvPr id="8" name="TextBox 7">
            <a:extLst>
              <a:ext uri="{FF2B5EF4-FFF2-40B4-BE49-F238E27FC236}">
                <a16:creationId xmlns:a16="http://schemas.microsoft.com/office/drawing/2014/main" id="{B583CBCE-8BCF-73BA-362F-F2531252AAC5}"/>
              </a:ext>
            </a:extLst>
          </p:cNvPr>
          <p:cNvSpPr txBox="1"/>
          <p:nvPr/>
        </p:nvSpPr>
        <p:spPr>
          <a:xfrm>
            <a:off x="1524000" y="3429000"/>
            <a:ext cx="3208757" cy="307777"/>
          </a:xfrm>
          <a:prstGeom prst="rect">
            <a:avLst/>
          </a:prstGeom>
          <a:noFill/>
          <a:ln w="3175">
            <a:noFill/>
          </a:ln>
        </p:spPr>
        <p:txBody>
          <a:bodyPr wrap="square" rtlCol="0">
            <a:spAutoFit/>
          </a:bodyPr>
          <a:lstStyle/>
          <a:p>
            <a:r>
              <a:rPr lang="en-US" sz="1400" b="1" dirty="0">
                <a:solidFill>
                  <a:schemeClr val="accent5">
                    <a:lumMod val="10000"/>
                  </a:schemeClr>
                </a:solidFill>
                <a:effectLst>
                  <a:glow rad="101600">
                    <a:schemeClr val="bg1"/>
                  </a:glow>
                </a:effectLst>
              </a:rPr>
              <a:t>XXXXX</a:t>
            </a:r>
          </a:p>
        </p:txBody>
      </p:sp>
      <p:sp>
        <p:nvSpPr>
          <p:cNvPr id="6" name="Rectangle 5">
            <a:extLst>
              <a:ext uri="{FF2B5EF4-FFF2-40B4-BE49-F238E27FC236}">
                <a16:creationId xmlns:a16="http://schemas.microsoft.com/office/drawing/2014/main" id="{8F6C3FFE-E088-47EA-3161-542B5713B628}"/>
              </a:ext>
            </a:extLst>
          </p:cNvPr>
          <p:cNvSpPr/>
          <p:nvPr/>
        </p:nvSpPr>
        <p:spPr>
          <a:xfrm>
            <a:off x="3984625" y="1635543"/>
            <a:ext cx="2416175" cy="2743200"/>
          </a:xfrm>
          <a:prstGeom prst="rect">
            <a:avLst/>
          </a:prstGeom>
          <a:solidFill>
            <a:srgbClr val="FF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One per competitor selected.</a:t>
            </a:r>
          </a:p>
          <a:p>
            <a:pPr algn="ctr"/>
            <a:endParaRPr lang="en-US" dirty="0"/>
          </a:p>
          <a:p>
            <a:pPr algn="ctr"/>
            <a:r>
              <a:rPr lang="en-US" dirty="0"/>
              <a:t>One zoom out from default zoom.</a:t>
            </a:r>
          </a:p>
        </p:txBody>
      </p:sp>
      <p:grpSp>
        <p:nvGrpSpPr>
          <p:cNvPr id="15" name="Group 14">
            <a:extLst>
              <a:ext uri="{FF2B5EF4-FFF2-40B4-BE49-F238E27FC236}">
                <a16:creationId xmlns:a16="http://schemas.microsoft.com/office/drawing/2014/main" id="{55A6C10A-A42D-2C65-82A2-2FAD3E48CAAC}"/>
              </a:ext>
            </a:extLst>
          </p:cNvPr>
          <p:cNvGrpSpPr/>
          <p:nvPr/>
        </p:nvGrpSpPr>
        <p:grpSpPr>
          <a:xfrm>
            <a:off x="5830112" y="6540562"/>
            <a:ext cx="3334191" cy="661720"/>
            <a:chOff x="6677023" y="4771908"/>
            <a:chExt cx="3039536" cy="661720"/>
          </a:xfrm>
        </p:grpSpPr>
        <p:sp>
          <p:nvSpPr>
            <p:cNvPr id="16" name="Text Box 17">
              <a:extLst>
                <a:ext uri="{FF2B5EF4-FFF2-40B4-BE49-F238E27FC236}">
                  <a16:creationId xmlns:a16="http://schemas.microsoft.com/office/drawing/2014/main" id="{DB18080E-D11E-E2D0-F8F3-067245447F62}"/>
                </a:ext>
              </a:extLst>
            </p:cNvPr>
            <p:cNvSpPr txBox="1">
              <a:spLocks noChangeArrowheads="1"/>
            </p:cNvSpPr>
            <p:nvPr/>
          </p:nvSpPr>
          <p:spPr bwMode="auto">
            <a:xfrm>
              <a:off x="6677023" y="4771908"/>
              <a:ext cx="3039536" cy="661720"/>
            </a:xfrm>
            <a:prstGeom prst="rect">
              <a:avLst/>
            </a:prstGeom>
            <a:solidFill>
              <a:srgbClr val="FFFFFF">
                <a:alpha val="69804"/>
              </a:srgbClr>
            </a:solidFill>
            <a:ln>
              <a:solidFill>
                <a:schemeClr val="bg2"/>
              </a:solidFill>
            </a:ln>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800" b="1" u="sng" dirty="0">
                  <a:latin typeface="+mn-lt"/>
                  <a:cs typeface="Arial" panose="020B0604020202020204" pitchFamily="34" charset="0"/>
                </a:rPr>
                <a:t>Legend</a:t>
              </a:r>
            </a:p>
            <a:p>
              <a:pPr lvl="0" defTabSz="169863" eaLnBrk="1" hangingPunct="1">
                <a:spcBef>
                  <a:spcPts val="230"/>
                </a:spcBef>
              </a:pPr>
              <a:r>
                <a:rPr lang="en-US" sz="800" dirty="0">
                  <a:latin typeface="+mn-lt"/>
                  <a:cs typeface="Arial" panose="020B0604020202020204" pitchFamily="34" charset="0"/>
                </a:rPr>
                <a:t>	Visit only XXXXX</a:t>
              </a:r>
            </a:p>
            <a:p>
              <a:pPr lvl="0" defTabSz="169863" eaLnBrk="1" hangingPunct="1">
                <a:spcBef>
                  <a:spcPts val="230"/>
                </a:spcBef>
              </a:pPr>
              <a:r>
                <a:rPr lang="en-US" sz="800" dirty="0">
                  <a:latin typeface="+mn-lt"/>
                  <a:cs typeface="Arial" panose="020B0604020202020204" pitchFamily="34" charset="0"/>
                </a:rPr>
                <a:t>	Visit only COMP</a:t>
              </a:r>
            </a:p>
            <a:p>
              <a:pPr lvl="0" defTabSz="169863" eaLnBrk="1" hangingPunct="1">
                <a:spcBef>
                  <a:spcPts val="230"/>
                </a:spcBef>
              </a:pPr>
              <a:r>
                <a:rPr lang="en-US" sz="800" dirty="0">
                  <a:latin typeface="+mn-lt"/>
                  <a:cs typeface="Arial" panose="020B0604020202020204" pitchFamily="34" charset="0"/>
                </a:rPr>
                <a:t>	Visit both XXXXX &amp; COMP</a:t>
              </a:r>
            </a:p>
          </p:txBody>
        </p:sp>
        <p:sp>
          <p:nvSpPr>
            <p:cNvPr id="20" name="Rectangle 19">
              <a:extLst>
                <a:ext uri="{FF2B5EF4-FFF2-40B4-BE49-F238E27FC236}">
                  <a16:creationId xmlns:a16="http://schemas.microsoft.com/office/drawing/2014/main" id="{DCDC8B52-5AE7-0F11-77D0-D1DFC2CC1089}"/>
                </a:ext>
              </a:extLst>
            </p:cNvPr>
            <p:cNvSpPr>
              <a:spLocks noChangeArrowheads="1"/>
            </p:cNvSpPr>
            <p:nvPr/>
          </p:nvSpPr>
          <p:spPr bwMode="auto">
            <a:xfrm>
              <a:off x="6760486" y="5270818"/>
              <a:ext cx="108589" cy="100013"/>
            </a:xfrm>
            <a:prstGeom prst="rect">
              <a:avLst/>
            </a:prstGeom>
            <a:solidFill>
              <a:srgbClr val="9CC7CF"/>
            </a:solidFill>
            <a:ln w="9525">
              <a:solidFill>
                <a:schemeClr val="tx1"/>
              </a:solidFill>
              <a:miter lim="800000"/>
              <a:headEnd/>
              <a:tailEnd/>
            </a:ln>
          </p:spPr>
          <p:txBody>
            <a:bodyPr wrap="none" anchor="ctr"/>
            <a:lstStyle/>
            <a:p>
              <a:pPr>
                <a:lnSpc>
                  <a:spcPct val="80000"/>
                </a:lnSpc>
                <a:spcBef>
                  <a:spcPct val="20000"/>
                </a:spcBef>
                <a:buFontTx/>
                <a:buChar char="•"/>
              </a:pPr>
              <a:endParaRPr lang="en-US" dirty="0"/>
            </a:p>
          </p:txBody>
        </p:sp>
        <p:sp>
          <p:nvSpPr>
            <p:cNvPr id="23" name="Rectangle 22">
              <a:extLst>
                <a:ext uri="{FF2B5EF4-FFF2-40B4-BE49-F238E27FC236}">
                  <a16:creationId xmlns:a16="http://schemas.microsoft.com/office/drawing/2014/main" id="{5E789155-D9D1-F2CA-E969-CF356D3BCA04}"/>
                </a:ext>
              </a:extLst>
            </p:cNvPr>
            <p:cNvSpPr>
              <a:spLocks noChangeArrowheads="1"/>
            </p:cNvSpPr>
            <p:nvPr/>
          </p:nvSpPr>
          <p:spPr bwMode="auto">
            <a:xfrm>
              <a:off x="6760486" y="4974866"/>
              <a:ext cx="108589" cy="100013"/>
            </a:xfrm>
            <a:prstGeom prst="rect">
              <a:avLst/>
            </a:prstGeom>
            <a:solidFill>
              <a:srgbClr val="FFAA00">
                <a:alpha val="69804"/>
              </a:srgbClr>
            </a:solidFill>
            <a:ln w="9525">
              <a:solidFill>
                <a:schemeClr val="tx1"/>
              </a:solidFill>
              <a:miter lim="800000"/>
              <a:headEnd/>
              <a:tailEnd/>
            </a:ln>
          </p:spPr>
          <p:txBody>
            <a:bodyPr wrap="none" anchor="ctr"/>
            <a:lstStyle/>
            <a:p>
              <a:pPr>
                <a:lnSpc>
                  <a:spcPct val="80000"/>
                </a:lnSpc>
                <a:spcBef>
                  <a:spcPct val="20000"/>
                </a:spcBef>
                <a:buFontTx/>
                <a:buChar char="•"/>
              </a:pPr>
              <a:endParaRPr lang="en-US" dirty="0"/>
            </a:p>
          </p:txBody>
        </p:sp>
        <p:sp>
          <p:nvSpPr>
            <p:cNvPr id="24" name="Rectangle 23">
              <a:extLst>
                <a:ext uri="{FF2B5EF4-FFF2-40B4-BE49-F238E27FC236}">
                  <a16:creationId xmlns:a16="http://schemas.microsoft.com/office/drawing/2014/main" id="{25DAC838-D8D7-8369-BCDE-F58345310101}"/>
                </a:ext>
              </a:extLst>
            </p:cNvPr>
            <p:cNvSpPr>
              <a:spLocks noChangeArrowheads="1"/>
            </p:cNvSpPr>
            <p:nvPr/>
          </p:nvSpPr>
          <p:spPr bwMode="auto">
            <a:xfrm>
              <a:off x="6760486" y="5122842"/>
              <a:ext cx="108589" cy="100013"/>
            </a:xfrm>
            <a:prstGeom prst="rect">
              <a:avLst/>
            </a:prstGeom>
            <a:solidFill>
              <a:srgbClr val="262BA0"/>
            </a:solidFill>
            <a:ln w="9525">
              <a:solidFill>
                <a:schemeClr val="tx1"/>
              </a:solidFill>
              <a:miter lim="800000"/>
              <a:headEnd/>
              <a:tailEnd/>
            </a:ln>
          </p:spPr>
          <p:txBody>
            <a:bodyPr wrap="none" anchor="ctr"/>
            <a:lstStyle/>
            <a:p>
              <a:pPr>
                <a:lnSpc>
                  <a:spcPct val="80000"/>
                </a:lnSpc>
                <a:spcBef>
                  <a:spcPct val="20000"/>
                </a:spcBef>
                <a:buFontTx/>
                <a:buChar char="•"/>
              </a:pPr>
              <a:endParaRPr lang="en-US" dirty="0"/>
            </a:p>
          </p:txBody>
        </p:sp>
      </p:grpSp>
      <p:graphicFrame>
        <p:nvGraphicFramePr>
          <p:cNvPr id="25" name="Table 6">
            <a:extLst>
              <a:ext uri="{FF2B5EF4-FFF2-40B4-BE49-F238E27FC236}">
                <a16:creationId xmlns:a16="http://schemas.microsoft.com/office/drawing/2014/main" id="{67BF16A4-2E42-60F4-1814-F55953ECD830}"/>
              </a:ext>
            </a:extLst>
          </p:cNvPr>
          <p:cNvGraphicFramePr>
            <a:graphicFrameLocks noGrp="1"/>
          </p:cNvGraphicFramePr>
          <p:nvPr>
            <p:extLst>
              <p:ext uri="{D42A27DB-BD31-4B8C-83A1-F6EECF244321}">
                <p14:modId xmlns:p14="http://schemas.microsoft.com/office/powerpoint/2010/main" val="1794906082"/>
              </p:ext>
            </p:extLst>
          </p:nvPr>
        </p:nvGraphicFramePr>
        <p:xfrm>
          <a:off x="9298508" y="6287312"/>
          <a:ext cx="3487102" cy="9144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3298045624"/>
                    </a:ext>
                  </a:extLst>
                </a:gridCol>
                <a:gridCol w="835342">
                  <a:extLst>
                    <a:ext uri="{9D8B030D-6E8A-4147-A177-3AD203B41FA5}">
                      <a16:colId xmlns:a16="http://schemas.microsoft.com/office/drawing/2014/main" val="763641997"/>
                    </a:ext>
                  </a:extLst>
                </a:gridCol>
                <a:gridCol w="822960">
                  <a:extLst>
                    <a:ext uri="{9D8B030D-6E8A-4147-A177-3AD203B41FA5}">
                      <a16:colId xmlns:a16="http://schemas.microsoft.com/office/drawing/2014/main" val="3115223875"/>
                    </a:ext>
                  </a:extLst>
                </a:gridCol>
                <a:gridCol w="822960">
                  <a:extLst>
                    <a:ext uri="{9D8B030D-6E8A-4147-A177-3AD203B41FA5}">
                      <a16:colId xmlns:a16="http://schemas.microsoft.com/office/drawing/2014/main" val="1329473297"/>
                    </a:ext>
                  </a:extLst>
                </a:gridCol>
              </a:tblGrid>
              <a:tr h="274320">
                <a:tc>
                  <a:txBody>
                    <a:bodyPr/>
                    <a:lstStyle/>
                    <a:p>
                      <a:r>
                        <a:rPr lang="en-US" sz="900" dirty="0"/>
                        <a:t>Demographic</a:t>
                      </a:r>
                    </a:p>
                  </a:txBody>
                  <a:tcPr anchor="b"/>
                </a:tc>
                <a:tc>
                  <a:txBody>
                    <a:bodyPr/>
                    <a:lstStyle/>
                    <a:p>
                      <a:pPr algn="r"/>
                      <a:r>
                        <a:rPr lang="en-US" sz="900"/>
                        <a:t>XXXXX </a:t>
                      </a:r>
                      <a:r>
                        <a:rPr lang="en-US" sz="900" dirty="0"/>
                        <a:t>Only</a:t>
                      </a:r>
                    </a:p>
                  </a:txBody>
                  <a:tcPr anchor="b"/>
                </a:tc>
                <a:tc>
                  <a:txBody>
                    <a:bodyPr/>
                    <a:lstStyle/>
                    <a:p>
                      <a:pPr algn="r"/>
                      <a:r>
                        <a:rPr lang="en-US" sz="900" dirty="0"/>
                        <a:t>Overlap</a:t>
                      </a:r>
                    </a:p>
                  </a:txBody>
                  <a:tcPr anchor="b"/>
                </a:tc>
                <a:tc>
                  <a:txBody>
                    <a:bodyPr/>
                    <a:lstStyle/>
                    <a:p>
                      <a:pPr algn="r"/>
                      <a:r>
                        <a:rPr lang="en-US" sz="900" dirty="0"/>
                        <a:t>COMP </a:t>
                      </a:r>
                    </a:p>
                    <a:p>
                      <a:pPr algn="r"/>
                      <a:r>
                        <a:rPr lang="en-US" sz="900" dirty="0"/>
                        <a:t>Only</a:t>
                      </a:r>
                    </a:p>
                  </a:txBody>
                  <a:tcPr anchor="b"/>
                </a:tc>
                <a:extLst>
                  <a:ext uri="{0D108BD9-81ED-4DB2-BD59-A6C34878D82A}">
                    <a16:rowId xmlns:a16="http://schemas.microsoft.com/office/drawing/2014/main" val="2735874703"/>
                  </a:ext>
                </a:extLst>
              </a:tr>
              <a:tr h="182880">
                <a:tc>
                  <a:txBody>
                    <a:bodyPr/>
                    <a:lstStyle/>
                    <a:p>
                      <a:pPr lvl="0" algn="l" fontAlgn="ctr"/>
                      <a:r>
                        <a:rPr lang="en-US" sz="900" b="0" i="0" u="none" strike="noStrike" dirty="0">
                          <a:solidFill>
                            <a:srgbClr val="000000"/>
                          </a:solidFill>
                          <a:effectLst/>
                          <a:latin typeface="Roboto" panose="02000000000000000000" pitchFamily="2" charset="0"/>
                        </a:rPr>
                        <a:t>Avg. HH Income</a:t>
                      </a:r>
                    </a:p>
                  </a:txBody>
                  <a:tcPr marL="82296" marR="85725" marT="9525" marB="0" anchor="ctr"/>
                </a:tc>
                <a:tc>
                  <a:txBody>
                    <a:bodyPr/>
                    <a:lstStyle/>
                    <a:p>
                      <a:pPr algn="r" fontAlgn="ctr"/>
                      <a:endParaRPr lang="en-US" sz="900" b="1" i="0" u="none" strike="noStrike" dirty="0">
                        <a:solidFill>
                          <a:srgbClr val="000000"/>
                        </a:solidFill>
                        <a:effectLst/>
                        <a:latin typeface="Roboto" panose="02000000000000000000" pitchFamily="2" charset="0"/>
                      </a:endParaRPr>
                    </a:p>
                  </a:txBody>
                  <a:tcPr marL="9525" marR="85725" marT="9525" marB="0" anchor="ct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85725" marT="9525" marB="0" anchor="ct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9525" marT="9525" marB="0" anchor="ctr"/>
                </a:tc>
                <a:extLst>
                  <a:ext uri="{0D108BD9-81ED-4DB2-BD59-A6C34878D82A}">
                    <a16:rowId xmlns:a16="http://schemas.microsoft.com/office/drawing/2014/main" val="3122876205"/>
                  </a:ext>
                </a:extLst>
              </a:tr>
              <a:tr h="182880">
                <a:tc>
                  <a:txBody>
                    <a:bodyPr/>
                    <a:lstStyle/>
                    <a:p>
                      <a:pPr lvl="0" algn="l" fontAlgn="ctr"/>
                      <a:r>
                        <a:rPr lang="en-US" sz="900" b="0" i="0" u="none" strike="noStrike" dirty="0">
                          <a:solidFill>
                            <a:srgbClr val="000000"/>
                          </a:solidFill>
                          <a:effectLst/>
                          <a:latin typeface="Roboto" panose="02000000000000000000" pitchFamily="2" charset="0"/>
                        </a:rPr>
                        <a:t>Households</a:t>
                      </a:r>
                    </a:p>
                  </a:txBody>
                  <a:tcPr marL="82296" marR="85725" marT="9525" marB="0" anchor="ctr"/>
                </a:tc>
                <a:tc>
                  <a:txBody>
                    <a:bodyPr/>
                    <a:lstStyle/>
                    <a:p>
                      <a:pPr algn="r" fontAlgn="ctr"/>
                      <a:endParaRPr lang="en-US" sz="900" b="1" i="0" u="none" strike="noStrike" dirty="0">
                        <a:solidFill>
                          <a:srgbClr val="000000"/>
                        </a:solidFill>
                        <a:effectLst/>
                        <a:latin typeface="Roboto" panose="02000000000000000000" pitchFamily="2" charset="0"/>
                      </a:endParaRPr>
                    </a:p>
                  </a:txBody>
                  <a:tcPr marL="9525" marR="85725" marT="9525" marB="0" anchor="ct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85725" marT="9525" marB="0" anchor="ct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9525" marT="9525" marB="0" anchor="ctr"/>
                </a:tc>
                <a:extLst>
                  <a:ext uri="{0D108BD9-81ED-4DB2-BD59-A6C34878D82A}">
                    <a16:rowId xmlns:a16="http://schemas.microsoft.com/office/drawing/2014/main" val="69943543"/>
                  </a:ext>
                </a:extLst>
              </a:tr>
              <a:tr h="182880">
                <a:tc>
                  <a:txBody>
                    <a:bodyPr/>
                    <a:lstStyle/>
                    <a:p>
                      <a:pPr lvl="0" algn="l" fontAlgn="ctr"/>
                      <a:r>
                        <a:rPr lang="en-US" sz="900" b="0" i="0" u="none" strike="noStrike" dirty="0">
                          <a:solidFill>
                            <a:srgbClr val="000000"/>
                          </a:solidFill>
                          <a:effectLst/>
                          <a:latin typeface="Roboto" panose="02000000000000000000" pitchFamily="2" charset="0"/>
                        </a:rPr>
                        <a:t>Population</a:t>
                      </a:r>
                    </a:p>
                  </a:txBody>
                  <a:tcPr marL="82296" marR="85725" marT="9525" marB="0" anchor="ctr"/>
                </a:tc>
                <a:tc>
                  <a:txBody>
                    <a:bodyPr/>
                    <a:lstStyle/>
                    <a:p>
                      <a:pPr algn="r" fontAlgn="ctr"/>
                      <a:endParaRPr lang="en-US" sz="900" b="1" i="0" u="none" strike="noStrike" dirty="0">
                        <a:solidFill>
                          <a:srgbClr val="000000"/>
                        </a:solidFill>
                        <a:effectLst/>
                        <a:latin typeface="Roboto" panose="02000000000000000000" pitchFamily="2" charset="0"/>
                      </a:endParaRPr>
                    </a:p>
                  </a:txBody>
                  <a:tcPr marL="9525" marR="85725" marT="9525" marB="0" anchor="ct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85725" marT="9525" marB="0" anchor="ctr"/>
                </a:tc>
                <a:tc>
                  <a:txBody>
                    <a:bodyPr/>
                    <a:lstStyle/>
                    <a:p>
                      <a:pPr algn="r" fontAlgn="ctr"/>
                      <a:endParaRPr lang="en-US" sz="900" b="0" i="0" u="none" strike="noStrike" dirty="0">
                        <a:solidFill>
                          <a:srgbClr val="000000"/>
                        </a:solidFill>
                        <a:effectLst/>
                        <a:latin typeface="Roboto" panose="02000000000000000000" pitchFamily="2" charset="0"/>
                      </a:endParaRPr>
                    </a:p>
                  </a:txBody>
                  <a:tcPr marL="9525" marR="9525" marT="9525" marB="0" anchor="ctr"/>
                </a:tc>
                <a:extLst>
                  <a:ext uri="{0D108BD9-81ED-4DB2-BD59-A6C34878D82A}">
                    <a16:rowId xmlns:a16="http://schemas.microsoft.com/office/drawing/2014/main" val="977841747"/>
                  </a:ext>
                </a:extLst>
              </a:tr>
            </a:tbl>
          </a:graphicData>
        </a:graphic>
      </p:graphicFrame>
    </p:spTree>
    <p:extLst>
      <p:ext uri="{BB962C8B-B14F-4D97-AF65-F5344CB8AC3E}">
        <p14:creationId xmlns:p14="http://schemas.microsoft.com/office/powerpoint/2010/main" val="29908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8B3E360-8498-4411-BE3D-09866E56194E}"/>
              </a:ext>
            </a:extLst>
          </p:cNvPr>
          <p:cNvSpPr>
            <a:spLocks noGrp="1"/>
          </p:cNvSpPr>
          <p:nvPr>
            <p:ph type="title"/>
          </p:nvPr>
        </p:nvSpPr>
        <p:spPr>
          <a:xfrm>
            <a:off x="1011238" y="6076950"/>
            <a:ext cx="10881360" cy="720513"/>
          </a:xfrm>
        </p:spPr>
        <p:txBody>
          <a:bodyPr/>
          <a:lstStyle/>
          <a:p>
            <a:r>
              <a:rPr lang="en-US"/>
              <a:t>Year-on-Year Comparison</a:t>
            </a:r>
          </a:p>
        </p:txBody>
      </p:sp>
      <p:sp>
        <p:nvSpPr>
          <p:cNvPr id="9" name="Text Placeholder 8">
            <a:extLst>
              <a:ext uri="{FF2B5EF4-FFF2-40B4-BE49-F238E27FC236}">
                <a16:creationId xmlns:a16="http://schemas.microsoft.com/office/drawing/2014/main" id="{13F001DA-84F9-478E-B9CA-74965CE0806A}"/>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276AFB66-272C-42EC-BBEB-9B43C8F5E7A3}"/>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23</a:t>
            </a:fld>
            <a:endParaRPr lang="en-US"/>
          </a:p>
        </p:txBody>
      </p:sp>
      <p:sp>
        <p:nvSpPr>
          <p:cNvPr id="2" name="Rectangle 1">
            <a:extLst>
              <a:ext uri="{FF2B5EF4-FFF2-40B4-BE49-F238E27FC236}">
                <a16:creationId xmlns:a16="http://schemas.microsoft.com/office/drawing/2014/main" id="{66617C45-E044-6929-A0BA-D2915D201A65}"/>
              </a:ext>
            </a:extLst>
          </p:cNvPr>
          <p:cNvSpPr/>
          <p:nvPr/>
        </p:nvSpPr>
        <p:spPr>
          <a:xfrm>
            <a:off x="4105274" y="1462841"/>
            <a:ext cx="4572000" cy="2423359"/>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Insert photo of the client location or location being analyzed and resize/crop to fit properly, then ‘Send to back’</a:t>
            </a: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(Height: 14.0” x Width: 6.39”)</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262078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BD4B4E-BABD-4672-A99B-F5E34BEB35AB}"/>
              </a:ext>
            </a:extLst>
          </p:cNvPr>
          <p:cNvSpPr>
            <a:spLocks noGrp="1"/>
          </p:cNvSpPr>
          <p:nvPr>
            <p:ph type="title"/>
          </p:nvPr>
        </p:nvSpPr>
        <p:spPr>
          <a:xfrm>
            <a:off x="739140" y="76200"/>
            <a:ext cx="11323320" cy="1295400"/>
          </a:xfrm>
        </p:spPr>
        <p:txBody>
          <a:bodyPr/>
          <a:lstStyle/>
          <a:p>
            <a:r>
              <a:rPr lang="en-US" dirty="0"/>
              <a:t>XXXXX Visitor: Where and Who</a:t>
            </a:r>
            <a:br>
              <a:rPr lang="en-US" dirty="0"/>
            </a:br>
            <a:r>
              <a:rPr lang="fr-FR" sz="2400" dirty="0"/>
              <a:t>FY 2023 vs. FY 2024</a:t>
            </a:r>
            <a:endParaRPr lang="en-US" dirty="0"/>
          </a:p>
        </p:txBody>
      </p:sp>
      <p:sp>
        <p:nvSpPr>
          <p:cNvPr id="125" name="Text 0">
            <a:extLst>
              <a:ext uri="{FF2B5EF4-FFF2-40B4-BE49-F238E27FC236}">
                <a16:creationId xmlns:a16="http://schemas.microsoft.com/office/drawing/2014/main" id="{2C6C02FC-46EC-538C-D54C-409CE94AD908}"/>
              </a:ext>
            </a:extLst>
          </p:cNvPr>
          <p:cNvSpPr/>
          <p:nvPr/>
        </p:nvSpPr>
        <p:spPr>
          <a:xfrm>
            <a:off x="439753" y="7010400"/>
            <a:ext cx="9601200" cy="0"/>
          </a:xfrm>
          <a:prstGeom prst="rect">
            <a:avLst/>
          </a:prstGeom>
          <a:noFill/>
          <a:ln/>
        </p:spPr>
        <p:txBody>
          <a:bodyPr wrap="square" rtlCol="0" anchor="ctr"/>
          <a:lstStyle/>
          <a:p>
            <a:r>
              <a:rPr lang="en-US" sz="800" i="1" dirty="0">
                <a:solidFill>
                  <a:srgbClr val="7F7F7F"/>
                </a:solidFill>
              </a:rPr>
              <a:t>Source: </a:t>
            </a:r>
            <a:r>
              <a:rPr lang="en-US" sz="800" i="1" dirty="0" err="1">
                <a:solidFill>
                  <a:srgbClr val="7F7F7F"/>
                </a:solidFill>
              </a:rPr>
              <a:t>TruTrade</a:t>
            </a:r>
            <a:endParaRPr lang="en-US" sz="800" dirty="0"/>
          </a:p>
        </p:txBody>
      </p:sp>
      <p:sp>
        <p:nvSpPr>
          <p:cNvPr id="127" name="Shape 2">
            <a:extLst>
              <a:ext uri="{FF2B5EF4-FFF2-40B4-BE49-F238E27FC236}">
                <a16:creationId xmlns:a16="http://schemas.microsoft.com/office/drawing/2014/main" id="{D4492F04-6F1E-E00F-5DF6-F6259C1BCB7E}"/>
              </a:ext>
            </a:extLst>
          </p:cNvPr>
          <p:cNvSpPr/>
          <p:nvPr/>
        </p:nvSpPr>
        <p:spPr>
          <a:xfrm>
            <a:off x="6400800" y="1143000"/>
            <a:ext cx="0" cy="5486400"/>
          </a:xfrm>
          <a:prstGeom prst="line">
            <a:avLst/>
          </a:prstGeom>
          <a:noFill/>
          <a:ln w="12700">
            <a:solidFill>
              <a:srgbClr val="333333"/>
            </a:solidFill>
            <a:prstDash val="solid"/>
          </a:ln>
        </p:spPr>
        <p:txBody>
          <a:bodyPr/>
          <a:lstStyle/>
          <a:p>
            <a:endParaRPr lang="en-US"/>
          </a:p>
        </p:txBody>
      </p:sp>
      <p:sp>
        <p:nvSpPr>
          <p:cNvPr id="128" name="Text 3">
            <a:extLst>
              <a:ext uri="{FF2B5EF4-FFF2-40B4-BE49-F238E27FC236}">
                <a16:creationId xmlns:a16="http://schemas.microsoft.com/office/drawing/2014/main" id="{698AEAC8-E814-C220-4AB4-8774DA0E17A9}"/>
              </a:ext>
            </a:extLst>
          </p:cNvPr>
          <p:cNvSpPr/>
          <p:nvPr/>
        </p:nvSpPr>
        <p:spPr>
          <a:xfrm>
            <a:off x="2404872" y="1408176"/>
            <a:ext cx="1188720" cy="292608"/>
          </a:xfrm>
          <a:prstGeom prst="rect">
            <a:avLst/>
          </a:prstGeom>
          <a:solidFill>
            <a:srgbClr val="FFFFFF"/>
          </a:solidFill>
          <a:ln/>
        </p:spPr>
        <p:txBody>
          <a:bodyPr wrap="square" rtlCol="0" anchor="ctr"/>
          <a:lstStyle/>
          <a:p>
            <a:pPr marL="0" indent="0" algn="ctr">
              <a:buNone/>
            </a:pPr>
            <a:r>
              <a:rPr lang="en-US" sz="1400" b="1">
                <a:solidFill>
                  <a:srgbClr val="000000"/>
                </a:solidFill>
              </a:rPr>
              <a:t>2023</a:t>
            </a:r>
            <a:endParaRPr lang="en-US" sz="1400"/>
          </a:p>
        </p:txBody>
      </p:sp>
      <p:sp>
        <p:nvSpPr>
          <p:cNvPr id="129" name="Text 4">
            <a:extLst>
              <a:ext uri="{FF2B5EF4-FFF2-40B4-BE49-F238E27FC236}">
                <a16:creationId xmlns:a16="http://schemas.microsoft.com/office/drawing/2014/main" id="{9B4AF212-B8F1-634A-12C0-73DD2800B2F8}"/>
              </a:ext>
            </a:extLst>
          </p:cNvPr>
          <p:cNvSpPr/>
          <p:nvPr/>
        </p:nvSpPr>
        <p:spPr>
          <a:xfrm>
            <a:off x="4096512" y="1408176"/>
            <a:ext cx="1188720" cy="292608"/>
          </a:xfrm>
          <a:prstGeom prst="rect">
            <a:avLst/>
          </a:prstGeom>
          <a:solidFill>
            <a:srgbClr val="FFFFFF"/>
          </a:solidFill>
          <a:ln/>
        </p:spPr>
        <p:txBody>
          <a:bodyPr wrap="square" rtlCol="0" anchor="ctr"/>
          <a:lstStyle/>
          <a:p>
            <a:pPr marL="0" indent="0" algn="ctr">
              <a:buNone/>
            </a:pPr>
            <a:r>
              <a:rPr lang="en-US" sz="1400" b="1">
                <a:solidFill>
                  <a:srgbClr val="000000"/>
                </a:solidFill>
              </a:rPr>
              <a:t>2024</a:t>
            </a:r>
            <a:endParaRPr lang="en-US" sz="1400"/>
          </a:p>
        </p:txBody>
      </p:sp>
      <p:sp>
        <p:nvSpPr>
          <p:cNvPr id="130" name="Text 5">
            <a:extLst>
              <a:ext uri="{FF2B5EF4-FFF2-40B4-BE49-F238E27FC236}">
                <a16:creationId xmlns:a16="http://schemas.microsoft.com/office/drawing/2014/main" id="{64E3D0DA-BB1A-047A-A68B-4760E16FEFB2}"/>
              </a:ext>
            </a:extLst>
          </p:cNvPr>
          <p:cNvSpPr/>
          <p:nvPr/>
        </p:nvSpPr>
        <p:spPr>
          <a:xfrm>
            <a:off x="5550408" y="1600200"/>
            <a:ext cx="9601200" cy="0"/>
          </a:xfrm>
          <a:prstGeom prst="rect">
            <a:avLst/>
          </a:prstGeom>
          <a:noFill/>
          <a:ln/>
        </p:spPr>
        <p:txBody>
          <a:bodyPr wrap="square" rtlCol="0" anchor="ctr"/>
          <a:lstStyle/>
          <a:p>
            <a:pPr marL="0" indent="0">
              <a:buNone/>
            </a:pPr>
            <a:r>
              <a:rPr lang="en-US" sz="1200" b="1">
                <a:solidFill>
                  <a:srgbClr val="000000"/>
                </a:solidFill>
              </a:rPr>
              <a:t>CHANGE</a:t>
            </a:r>
            <a:endParaRPr lang="en-US" sz="1200"/>
          </a:p>
        </p:txBody>
      </p:sp>
      <p:sp>
        <p:nvSpPr>
          <p:cNvPr id="131" name="Text 6">
            <a:extLst>
              <a:ext uri="{FF2B5EF4-FFF2-40B4-BE49-F238E27FC236}">
                <a16:creationId xmlns:a16="http://schemas.microsoft.com/office/drawing/2014/main" id="{E0405A48-B30E-E83B-CA80-504FBA041809}"/>
              </a:ext>
            </a:extLst>
          </p:cNvPr>
          <p:cNvSpPr/>
          <p:nvPr/>
        </p:nvSpPr>
        <p:spPr>
          <a:xfrm>
            <a:off x="8741664" y="1408176"/>
            <a:ext cx="1188720" cy="292608"/>
          </a:xfrm>
          <a:prstGeom prst="rect">
            <a:avLst/>
          </a:prstGeom>
          <a:solidFill>
            <a:srgbClr val="FFFFFF"/>
          </a:solidFill>
          <a:ln/>
        </p:spPr>
        <p:txBody>
          <a:bodyPr wrap="square" rtlCol="0" anchor="ctr"/>
          <a:lstStyle/>
          <a:p>
            <a:pPr marL="0" indent="0" algn="ctr">
              <a:buNone/>
            </a:pPr>
            <a:r>
              <a:rPr lang="en-US" sz="1400" b="1">
                <a:solidFill>
                  <a:srgbClr val="000000"/>
                </a:solidFill>
              </a:rPr>
              <a:t>2023</a:t>
            </a:r>
            <a:endParaRPr lang="en-US" sz="1400"/>
          </a:p>
        </p:txBody>
      </p:sp>
      <p:sp>
        <p:nvSpPr>
          <p:cNvPr id="132" name="Text 7">
            <a:extLst>
              <a:ext uri="{FF2B5EF4-FFF2-40B4-BE49-F238E27FC236}">
                <a16:creationId xmlns:a16="http://schemas.microsoft.com/office/drawing/2014/main" id="{99AC85BE-CB8A-52C4-7209-834E1E250BC3}"/>
              </a:ext>
            </a:extLst>
          </p:cNvPr>
          <p:cNvSpPr/>
          <p:nvPr/>
        </p:nvSpPr>
        <p:spPr>
          <a:xfrm>
            <a:off x="10259568" y="1408176"/>
            <a:ext cx="1188720" cy="292608"/>
          </a:xfrm>
          <a:prstGeom prst="rect">
            <a:avLst/>
          </a:prstGeom>
          <a:solidFill>
            <a:srgbClr val="FFFFFF"/>
          </a:solidFill>
          <a:ln/>
        </p:spPr>
        <p:txBody>
          <a:bodyPr wrap="square" rtlCol="0" anchor="ctr"/>
          <a:lstStyle/>
          <a:p>
            <a:pPr marL="0" indent="0" algn="ctr">
              <a:buNone/>
            </a:pPr>
            <a:r>
              <a:rPr lang="en-US" sz="1400" b="1">
                <a:solidFill>
                  <a:srgbClr val="000000"/>
                </a:solidFill>
              </a:rPr>
              <a:t>2024</a:t>
            </a:r>
            <a:endParaRPr lang="en-US" sz="1400"/>
          </a:p>
        </p:txBody>
      </p:sp>
      <p:sp>
        <p:nvSpPr>
          <p:cNvPr id="133" name="Text 8">
            <a:extLst>
              <a:ext uri="{FF2B5EF4-FFF2-40B4-BE49-F238E27FC236}">
                <a16:creationId xmlns:a16="http://schemas.microsoft.com/office/drawing/2014/main" id="{79B60C91-71FF-38BB-8EB6-9A2BE131CDF8}"/>
              </a:ext>
            </a:extLst>
          </p:cNvPr>
          <p:cNvSpPr/>
          <p:nvPr/>
        </p:nvSpPr>
        <p:spPr>
          <a:xfrm>
            <a:off x="11667744" y="1600200"/>
            <a:ext cx="9601200" cy="0"/>
          </a:xfrm>
          <a:prstGeom prst="rect">
            <a:avLst/>
          </a:prstGeom>
          <a:noFill/>
          <a:ln/>
        </p:spPr>
        <p:txBody>
          <a:bodyPr wrap="square" rtlCol="0" anchor="ctr"/>
          <a:lstStyle/>
          <a:p>
            <a:pPr marL="0" indent="0">
              <a:buNone/>
            </a:pPr>
            <a:r>
              <a:rPr lang="en-US" sz="1200" b="1">
                <a:solidFill>
                  <a:srgbClr val="000000"/>
                </a:solidFill>
              </a:rPr>
              <a:t>CHANGE</a:t>
            </a:r>
            <a:endParaRPr lang="en-US" sz="1200"/>
          </a:p>
        </p:txBody>
      </p:sp>
      <p:pic>
        <p:nvPicPr>
          <p:cNvPr id="134" name="Image 0" descr="preencoded.png">
            <a:extLst>
              <a:ext uri="{FF2B5EF4-FFF2-40B4-BE49-F238E27FC236}">
                <a16:creationId xmlns:a16="http://schemas.microsoft.com/office/drawing/2014/main" id="{83FEEDE7-A2EE-EAE5-240A-E4468209903A}"/>
              </a:ext>
            </a:extLst>
          </p:cNvPr>
          <p:cNvPicPr>
            <a:picLocks noChangeAspect="1"/>
          </p:cNvPicPr>
          <p:nvPr/>
        </p:nvPicPr>
        <p:blipFill>
          <a:blip r:embed="rId2"/>
          <a:stretch>
            <a:fillRect/>
          </a:stretch>
        </p:blipFill>
        <p:spPr>
          <a:xfrm>
            <a:off x="283464" y="1911096"/>
            <a:ext cx="457200" cy="457200"/>
          </a:xfrm>
          <a:prstGeom prst="rect">
            <a:avLst/>
          </a:prstGeom>
        </p:spPr>
      </p:pic>
      <p:sp>
        <p:nvSpPr>
          <p:cNvPr id="135" name="Text 9">
            <a:extLst>
              <a:ext uri="{FF2B5EF4-FFF2-40B4-BE49-F238E27FC236}">
                <a16:creationId xmlns:a16="http://schemas.microsoft.com/office/drawing/2014/main" id="{EB1FCDB7-C13D-F8F4-5F38-8EF6A0D9690A}"/>
              </a:ext>
            </a:extLst>
          </p:cNvPr>
          <p:cNvSpPr/>
          <p:nvPr/>
        </p:nvSpPr>
        <p:spPr>
          <a:xfrm>
            <a:off x="795528" y="2139696"/>
            <a:ext cx="9601200" cy="0"/>
          </a:xfrm>
          <a:prstGeom prst="rect">
            <a:avLst/>
          </a:prstGeom>
          <a:noFill/>
          <a:ln/>
        </p:spPr>
        <p:txBody>
          <a:bodyPr wrap="square" rtlCol="0" anchor="ctr"/>
          <a:lstStyle/>
          <a:p>
            <a:pPr marL="0" indent="0">
              <a:buNone/>
            </a:pPr>
            <a:r>
              <a:rPr lang="en-US" sz="1200" b="1" err="1">
                <a:solidFill>
                  <a:srgbClr val="000000"/>
                </a:solidFill>
              </a:rPr>
              <a:t>TruTrade</a:t>
            </a:r>
            <a:r>
              <a:rPr lang="en-US" sz="1200" b="1">
                <a:solidFill>
                  <a:srgbClr val="000000"/>
                </a:solidFill>
              </a:rPr>
              <a:t> Visitor </a:t>
            </a:r>
          </a:p>
          <a:p>
            <a:pPr marL="0" indent="0">
              <a:buNone/>
            </a:pPr>
            <a:r>
              <a:rPr lang="en-US" sz="1200" b="1">
                <a:solidFill>
                  <a:srgbClr val="000000"/>
                </a:solidFill>
              </a:rPr>
              <a:t>Origin</a:t>
            </a:r>
            <a:r>
              <a:rPr lang="en-US" sz="1200"/>
              <a:t> </a:t>
            </a:r>
            <a:r>
              <a:rPr lang="en-US" sz="1200" b="1">
                <a:solidFill>
                  <a:srgbClr val="000000"/>
                </a:solidFill>
              </a:rPr>
              <a:t>Population</a:t>
            </a:r>
            <a:endParaRPr lang="en-US" sz="1200"/>
          </a:p>
        </p:txBody>
      </p:sp>
      <p:pic>
        <p:nvPicPr>
          <p:cNvPr id="136" name="Image 1" descr="preencoded.png">
            <a:extLst>
              <a:ext uri="{FF2B5EF4-FFF2-40B4-BE49-F238E27FC236}">
                <a16:creationId xmlns:a16="http://schemas.microsoft.com/office/drawing/2014/main" id="{FE098923-6AA4-2385-58C5-915E01AB821E}"/>
              </a:ext>
            </a:extLst>
          </p:cNvPr>
          <p:cNvPicPr>
            <a:picLocks noChangeAspect="1"/>
          </p:cNvPicPr>
          <p:nvPr/>
        </p:nvPicPr>
        <p:blipFill>
          <a:blip r:embed="rId3"/>
          <a:stretch>
            <a:fillRect/>
          </a:stretch>
        </p:blipFill>
        <p:spPr>
          <a:xfrm>
            <a:off x="279908" y="2362200"/>
            <a:ext cx="457200" cy="457200"/>
          </a:xfrm>
          <a:prstGeom prst="rect">
            <a:avLst/>
          </a:prstGeom>
        </p:spPr>
      </p:pic>
      <p:sp>
        <p:nvSpPr>
          <p:cNvPr id="137" name="Text 12">
            <a:extLst>
              <a:ext uri="{FF2B5EF4-FFF2-40B4-BE49-F238E27FC236}">
                <a16:creationId xmlns:a16="http://schemas.microsoft.com/office/drawing/2014/main" id="{D6FCB8B2-BEE1-47B4-87CA-C68CF3B4EB9B}"/>
              </a:ext>
            </a:extLst>
          </p:cNvPr>
          <p:cNvSpPr/>
          <p:nvPr/>
        </p:nvSpPr>
        <p:spPr>
          <a:xfrm>
            <a:off x="795528" y="2590800"/>
            <a:ext cx="9601200" cy="0"/>
          </a:xfrm>
          <a:prstGeom prst="rect">
            <a:avLst/>
          </a:prstGeom>
          <a:noFill/>
          <a:ln/>
        </p:spPr>
        <p:txBody>
          <a:bodyPr wrap="square" rtlCol="0" anchor="ctr"/>
          <a:lstStyle/>
          <a:p>
            <a:pPr marL="0" indent="0">
              <a:buNone/>
            </a:pPr>
            <a:r>
              <a:rPr lang="en-US" sz="1200" b="1">
                <a:solidFill>
                  <a:srgbClr val="000000"/>
                </a:solidFill>
              </a:rPr>
              <a:t>Less than 20 miles</a:t>
            </a:r>
            <a:endParaRPr lang="en-US" sz="1200"/>
          </a:p>
        </p:txBody>
      </p:sp>
      <p:sp>
        <p:nvSpPr>
          <p:cNvPr id="138" name="Text 15">
            <a:extLst>
              <a:ext uri="{FF2B5EF4-FFF2-40B4-BE49-F238E27FC236}">
                <a16:creationId xmlns:a16="http://schemas.microsoft.com/office/drawing/2014/main" id="{38D0F214-094D-C59B-FDCF-C6F30532DFDF}"/>
              </a:ext>
            </a:extLst>
          </p:cNvPr>
          <p:cNvSpPr/>
          <p:nvPr/>
        </p:nvSpPr>
        <p:spPr>
          <a:xfrm>
            <a:off x="795528" y="3048000"/>
            <a:ext cx="9601200" cy="0"/>
          </a:xfrm>
          <a:prstGeom prst="rect">
            <a:avLst/>
          </a:prstGeom>
          <a:noFill/>
          <a:ln/>
        </p:spPr>
        <p:txBody>
          <a:bodyPr wrap="square" rtlCol="0" anchor="ctr"/>
          <a:lstStyle/>
          <a:p>
            <a:pPr marL="0" indent="0">
              <a:buNone/>
            </a:pPr>
            <a:r>
              <a:rPr lang="en-US" sz="1200" b="1">
                <a:solidFill>
                  <a:srgbClr val="000000"/>
                </a:solidFill>
              </a:rPr>
              <a:t>20-50 miles</a:t>
            </a:r>
            <a:endParaRPr lang="en-US" sz="1200"/>
          </a:p>
        </p:txBody>
      </p:sp>
      <p:sp>
        <p:nvSpPr>
          <p:cNvPr id="139" name="Text 18">
            <a:extLst>
              <a:ext uri="{FF2B5EF4-FFF2-40B4-BE49-F238E27FC236}">
                <a16:creationId xmlns:a16="http://schemas.microsoft.com/office/drawing/2014/main" id="{DFFBC7A1-289C-80FB-EBE2-20850E2F519F}"/>
              </a:ext>
            </a:extLst>
          </p:cNvPr>
          <p:cNvSpPr/>
          <p:nvPr/>
        </p:nvSpPr>
        <p:spPr>
          <a:xfrm>
            <a:off x="795528" y="3505200"/>
            <a:ext cx="9601200" cy="0"/>
          </a:xfrm>
          <a:prstGeom prst="rect">
            <a:avLst/>
          </a:prstGeom>
          <a:noFill/>
          <a:ln/>
        </p:spPr>
        <p:txBody>
          <a:bodyPr wrap="square" rtlCol="0" anchor="ctr"/>
          <a:lstStyle/>
          <a:p>
            <a:pPr marL="0" indent="0">
              <a:buNone/>
            </a:pPr>
            <a:r>
              <a:rPr lang="en-US" sz="1200" b="1">
                <a:solidFill>
                  <a:srgbClr val="000000"/>
                </a:solidFill>
              </a:rPr>
              <a:t>More than 50 miles</a:t>
            </a:r>
            <a:endParaRPr lang="en-US" sz="1200"/>
          </a:p>
        </p:txBody>
      </p:sp>
      <p:sp>
        <p:nvSpPr>
          <p:cNvPr id="140" name="Text 21">
            <a:extLst>
              <a:ext uri="{FF2B5EF4-FFF2-40B4-BE49-F238E27FC236}">
                <a16:creationId xmlns:a16="http://schemas.microsoft.com/office/drawing/2014/main" id="{C07122AB-B58B-F14B-9AB3-31B115DCADE1}"/>
              </a:ext>
            </a:extLst>
          </p:cNvPr>
          <p:cNvSpPr/>
          <p:nvPr/>
        </p:nvSpPr>
        <p:spPr>
          <a:xfrm>
            <a:off x="795528" y="3962400"/>
            <a:ext cx="9601200" cy="0"/>
          </a:xfrm>
          <a:prstGeom prst="rect">
            <a:avLst/>
          </a:prstGeom>
          <a:noFill/>
          <a:ln/>
        </p:spPr>
        <p:txBody>
          <a:bodyPr wrap="square" rtlCol="0" anchor="ctr"/>
          <a:lstStyle/>
          <a:p>
            <a:pPr marL="0" indent="0">
              <a:buNone/>
            </a:pPr>
            <a:r>
              <a:rPr lang="en-US" sz="1200" b="1">
                <a:solidFill>
                  <a:srgbClr val="000000"/>
                </a:solidFill>
              </a:rPr>
              <a:t>Avg Distance</a:t>
            </a:r>
            <a:endParaRPr lang="en-US" sz="1200"/>
          </a:p>
          <a:p>
            <a:pPr marL="0" indent="0">
              <a:buNone/>
            </a:pPr>
            <a:r>
              <a:rPr lang="en-US" sz="1200" b="1">
                <a:solidFill>
                  <a:srgbClr val="000000"/>
                </a:solidFill>
              </a:rPr>
              <a:t>(Live within 50mi)</a:t>
            </a:r>
            <a:endParaRPr lang="en-US" sz="1200"/>
          </a:p>
        </p:txBody>
      </p:sp>
      <p:sp>
        <p:nvSpPr>
          <p:cNvPr id="141" name="Text 24">
            <a:extLst>
              <a:ext uri="{FF2B5EF4-FFF2-40B4-BE49-F238E27FC236}">
                <a16:creationId xmlns:a16="http://schemas.microsoft.com/office/drawing/2014/main" id="{A94F7337-0BE1-5FD9-6065-BA773EB2B636}"/>
              </a:ext>
            </a:extLst>
          </p:cNvPr>
          <p:cNvSpPr/>
          <p:nvPr/>
        </p:nvSpPr>
        <p:spPr>
          <a:xfrm>
            <a:off x="795528" y="4398264"/>
            <a:ext cx="9601200" cy="0"/>
          </a:xfrm>
          <a:prstGeom prst="rect">
            <a:avLst/>
          </a:prstGeom>
          <a:noFill/>
          <a:ln/>
        </p:spPr>
        <p:txBody>
          <a:bodyPr wrap="square" rtlCol="0" anchor="ctr"/>
          <a:lstStyle/>
          <a:p>
            <a:pPr marL="0" indent="0">
              <a:buNone/>
            </a:pPr>
            <a:r>
              <a:rPr lang="en-US" sz="1200" b="1" dirty="0">
                <a:solidFill>
                  <a:srgbClr val="000000"/>
                </a:solidFill>
              </a:rPr>
              <a:t>Avg Distance</a:t>
            </a:r>
          </a:p>
          <a:p>
            <a:pPr marL="0" indent="0">
              <a:buNone/>
            </a:pPr>
            <a:r>
              <a:rPr lang="en-US" sz="1200" b="1">
                <a:solidFill>
                  <a:srgbClr val="000000"/>
                </a:solidFill>
              </a:rPr>
              <a:t>(All </a:t>
            </a:r>
            <a:r>
              <a:rPr lang="en-US" sz="1200" b="1" dirty="0">
                <a:solidFill>
                  <a:srgbClr val="000000"/>
                </a:solidFill>
              </a:rPr>
              <a:t>Visitors)</a:t>
            </a:r>
            <a:endParaRPr lang="en-US" sz="1200" dirty="0"/>
          </a:p>
        </p:txBody>
      </p:sp>
      <p:pic>
        <p:nvPicPr>
          <p:cNvPr id="142" name="Image 2" descr="preencoded.png">
            <a:extLst>
              <a:ext uri="{FF2B5EF4-FFF2-40B4-BE49-F238E27FC236}">
                <a16:creationId xmlns:a16="http://schemas.microsoft.com/office/drawing/2014/main" id="{33D0499D-7D98-88ED-2D11-78E5C2345051}"/>
              </a:ext>
            </a:extLst>
          </p:cNvPr>
          <p:cNvPicPr>
            <a:picLocks noChangeAspect="1"/>
          </p:cNvPicPr>
          <p:nvPr/>
        </p:nvPicPr>
        <p:blipFill>
          <a:blip r:embed="rId4"/>
          <a:stretch>
            <a:fillRect/>
          </a:stretch>
        </p:blipFill>
        <p:spPr>
          <a:xfrm>
            <a:off x="283464" y="5294376"/>
            <a:ext cx="457200" cy="457200"/>
          </a:xfrm>
          <a:prstGeom prst="rect">
            <a:avLst/>
          </a:prstGeom>
        </p:spPr>
      </p:pic>
      <p:sp>
        <p:nvSpPr>
          <p:cNvPr id="143" name="Text 27">
            <a:extLst>
              <a:ext uri="{FF2B5EF4-FFF2-40B4-BE49-F238E27FC236}">
                <a16:creationId xmlns:a16="http://schemas.microsoft.com/office/drawing/2014/main" id="{C976DABD-9F77-DE28-F255-019F487242E1}"/>
              </a:ext>
            </a:extLst>
          </p:cNvPr>
          <p:cNvSpPr/>
          <p:nvPr/>
        </p:nvSpPr>
        <p:spPr>
          <a:xfrm>
            <a:off x="1490472" y="4956048"/>
            <a:ext cx="9601200" cy="0"/>
          </a:xfrm>
          <a:prstGeom prst="rect">
            <a:avLst/>
          </a:prstGeom>
          <a:noFill/>
          <a:ln/>
        </p:spPr>
        <p:txBody>
          <a:bodyPr wrap="square" rtlCol="0" anchor="ctr"/>
          <a:lstStyle/>
          <a:p>
            <a:pPr marL="0" indent="0">
              <a:buNone/>
            </a:pPr>
            <a:r>
              <a:rPr lang="en-US" sz="1400" b="1">
                <a:solidFill>
                  <a:srgbClr val="000000"/>
                </a:solidFill>
              </a:rPr>
              <a:t>2023</a:t>
            </a:r>
            <a:endParaRPr lang="en-US" sz="1400"/>
          </a:p>
        </p:txBody>
      </p:sp>
      <p:sp>
        <p:nvSpPr>
          <p:cNvPr id="144" name="Text 28">
            <a:extLst>
              <a:ext uri="{FF2B5EF4-FFF2-40B4-BE49-F238E27FC236}">
                <a16:creationId xmlns:a16="http://schemas.microsoft.com/office/drawing/2014/main" id="{2D17F1A5-F346-4A27-250F-0E61EA1A02A1}"/>
              </a:ext>
            </a:extLst>
          </p:cNvPr>
          <p:cNvSpPr/>
          <p:nvPr/>
        </p:nvSpPr>
        <p:spPr>
          <a:xfrm>
            <a:off x="3941064" y="4970552"/>
            <a:ext cx="9601200" cy="0"/>
          </a:xfrm>
          <a:prstGeom prst="rect">
            <a:avLst/>
          </a:prstGeom>
          <a:noFill/>
          <a:ln/>
        </p:spPr>
        <p:txBody>
          <a:bodyPr wrap="square" rtlCol="0" anchor="ctr"/>
          <a:lstStyle/>
          <a:p>
            <a:pPr marL="0" indent="0">
              <a:buNone/>
            </a:pPr>
            <a:r>
              <a:rPr lang="en-US" sz="1400" b="1">
                <a:solidFill>
                  <a:srgbClr val="000000"/>
                </a:solidFill>
              </a:rPr>
              <a:t>2024</a:t>
            </a:r>
            <a:endParaRPr lang="en-US" sz="1400"/>
          </a:p>
        </p:txBody>
      </p:sp>
      <p:sp>
        <p:nvSpPr>
          <p:cNvPr id="145" name="Text 29">
            <a:extLst>
              <a:ext uri="{FF2B5EF4-FFF2-40B4-BE49-F238E27FC236}">
                <a16:creationId xmlns:a16="http://schemas.microsoft.com/office/drawing/2014/main" id="{33E000B6-1545-481F-3E1A-A34C9171ED2E}"/>
              </a:ext>
            </a:extLst>
          </p:cNvPr>
          <p:cNvSpPr/>
          <p:nvPr/>
        </p:nvSpPr>
        <p:spPr>
          <a:xfrm>
            <a:off x="795528" y="5559552"/>
            <a:ext cx="868680" cy="0"/>
          </a:xfrm>
          <a:prstGeom prst="rect">
            <a:avLst/>
          </a:prstGeom>
          <a:noFill/>
          <a:ln/>
        </p:spPr>
        <p:txBody>
          <a:bodyPr wrap="square" rtlCol="0" anchor="ctr"/>
          <a:lstStyle/>
          <a:p>
            <a:pPr marL="0" indent="0">
              <a:buNone/>
            </a:pPr>
            <a:r>
              <a:rPr lang="en-US" sz="1200" b="1">
                <a:solidFill>
                  <a:srgbClr val="000000"/>
                </a:solidFill>
              </a:rPr>
              <a:t>Top 5</a:t>
            </a:r>
            <a:endParaRPr lang="en-US" sz="1200"/>
          </a:p>
          <a:p>
            <a:pPr marL="0" indent="0">
              <a:buNone/>
            </a:pPr>
            <a:r>
              <a:rPr lang="en-US" sz="1200" b="1">
                <a:solidFill>
                  <a:srgbClr val="000000"/>
                </a:solidFill>
              </a:rPr>
              <a:t>ZIP</a:t>
            </a:r>
            <a:endParaRPr lang="en-US" sz="1200"/>
          </a:p>
          <a:p>
            <a:pPr marL="0" indent="0">
              <a:buNone/>
            </a:pPr>
            <a:r>
              <a:rPr lang="en-US" sz="1200" b="1">
                <a:solidFill>
                  <a:srgbClr val="000000"/>
                </a:solidFill>
              </a:rPr>
              <a:t>Codes</a:t>
            </a:r>
            <a:endParaRPr lang="en-US" sz="1200"/>
          </a:p>
        </p:txBody>
      </p:sp>
      <p:sp>
        <p:nvSpPr>
          <p:cNvPr id="156" name="Text 40">
            <a:extLst>
              <a:ext uri="{FF2B5EF4-FFF2-40B4-BE49-F238E27FC236}">
                <a16:creationId xmlns:a16="http://schemas.microsoft.com/office/drawing/2014/main" id="{5D001C70-78B9-954B-88F3-5C2891B1F0DB}"/>
              </a:ext>
            </a:extLst>
          </p:cNvPr>
          <p:cNvSpPr/>
          <p:nvPr/>
        </p:nvSpPr>
        <p:spPr>
          <a:xfrm>
            <a:off x="795528" y="6373368"/>
            <a:ext cx="731520" cy="0"/>
          </a:xfrm>
          <a:prstGeom prst="rect">
            <a:avLst/>
          </a:prstGeom>
          <a:noFill/>
          <a:ln/>
        </p:spPr>
        <p:txBody>
          <a:bodyPr wrap="square" rtlCol="0" anchor="ctr"/>
          <a:lstStyle/>
          <a:p>
            <a:pPr marL="0" indent="0">
              <a:buNone/>
            </a:pPr>
            <a:r>
              <a:rPr lang="en-US" sz="1200" b="1">
                <a:solidFill>
                  <a:srgbClr val="000000"/>
                </a:solidFill>
              </a:rPr>
              <a:t>Total Percent of Visits</a:t>
            </a:r>
            <a:endParaRPr lang="en-US" sz="1200"/>
          </a:p>
        </p:txBody>
      </p:sp>
      <p:sp>
        <p:nvSpPr>
          <p:cNvPr id="157" name="Text 41">
            <a:extLst>
              <a:ext uri="{FF2B5EF4-FFF2-40B4-BE49-F238E27FC236}">
                <a16:creationId xmlns:a16="http://schemas.microsoft.com/office/drawing/2014/main" id="{C29C59B4-9C26-36E2-39C4-C45749D56E7D}"/>
              </a:ext>
            </a:extLst>
          </p:cNvPr>
          <p:cNvSpPr/>
          <p:nvPr/>
        </p:nvSpPr>
        <p:spPr>
          <a:xfrm>
            <a:off x="1490472" y="6373368"/>
            <a:ext cx="1188720" cy="292608"/>
          </a:xfrm>
          <a:prstGeom prst="rect">
            <a:avLst/>
          </a:prstGeom>
          <a:solidFill>
            <a:srgbClr val="FFFFFF"/>
          </a:solidFill>
          <a:ln/>
        </p:spPr>
        <p:txBody>
          <a:bodyPr wrap="square" rtlCol="0" anchor="ctr"/>
          <a:lstStyle/>
          <a:p>
            <a:pPr marL="0" indent="0" algn="ctr">
              <a:buNone/>
            </a:pPr>
            <a:r>
              <a:rPr lang="en-US" sz="1800" dirty="0" err="1">
                <a:solidFill>
                  <a:srgbClr val="000000"/>
                </a:solidFill>
              </a:rPr>
              <a:t>YOYZIPPrevSUM</a:t>
            </a:r>
            <a:r>
              <a:rPr lang="en-US" sz="1800" dirty="0">
                <a:solidFill>
                  <a:srgbClr val="000000"/>
                </a:solidFill>
              </a:rPr>
              <a:t>%</a:t>
            </a:r>
            <a:endParaRPr lang="en-US" sz="1800" dirty="0"/>
          </a:p>
        </p:txBody>
      </p:sp>
      <p:sp>
        <p:nvSpPr>
          <p:cNvPr id="158" name="Text 42">
            <a:extLst>
              <a:ext uri="{FF2B5EF4-FFF2-40B4-BE49-F238E27FC236}">
                <a16:creationId xmlns:a16="http://schemas.microsoft.com/office/drawing/2014/main" id="{8D85268D-F7CD-76CA-4C56-61A5CBAF4D16}"/>
              </a:ext>
            </a:extLst>
          </p:cNvPr>
          <p:cNvSpPr/>
          <p:nvPr/>
        </p:nvSpPr>
        <p:spPr>
          <a:xfrm>
            <a:off x="3941064" y="6373368"/>
            <a:ext cx="1188720" cy="292608"/>
          </a:xfrm>
          <a:prstGeom prst="rect">
            <a:avLst/>
          </a:prstGeom>
          <a:solidFill>
            <a:srgbClr val="FFFFFF"/>
          </a:solidFill>
          <a:ln/>
        </p:spPr>
        <p:txBody>
          <a:bodyPr wrap="square" rtlCol="0" anchor="ctr"/>
          <a:lstStyle/>
          <a:p>
            <a:pPr marL="0" indent="0" algn="ctr">
              <a:buNone/>
            </a:pPr>
            <a:r>
              <a:rPr lang="en-US" sz="1800" dirty="0" err="1">
                <a:solidFill>
                  <a:srgbClr val="000000"/>
                </a:solidFill>
              </a:rPr>
              <a:t>YOYZIPPresSUM</a:t>
            </a:r>
            <a:r>
              <a:rPr lang="en-US" sz="1800" dirty="0">
                <a:solidFill>
                  <a:srgbClr val="000000"/>
                </a:solidFill>
              </a:rPr>
              <a:t>%</a:t>
            </a:r>
            <a:endParaRPr lang="en-US" sz="1800" dirty="0"/>
          </a:p>
        </p:txBody>
      </p:sp>
      <p:pic>
        <p:nvPicPr>
          <p:cNvPr id="159" name="Image 3" descr="preencoded.png">
            <a:extLst>
              <a:ext uri="{FF2B5EF4-FFF2-40B4-BE49-F238E27FC236}">
                <a16:creationId xmlns:a16="http://schemas.microsoft.com/office/drawing/2014/main" id="{E39320CE-61DC-4D04-0FCF-23F6904CE593}"/>
              </a:ext>
            </a:extLst>
          </p:cNvPr>
          <p:cNvPicPr>
            <a:picLocks noChangeAspect="1"/>
          </p:cNvPicPr>
          <p:nvPr/>
        </p:nvPicPr>
        <p:blipFill>
          <a:blip r:embed="rId5"/>
          <a:stretch>
            <a:fillRect/>
          </a:stretch>
        </p:blipFill>
        <p:spPr>
          <a:xfrm>
            <a:off x="6528816" y="1911096"/>
            <a:ext cx="457200" cy="457200"/>
          </a:xfrm>
          <a:prstGeom prst="rect">
            <a:avLst/>
          </a:prstGeom>
        </p:spPr>
      </p:pic>
      <p:sp>
        <p:nvSpPr>
          <p:cNvPr id="160" name="Text 43">
            <a:extLst>
              <a:ext uri="{FF2B5EF4-FFF2-40B4-BE49-F238E27FC236}">
                <a16:creationId xmlns:a16="http://schemas.microsoft.com/office/drawing/2014/main" id="{326D49B9-A1D6-FFC8-A4DB-4D9D7B36129D}"/>
              </a:ext>
            </a:extLst>
          </p:cNvPr>
          <p:cNvSpPr/>
          <p:nvPr/>
        </p:nvSpPr>
        <p:spPr>
          <a:xfrm>
            <a:off x="7114032" y="2139696"/>
            <a:ext cx="9601200" cy="0"/>
          </a:xfrm>
          <a:prstGeom prst="rect">
            <a:avLst/>
          </a:prstGeom>
          <a:noFill/>
          <a:ln/>
        </p:spPr>
        <p:txBody>
          <a:bodyPr wrap="square" rtlCol="0" anchor="ctr"/>
          <a:lstStyle/>
          <a:p>
            <a:pPr marL="0" indent="0">
              <a:buNone/>
            </a:pPr>
            <a:r>
              <a:rPr lang="en-US" sz="1200" b="1">
                <a:solidFill>
                  <a:srgbClr val="000000"/>
                </a:solidFill>
              </a:rPr>
              <a:t>Average Income</a:t>
            </a:r>
            <a:endParaRPr lang="en-US" sz="1200"/>
          </a:p>
          <a:p>
            <a:pPr marL="0" indent="0">
              <a:buNone/>
            </a:pPr>
            <a:r>
              <a:rPr lang="en-US" sz="1200" b="1">
                <a:solidFill>
                  <a:srgbClr val="000000"/>
                </a:solidFill>
              </a:rPr>
              <a:t>$100k or more</a:t>
            </a:r>
            <a:endParaRPr lang="en-US" sz="1200"/>
          </a:p>
        </p:txBody>
      </p:sp>
      <p:pic>
        <p:nvPicPr>
          <p:cNvPr id="163" name="Image 4" descr="preencoded.png">
            <a:extLst>
              <a:ext uri="{FF2B5EF4-FFF2-40B4-BE49-F238E27FC236}">
                <a16:creationId xmlns:a16="http://schemas.microsoft.com/office/drawing/2014/main" id="{AD102047-C261-7DD3-DCA4-F337EF94D25F}"/>
              </a:ext>
            </a:extLst>
          </p:cNvPr>
          <p:cNvPicPr>
            <a:picLocks noChangeAspect="1"/>
          </p:cNvPicPr>
          <p:nvPr/>
        </p:nvPicPr>
        <p:blipFill>
          <a:blip r:embed="rId6"/>
          <a:stretch>
            <a:fillRect/>
          </a:stretch>
        </p:blipFill>
        <p:spPr>
          <a:xfrm>
            <a:off x="6537960" y="2816352"/>
            <a:ext cx="457200" cy="457200"/>
          </a:xfrm>
          <a:prstGeom prst="rect">
            <a:avLst/>
          </a:prstGeom>
        </p:spPr>
      </p:pic>
      <p:sp>
        <p:nvSpPr>
          <p:cNvPr id="164" name="Text 46">
            <a:extLst>
              <a:ext uri="{FF2B5EF4-FFF2-40B4-BE49-F238E27FC236}">
                <a16:creationId xmlns:a16="http://schemas.microsoft.com/office/drawing/2014/main" id="{CF07F86A-6880-8E9F-CD22-5C83112B6B89}"/>
              </a:ext>
            </a:extLst>
          </p:cNvPr>
          <p:cNvSpPr/>
          <p:nvPr/>
        </p:nvSpPr>
        <p:spPr>
          <a:xfrm>
            <a:off x="7114032" y="3044952"/>
            <a:ext cx="9601200" cy="0"/>
          </a:xfrm>
          <a:prstGeom prst="rect">
            <a:avLst/>
          </a:prstGeom>
          <a:noFill/>
          <a:ln/>
        </p:spPr>
        <p:txBody>
          <a:bodyPr wrap="square" rtlCol="0" anchor="ctr"/>
          <a:lstStyle/>
          <a:p>
            <a:pPr marL="0" indent="0">
              <a:buNone/>
            </a:pPr>
            <a:r>
              <a:rPr lang="en-US" sz="1200" b="1">
                <a:solidFill>
                  <a:srgbClr val="000000"/>
                </a:solidFill>
              </a:rPr>
              <a:t>College or Post-</a:t>
            </a:r>
            <a:endParaRPr lang="en-US" sz="1200"/>
          </a:p>
          <a:p>
            <a:pPr marL="0" indent="0">
              <a:buNone/>
            </a:pPr>
            <a:r>
              <a:rPr lang="en-US" sz="1200" b="1">
                <a:solidFill>
                  <a:srgbClr val="000000"/>
                </a:solidFill>
              </a:rPr>
              <a:t>Graduate Degree</a:t>
            </a:r>
            <a:endParaRPr lang="en-US" sz="1200"/>
          </a:p>
        </p:txBody>
      </p:sp>
      <p:pic>
        <p:nvPicPr>
          <p:cNvPr id="167" name="Image 5" descr="preencoded.png">
            <a:extLst>
              <a:ext uri="{FF2B5EF4-FFF2-40B4-BE49-F238E27FC236}">
                <a16:creationId xmlns:a16="http://schemas.microsoft.com/office/drawing/2014/main" id="{E874A14E-57BB-6200-4078-12FC074ED58D}"/>
              </a:ext>
            </a:extLst>
          </p:cNvPr>
          <p:cNvPicPr>
            <a:picLocks noChangeAspect="1"/>
          </p:cNvPicPr>
          <p:nvPr/>
        </p:nvPicPr>
        <p:blipFill>
          <a:blip r:embed="rId7"/>
          <a:stretch>
            <a:fillRect/>
          </a:stretch>
        </p:blipFill>
        <p:spPr>
          <a:xfrm>
            <a:off x="6537960" y="3703320"/>
            <a:ext cx="457200" cy="457200"/>
          </a:xfrm>
          <a:prstGeom prst="rect">
            <a:avLst/>
          </a:prstGeom>
        </p:spPr>
      </p:pic>
      <p:sp>
        <p:nvSpPr>
          <p:cNvPr id="168" name="Text 49">
            <a:extLst>
              <a:ext uri="{FF2B5EF4-FFF2-40B4-BE49-F238E27FC236}">
                <a16:creationId xmlns:a16="http://schemas.microsoft.com/office/drawing/2014/main" id="{833BC32D-CAD4-08F5-EFD9-B324D0429727}"/>
              </a:ext>
            </a:extLst>
          </p:cNvPr>
          <p:cNvSpPr/>
          <p:nvPr/>
        </p:nvSpPr>
        <p:spPr>
          <a:xfrm>
            <a:off x="7114032" y="3931920"/>
            <a:ext cx="9601200" cy="0"/>
          </a:xfrm>
          <a:prstGeom prst="rect">
            <a:avLst/>
          </a:prstGeom>
          <a:noFill/>
          <a:ln/>
        </p:spPr>
        <p:txBody>
          <a:bodyPr wrap="square" rtlCol="0" anchor="ctr"/>
          <a:lstStyle/>
          <a:p>
            <a:pPr marL="0" indent="0">
              <a:buNone/>
            </a:pPr>
            <a:r>
              <a:rPr lang="en-US" sz="1200" b="1">
                <a:solidFill>
                  <a:srgbClr val="000000"/>
                </a:solidFill>
              </a:rPr>
              <a:t>Having Children &lt;18</a:t>
            </a:r>
            <a:endParaRPr lang="en-US" sz="1200"/>
          </a:p>
          <a:p>
            <a:pPr marL="0" indent="0">
              <a:buNone/>
            </a:pPr>
            <a:r>
              <a:rPr lang="en-US" sz="1200" b="1">
                <a:solidFill>
                  <a:srgbClr val="000000"/>
                </a:solidFill>
              </a:rPr>
              <a:t> Living at Home</a:t>
            </a:r>
            <a:endParaRPr lang="en-US" sz="1200"/>
          </a:p>
        </p:txBody>
      </p:sp>
      <p:pic>
        <p:nvPicPr>
          <p:cNvPr id="171" name="Picture 35" descr="Image result for ethnicity icon">
            <a:extLst>
              <a:ext uri="{FF2B5EF4-FFF2-40B4-BE49-F238E27FC236}">
                <a16:creationId xmlns:a16="http://schemas.microsoft.com/office/drawing/2014/main" id="{8A8FC510-A249-B698-8675-3153FA7DD1A2}"/>
              </a:ext>
            </a:extLst>
          </p:cNvPr>
          <p:cNvPicPr>
            <a:picLocks noChangeAspect="1" noChangeArrowheads="1"/>
          </p:cNvPicPr>
          <p:nvPr/>
        </p:nvPicPr>
        <p:blipFill>
          <a:blip r:embed="rId8"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499433" y="4549308"/>
            <a:ext cx="534254" cy="534254"/>
          </a:xfrm>
          <a:prstGeom prst="rect">
            <a:avLst/>
          </a:prstGeom>
          <a:noFill/>
          <a:extLst>
            <a:ext uri="{909E8E84-426E-40DD-AFC4-6F175D3DCCD1}">
              <a14:hiddenFill xmlns:a14="http://schemas.microsoft.com/office/drawing/2010/main">
                <a:solidFill>
                  <a:srgbClr val="FFFFFF"/>
                </a:solidFill>
              </a14:hiddenFill>
            </a:ext>
          </a:extLst>
        </p:spPr>
      </p:pic>
      <p:sp>
        <p:nvSpPr>
          <p:cNvPr id="172" name="TextBox 171">
            <a:extLst>
              <a:ext uri="{FF2B5EF4-FFF2-40B4-BE49-F238E27FC236}">
                <a16:creationId xmlns:a16="http://schemas.microsoft.com/office/drawing/2014/main" id="{FE1CEBC3-51F8-57F8-0D28-59F49D9B73E8}"/>
              </a:ext>
            </a:extLst>
          </p:cNvPr>
          <p:cNvSpPr txBox="1"/>
          <p:nvPr/>
        </p:nvSpPr>
        <p:spPr>
          <a:xfrm>
            <a:off x="7142728" y="4467011"/>
            <a:ext cx="1256036" cy="731184"/>
          </a:xfrm>
          <a:prstGeom prst="rect">
            <a:avLst/>
          </a:prstGeom>
          <a:noFill/>
        </p:spPr>
        <p:txBody>
          <a:bodyPr wrap="square" rtlCol="0" anchor="ctr">
            <a:noAutofit/>
          </a:bodyPr>
          <a:lstStyle/>
          <a:p>
            <a:r>
              <a:rPr lang="en-US" sz="1100" b="1">
                <a:solidFill>
                  <a:srgbClr val="0C0C0C"/>
                </a:solidFill>
              </a:rPr>
              <a:t>Ethnic/Racial</a:t>
            </a:r>
          </a:p>
          <a:p>
            <a:r>
              <a:rPr lang="en-US" sz="1100" b="1">
                <a:solidFill>
                  <a:srgbClr val="0C0C0C"/>
                </a:solidFill>
              </a:rPr>
              <a:t>Composition</a:t>
            </a:r>
          </a:p>
        </p:txBody>
      </p:sp>
      <p:graphicFrame>
        <p:nvGraphicFramePr>
          <p:cNvPr id="173" name="Table 172">
            <a:extLst>
              <a:ext uri="{FF2B5EF4-FFF2-40B4-BE49-F238E27FC236}">
                <a16:creationId xmlns:a16="http://schemas.microsoft.com/office/drawing/2014/main" id="{88F54138-FF4E-EC5E-0430-C8C8A8A30B14}"/>
              </a:ext>
            </a:extLst>
          </p:cNvPr>
          <p:cNvGraphicFramePr>
            <a:graphicFrameLocks noGrp="1"/>
          </p:cNvGraphicFramePr>
          <p:nvPr>
            <p:extLst>
              <p:ext uri="{D42A27DB-BD31-4B8C-83A1-F6EECF244321}">
                <p14:modId xmlns:p14="http://schemas.microsoft.com/office/powerpoint/2010/main" val="1360191074"/>
              </p:ext>
            </p:extLst>
          </p:nvPr>
        </p:nvGraphicFramePr>
        <p:xfrm>
          <a:off x="2362200" y="1887409"/>
          <a:ext cx="3048000" cy="2724216"/>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692376596"/>
                    </a:ext>
                  </a:extLst>
                </a:gridCol>
                <a:gridCol w="1524000">
                  <a:extLst>
                    <a:ext uri="{9D8B030D-6E8A-4147-A177-3AD203B41FA5}">
                      <a16:colId xmlns:a16="http://schemas.microsoft.com/office/drawing/2014/main" val="1576099204"/>
                    </a:ext>
                  </a:extLst>
                </a:gridCol>
              </a:tblGrid>
              <a:tr h="454036">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YOYPrevPop</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1800" b="0" i="0" u="none" strike="noStrike" kern="1200" cap="none" spc="0" normalizeH="0" baseline="0" noProof="0" dirty="0" err="1">
                          <a:ln>
                            <a:noFill/>
                          </a:ln>
                          <a:solidFill>
                            <a:srgbClr val="000000"/>
                          </a:solidFill>
                          <a:effectLst/>
                          <a:uLnTx/>
                          <a:uFillTx/>
                          <a:latin typeface="Roboto" panose="02000000000000000000" pitchFamily="2" charset="0"/>
                          <a:ea typeface="+mn-ea"/>
                          <a:cs typeface="+mn-cs"/>
                        </a:rPr>
                        <a:t>YOYPresPop</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9724273"/>
                  </a:ext>
                </a:extLst>
              </a:tr>
              <a:tr h="454036">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YOYPrevM1%</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YOYPresM1%</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5137985"/>
                  </a:ext>
                </a:extLst>
              </a:tr>
              <a:tr h="454036">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YOYPrevM2%</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YOYPresM2%</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4838016"/>
                  </a:ext>
                </a:extLst>
              </a:tr>
              <a:tr h="454036">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YOYPrevM3%</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YOYPresM3%</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172472"/>
                  </a:ext>
                </a:extLst>
              </a:tr>
              <a:tr h="454036">
                <a:tc>
                  <a:txBody>
                    <a:bodyPr/>
                    <a:lstStyle/>
                    <a:p>
                      <a:pPr algn="ctr" fontAlgn="ctr"/>
                      <a:r>
                        <a:rPr lang="en-US" sz="1800" b="0" i="0" u="none" strike="noStrike" dirty="0">
                          <a:solidFill>
                            <a:srgbClr val="000000"/>
                          </a:solidFill>
                          <a:effectLst/>
                          <a:latin typeface="Roboto" panose="02000000000000000000" pitchFamily="2" charset="0"/>
                        </a:rPr>
                        <a:t>YOYPrevM4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YOYPresM4</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528949"/>
                  </a:ext>
                </a:extLst>
              </a:tr>
              <a:tr h="454036">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YOYPrevM5</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YOYPresM5</a:t>
                      </a:r>
                      <a:endParaRPr lang="en-US" sz="1800" b="0" i="0" u="none" strike="noStrike" dirty="0">
                        <a:solidFill>
                          <a:srgbClr val="000000"/>
                        </a:solidFill>
                        <a:effectLst/>
                        <a:latin typeface="Roboto" panose="02000000000000000000" pitchFamily="2"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777972"/>
                  </a:ext>
                </a:extLst>
              </a:tr>
            </a:tbl>
          </a:graphicData>
        </a:graphic>
      </p:graphicFrame>
      <p:graphicFrame>
        <p:nvGraphicFramePr>
          <p:cNvPr id="174" name="Chart 173">
            <a:extLst>
              <a:ext uri="{FF2B5EF4-FFF2-40B4-BE49-F238E27FC236}">
                <a16:creationId xmlns:a16="http://schemas.microsoft.com/office/drawing/2014/main" id="{6BB3E950-64F4-D039-5F26-051BBFFF62B7}"/>
              </a:ext>
            </a:extLst>
          </p:cNvPr>
          <p:cNvGraphicFramePr>
            <a:graphicFrameLocks/>
          </p:cNvGraphicFramePr>
          <p:nvPr>
            <p:extLst>
              <p:ext uri="{D42A27DB-BD31-4B8C-83A1-F6EECF244321}">
                <p14:modId xmlns:p14="http://schemas.microsoft.com/office/powerpoint/2010/main" val="3390210911"/>
              </p:ext>
            </p:extLst>
          </p:nvPr>
        </p:nvGraphicFramePr>
        <p:xfrm>
          <a:off x="6499433" y="5061992"/>
          <a:ext cx="6334942" cy="1992755"/>
        </p:xfrm>
        <a:graphic>
          <a:graphicData uri="http://schemas.openxmlformats.org/drawingml/2006/chart">
            <c:chart xmlns:c="http://schemas.openxmlformats.org/drawingml/2006/chart" xmlns:r="http://schemas.openxmlformats.org/officeDocument/2006/relationships" r:id="rId9"/>
          </a:graphicData>
        </a:graphic>
      </p:graphicFrame>
      <p:sp>
        <p:nvSpPr>
          <p:cNvPr id="175" name="Arrow: Up 174">
            <a:extLst>
              <a:ext uri="{FF2B5EF4-FFF2-40B4-BE49-F238E27FC236}">
                <a16:creationId xmlns:a16="http://schemas.microsoft.com/office/drawing/2014/main" id="{AF0D5A5D-FF45-BFDD-8E7C-E5FA9F3D27BC}"/>
              </a:ext>
            </a:extLst>
          </p:cNvPr>
          <p:cNvSpPr/>
          <p:nvPr/>
        </p:nvSpPr>
        <p:spPr>
          <a:xfrm>
            <a:off x="5788765" y="2001830"/>
            <a:ext cx="188976" cy="252288"/>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Arrow: Up 175">
            <a:extLst>
              <a:ext uri="{FF2B5EF4-FFF2-40B4-BE49-F238E27FC236}">
                <a16:creationId xmlns:a16="http://schemas.microsoft.com/office/drawing/2014/main" id="{21944B1C-A0F0-1D24-D932-4EBE761C708B}"/>
              </a:ext>
            </a:extLst>
          </p:cNvPr>
          <p:cNvSpPr/>
          <p:nvPr/>
        </p:nvSpPr>
        <p:spPr>
          <a:xfrm rot="10800000">
            <a:off x="5788765" y="2444915"/>
            <a:ext cx="188976" cy="252288"/>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Arrow: Up 176">
            <a:extLst>
              <a:ext uri="{FF2B5EF4-FFF2-40B4-BE49-F238E27FC236}">
                <a16:creationId xmlns:a16="http://schemas.microsoft.com/office/drawing/2014/main" id="{BEA3FDD8-8B48-0068-3E16-BEAB12D44E8F}"/>
              </a:ext>
            </a:extLst>
          </p:cNvPr>
          <p:cNvSpPr/>
          <p:nvPr/>
        </p:nvSpPr>
        <p:spPr>
          <a:xfrm>
            <a:off x="5788765" y="2888000"/>
            <a:ext cx="188976" cy="252288"/>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Arrow: Up 177">
            <a:extLst>
              <a:ext uri="{FF2B5EF4-FFF2-40B4-BE49-F238E27FC236}">
                <a16:creationId xmlns:a16="http://schemas.microsoft.com/office/drawing/2014/main" id="{27D05C52-C031-C48A-FE01-DE1A735041FA}"/>
              </a:ext>
            </a:extLst>
          </p:cNvPr>
          <p:cNvSpPr/>
          <p:nvPr/>
        </p:nvSpPr>
        <p:spPr>
          <a:xfrm>
            <a:off x="5788765" y="3331085"/>
            <a:ext cx="188976" cy="252288"/>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Arrow: Up 178">
            <a:extLst>
              <a:ext uri="{FF2B5EF4-FFF2-40B4-BE49-F238E27FC236}">
                <a16:creationId xmlns:a16="http://schemas.microsoft.com/office/drawing/2014/main" id="{8B57D476-5081-9262-1E2A-58D75F178511}"/>
              </a:ext>
            </a:extLst>
          </p:cNvPr>
          <p:cNvSpPr/>
          <p:nvPr/>
        </p:nvSpPr>
        <p:spPr>
          <a:xfrm>
            <a:off x="5788765" y="3774170"/>
            <a:ext cx="188976" cy="252288"/>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Arrow: Up 179">
            <a:extLst>
              <a:ext uri="{FF2B5EF4-FFF2-40B4-BE49-F238E27FC236}">
                <a16:creationId xmlns:a16="http://schemas.microsoft.com/office/drawing/2014/main" id="{B8C4ADC0-757F-2A20-7631-A39101C9BFA7}"/>
              </a:ext>
            </a:extLst>
          </p:cNvPr>
          <p:cNvSpPr/>
          <p:nvPr/>
        </p:nvSpPr>
        <p:spPr>
          <a:xfrm>
            <a:off x="5788765" y="4217257"/>
            <a:ext cx="188976" cy="252288"/>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Arrow: Up 180">
            <a:extLst>
              <a:ext uri="{FF2B5EF4-FFF2-40B4-BE49-F238E27FC236}">
                <a16:creationId xmlns:a16="http://schemas.microsoft.com/office/drawing/2014/main" id="{86AC03DD-F23D-D2D5-9402-9DC1BF6AF732}"/>
              </a:ext>
            </a:extLst>
          </p:cNvPr>
          <p:cNvSpPr/>
          <p:nvPr/>
        </p:nvSpPr>
        <p:spPr>
          <a:xfrm>
            <a:off x="11936391" y="1836074"/>
            <a:ext cx="188976" cy="252288"/>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Arrow: Up 181">
            <a:extLst>
              <a:ext uri="{FF2B5EF4-FFF2-40B4-BE49-F238E27FC236}">
                <a16:creationId xmlns:a16="http://schemas.microsoft.com/office/drawing/2014/main" id="{5FD3E484-FD64-8474-9A88-317B401D6AE1}"/>
              </a:ext>
            </a:extLst>
          </p:cNvPr>
          <p:cNvSpPr/>
          <p:nvPr/>
        </p:nvSpPr>
        <p:spPr>
          <a:xfrm rot="10800000">
            <a:off x="11946474" y="2124889"/>
            <a:ext cx="188976" cy="252288"/>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Arrow: Up 182">
            <a:extLst>
              <a:ext uri="{FF2B5EF4-FFF2-40B4-BE49-F238E27FC236}">
                <a16:creationId xmlns:a16="http://schemas.microsoft.com/office/drawing/2014/main" id="{75176547-DF3F-AC10-D8DC-26441C17FAC6}"/>
              </a:ext>
            </a:extLst>
          </p:cNvPr>
          <p:cNvSpPr/>
          <p:nvPr/>
        </p:nvSpPr>
        <p:spPr>
          <a:xfrm rot="10800000">
            <a:off x="11946474" y="2900520"/>
            <a:ext cx="188976" cy="252288"/>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Arrow: Up 183">
            <a:extLst>
              <a:ext uri="{FF2B5EF4-FFF2-40B4-BE49-F238E27FC236}">
                <a16:creationId xmlns:a16="http://schemas.microsoft.com/office/drawing/2014/main" id="{5048FC2B-BDC7-E592-7F9F-48C1C1362BA7}"/>
              </a:ext>
            </a:extLst>
          </p:cNvPr>
          <p:cNvSpPr/>
          <p:nvPr/>
        </p:nvSpPr>
        <p:spPr>
          <a:xfrm>
            <a:off x="11946604" y="3760056"/>
            <a:ext cx="188976" cy="252288"/>
          </a:xfrm>
          <a:prstGeom prst="upArrow">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5" name="Table 184">
            <a:extLst>
              <a:ext uri="{FF2B5EF4-FFF2-40B4-BE49-F238E27FC236}">
                <a16:creationId xmlns:a16="http://schemas.microsoft.com/office/drawing/2014/main" id="{0475081D-4A85-CFD6-D9D8-03FDC9A4FD81}"/>
              </a:ext>
            </a:extLst>
          </p:cNvPr>
          <p:cNvGraphicFramePr>
            <a:graphicFrameLocks noGrp="1"/>
          </p:cNvGraphicFramePr>
          <p:nvPr>
            <p:extLst>
              <p:ext uri="{D42A27DB-BD31-4B8C-83A1-F6EECF244321}">
                <p14:modId xmlns:p14="http://schemas.microsoft.com/office/powerpoint/2010/main" val="785653106"/>
              </p:ext>
            </p:extLst>
          </p:nvPr>
        </p:nvGraphicFramePr>
        <p:xfrm>
          <a:off x="3972051" y="5177549"/>
          <a:ext cx="1778000" cy="959814"/>
        </p:xfrm>
        <a:graphic>
          <a:graphicData uri="http://schemas.openxmlformats.org/drawingml/2006/table">
            <a:tbl>
              <a:tblPr/>
              <a:tblGrid>
                <a:gridCol w="1778000">
                  <a:extLst>
                    <a:ext uri="{9D8B030D-6E8A-4147-A177-3AD203B41FA5}">
                      <a16:colId xmlns:a16="http://schemas.microsoft.com/office/drawing/2014/main" val="32090501"/>
                    </a:ext>
                  </a:extLst>
                </a:gridCol>
              </a:tblGrid>
              <a:tr h="197814">
                <a:tc>
                  <a:txBody>
                    <a:bodyPr/>
                    <a:lstStyle/>
                    <a:p>
                      <a:pPr algn="l" fontAlgn="b"/>
                      <a:r>
                        <a:rPr lang="en-US" sz="1100" b="0" i="0" u="none" strike="noStrike" dirty="0">
                          <a:solidFill>
                            <a:srgbClr val="000000"/>
                          </a:solidFill>
                          <a:effectLst/>
                          <a:latin typeface="Calibri" panose="020F0502020204030204" pitchFamily="34" charset="0"/>
                        </a:rPr>
                        <a:t>ZIP1</a:t>
                      </a:r>
                    </a:p>
                  </a:txBody>
                  <a:tcPr marL="9525" marR="9525" marT="9525" marB="0" anchor="b">
                    <a:lnL>
                      <a:noFill/>
                    </a:lnL>
                    <a:lnR>
                      <a:noFill/>
                    </a:lnR>
                    <a:lnT>
                      <a:noFill/>
                    </a:lnT>
                    <a:lnB>
                      <a:noFill/>
                    </a:lnB>
                  </a:tcPr>
                </a:tc>
                <a:extLst>
                  <a:ext uri="{0D108BD9-81ED-4DB2-BD59-A6C34878D82A}">
                    <a16:rowId xmlns:a16="http://schemas.microsoft.com/office/drawing/2014/main" val="1877648421"/>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ZIP2</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96934803"/>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ZIP3</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2495782454"/>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ZIP4</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474956650"/>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ZIP5</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22532588"/>
                  </a:ext>
                </a:extLst>
              </a:tr>
            </a:tbl>
          </a:graphicData>
        </a:graphic>
      </p:graphicFrame>
      <p:graphicFrame>
        <p:nvGraphicFramePr>
          <p:cNvPr id="186" name="Table 185">
            <a:extLst>
              <a:ext uri="{FF2B5EF4-FFF2-40B4-BE49-F238E27FC236}">
                <a16:creationId xmlns:a16="http://schemas.microsoft.com/office/drawing/2014/main" id="{D3E25C4A-DA76-0DC7-F262-98A2711E84B3}"/>
              </a:ext>
            </a:extLst>
          </p:cNvPr>
          <p:cNvGraphicFramePr>
            <a:graphicFrameLocks noGrp="1"/>
          </p:cNvGraphicFramePr>
          <p:nvPr>
            <p:extLst>
              <p:ext uri="{D42A27DB-BD31-4B8C-83A1-F6EECF244321}">
                <p14:modId xmlns:p14="http://schemas.microsoft.com/office/powerpoint/2010/main" val="1146374493"/>
              </p:ext>
            </p:extLst>
          </p:nvPr>
        </p:nvGraphicFramePr>
        <p:xfrm>
          <a:off x="1543303" y="5177549"/>
          <a:ext cx="1778000" cy="952500"/>
        </p:xfrm>
        <a:graphic>
          <a:graphicData uri="http://schemas.openxmlformats.org/drawingml/2006/table">
            <a:tbl>
              <a:tblPr/>
              <a:tblGrid>
                <a:gridCol w="1778000">
                  <a:extLst>
                    <a:ext uri="{9D8B030D-6E8A-4147-A177-3AD203B41FA5}">
                      <a16:colId xmlns:a16="http://schemas.microsoft.com/office/drawing/2014/main" val="1533942153"/>
                    </a:ext>
                  </a:extLst>
                </a:gridCol>
              </a:tblGrid>
              <a:tr h="190500">
                <a:tc>
                  <a:txBody>
                    <a:bodyPr/>
                    <a:lstStyle/>
                    <a:p>
                      <a:pPr algn="l" fontAlgn="b"/>
                      <a:r>
                        <a:rPr lang="en-US" sz="1100" b="0" i="0" u="none" strike="noStrike" dirty="0">
                          <a:solidFill>
                            <a:srgbClr val="000000"/>
                          </a:solidFill>
                          <a:effectLst/>
                          <a:latin typeface="Calibri" panose="020F0502020204030204" pitchFamily="34" charset="0"/>
                        </a:rPr>
                        <a:t>PrevZIP1</a:t>
                      </a:r>
                    </a:p>
                  </a:txBody>
                  <a:tcPr marL="9525" marR="9525" marT="9525" marB="0" anchor="b">
                    <a:lnL>
                      <a:noFill/>
                    </a:lnL>
                    <a:lnR>
                      <a:noFill/>
                    </a:lnR>
                    <a:lnT>
                      <a:noFill/>
                    </a:lnT>
                    <a:lnB>
                      <a:noFill/>
                    </a:lnB>
                  </a:tcPr>
                </a:tc>
                <a:extLst>
                  <a:ext uri="{0D108BD9-81ED-4DB2-BD59-A6C34878D82A}">
                    <a16:rowId xmlns:a16="http://schemas.microsoft.com/office/drawing/2014/main" val="2588387873"/>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PrevZIP2</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32852205"/>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PrevZIP3</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124652807"/>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PrevZIP4</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39686602"/>
                  </a:ext>
                </a:extLst>
              </a:tr>
              <a:tr h="190500">
                <a:tc>
                  <a:txBody>
                    <a:bodyPr/>
                    <a:lstStyle/>
                    <a:p>
                      <a:pPr algn="l" fontAlgn="b"/>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PrevZIP5</a:t>
                      </a:r>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2437578049"/>
                  </a:ext>
                </a:extLst>
              </a:tr>
            </a:tbl>
          </a:graphicData>
        </a:graphic>
      </p:graphicFrame>
      <p:sp>
        <p:nvSpPr>
          <p:cNvPr id="2" name="Text 44">
            <a:extLst>
              <a:ext uri="{FF2B5EF4-FFF2-40B4-BE49-F238E27FC236}">
                <a16:creationId xmlns:a16="http://schemas.microsoft.com/office/drawing/2014/main" id="{C59F74D5-D50D-A5C8-E979-C1D36FD35BA1}"/>
              </a:ext>
            </a:extLst>
          </p:cNvPr>
          <p:cNvSpPr/>
          <p:nvPr/>
        </p:nvSpPr>
        <p:spPr>
          <a:xfrm>
            <a:off x="8741664" y="1965960"/>
            <a:ext cx="1188720" cy="292608"/>
          </a:xfrm>
          <a:prstGeom prst="rect">
            <a:avLst/>
          </a:prstGeom>
          <a:solidFill>
            <a:srgbClr val="FFFFFF"/>
          </a:solidFill>
          <a:ln/>
        </p:spPr>
        <p:txBody>
          <a:bodyPr wrap="square" rtlCol="0" anchor="ctr"/>
          <a:lstStyle/>
          <a:p>
            <a:pPr algn="ctr"/>
            <a:r>
              <a:rPr lang="en-US" sz="1800" dirty="0">
                <a:solidFill>
                  <a:srgbClr val="000000"/>
                </a:solidFill>
                <a:latin typeface="Roboto" panose="02000000000000000000" pitchFamily="2" charset="0"/>
              </a:rPr>
              <a:t>YOYPrevM6</a:t>
            </a:r>
            <a:endParaRPr lang="en-US" sz="1800" b="0" i="0" u="none" strike="noStrike" dirty="0">
              <a:solidFill>
                <a:srgbClr val="000000"/>
              </a:solidFill>
              <a:effectLst/>
              <a:latin typeface="Roboto" panose="02000000000000000000" pitchFamily="2" charset="0"/>
            </a:endParaRPr>
          </a:p>
          <a:p>
            <a:pPr algn="ctr"/>
            <a:r>
              <a:rPr lang="en-US" sz="1800" dirty="0">
                <a:solidFill>
                  <a:srgbClr val="000000"/>
                </a:solidFill>
                <a:latin typeface="Roboto" panose="02000000000000000000" pitchFamily="2" charset="0"/>
              </a:rPr>
              <a:t>YOYPrevM7%</a:t>
            </a:r>
            <a:endParaRPr lang="en-US" sz="1800" dirty="0"/>
          </a:p>
        </p:txBody>
      </p:sp>
      <p:sp>
        <p:nvSpPr>
          <p:cNvPr id="4" name="Text 45">
            <a:extLst>
              <a:ext uri="{FF2B5EF4-FFF2-40B4-BE49-F238E27FC236}">
                <a16:creationId xmlns:a16="http://schemas.microsoft.com/office/drawing/2014/main" id="{87BCD7D4-7D22-3512-6457-488492BD4288}"/>
              </a:ext>
            </a:extLst>
          </p:cNvPr>
          <p:cNvSpPr/>
          <p:nvPr/>
        </p:nvSpPr>
        <p:spPr>
          <a:xfrm>
            <a:off x="10259568" y="1965960"/>
            <a:ext cx="1188720" cy="292608"/>
          </a:xfrm>
          <a:prstGeom prst="rect">
            <a:avLst/>
          </a:prstGeom>
          <a:solidFill>
            <a:srgbClr val="FFFFFF"/>
          </a:solidFill>
          <a:ln/>
        </p:spPr>
        <p:txBody>
          <a:bodyPr wrap="square" rtlCol="0" anchor="ctr"/>
          <a:lstStyle/>
          <a:p>
            <a:pPr algn="ctr"/>
            <a:r>
              <a:rPr lang="en-US" sz="1800" dirty="0">
                <a:solidFill>
                  <a:srgbClr val="000000"/>
                </a:solidFill>
                <a:latin typeface="Roboto" panose="02000000000000000000" pitchFamily="2" charset="0"/>
              </a:rPr>
              <a:t>YOYPresM6</a:t>
            </a:r>
            <a:endParaRPr lang="en-US" sz="1800" b="0" i="0" u="none" strike="noStrike" dirty="0">
              <a:solidFill>
                <a:srgbClr val="000000"/>
              </a:solidFill>
              <a:effectLst/>
              <a:latin typeface="Roboto" panose="02000000000000000000" pitchFamily="2" charset="0"/>
            </a:endParaRPr>
          </a:p>
          <a:p>
            <a:pPr algn="ctr"/>
            <a:r>
              <a:rPr lang="en-US" sz="1800" dirty="0">
                <a:solidFill>
                  <a:srgbClr val="000000"/>
                </a:solidFill>
                <a:latin typeface="Roboto" panose="02000000000000000000" pitchFamily="2" charset="0"/>
              </a:rPr>
              <a:t>YOYPresM7</a:t>
            </a: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a:t>
            </a:r>
            <a:endParaRPr lang="en-US" sz="1800" dirty="0"/>
          </a:p>
        </p:txBody>
      </p:sp>
      <p:sp>
        <p:nvSpPr>
          <p:cNvPr id="5" name="Text 47">
            <a:extLst>
              <a:ext uri="{FF2B5EF4-FFF2-40B4-BE49-F238E27FC236}">
                <a16:creationId xmlns:a16="http://schemas.microsoft.com/office/drawing/2014/main" id="{BA3FAE9D-3206-1740-309F-B24DC52D7BEC}"/>
              </a:ext>
            </a:extLst>
          </p:cNvPr>
          <p:cNvSpPr/>
          <p:nvPr/>
        </p:nvSpPr>
        <p:spPr>
          <a:xfrm>
            <a:off x="8759952" y="2889504"/>
            <a:ext cx="1188720" cy="292608"/>
          </a:xfrm>
          <a:prstGeom prst="rect">
            <a:avLst/>
          </a:prstGeom>
          <a:solidFill>
            <a:srgbClr val="FFFFFF"/>
          </a:solidFill>
          <a:ln/>
        </p:spPr>
        <p:txBody>
          <a:bodyPr wrap="square" rtlCol="0" anchor="ctr"/>
          <a:lstStyle/>
          <a:p>
            <a:pPr algn="ctr"/>
            <a:r>
              <a:rPr lang="en-US" sz="1800" dirty="0">
                <a:solidFill>
                  <a:srgbClr val="000000"/>
                </a:solidFill>
                <a:latin typeface="Roboto" panose="02000000000000000000" pitchFamily="2" charset="0"/>
              </a:rPr>
              <a:t>YOYPrevM8</a:t>
            </a: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a:t>
            </a:r>
            <a:endParaRPr lang="en-US" sz="1800" dirty="0"/>
          </a:p>
        </p:txBody>
      </p:sp>
      <p:sp>
        <p:nvSpPr>
          <p:cNvPr id="6" name="Text 48">
            <a:extLst>
              <a:ext uri="{FF2B5EF4-FFF2-40B4-BE49-F238E27FC236}">
                <a16:creationId xmlns:a16="http://schemas.microsoft.com/office/drawing/2014/main" id="{1AD5A896-531F-2680-81D0-BE55DBDD8D53}"/>
              </a:ext>
            </a:extLst>
          </p:cNvPr>
          <p:cNvSpPr/>
          <p:nvPr/>
        </p:nvSpPr>
        <p:spPr>
          <a:xfrm>
            <a:off x="10259568" y="2889504"/>
            <a:ext cx="1188720" cy="292608"/>
          </a:xfrm>
          <a:prstGeom prst="rect">
            <a:avLst/>
          </a:prstGeom>
          <a:solidFill>
            <a:srgbClr val="FFFFFF"/>
          </a:solidFill>
          <a:ln/>
        </p:spPr>
        <p:txBody>
          <a:bodyPr wrap="square" rtlCol="0" anchor="ctr"/>
          <a:lstStyle/>
          <a:p>
            <a:pPr algn="ctr"/>
            <a:r>
              <a:rPr lang="en-US" sz="1800" dirty="0">
                <a:solidFill>
                  <a:srgbClr val="000000"/>
                </a:solidFill>
                <a:latin typeface="Roboto" panose="02000000000000000000" pitchFamily="2" charset="0"/>
              </a:rPr>
              <a:t>YOYPresM8</a:t>
            </a: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a:t>
            </a:r>
            <a:endParaRPr lang="en-US" sz="1800" dirty="0"/>
          </a:p>
        </p:txBody>
      </p:sp>
      <p:sp>
        <p:nvSpPr>
          <p:cNvPr id="7" name="Text 50">
            <a:extLst>
              <a:ext uri="{FF2B5EF4-FFF2-40B4-BE49-F238E27FC236}">
                <a16:creationId xmlns:a16="http://schemas.microsoft.com/office/drawing/2014/main" id="{F2240E8C-3F3B-A4C9-F568-BF305E2251B6}"/>
              </a:ext>
            </a:extLst>
          </p:cNvPr>
          <p:cNvSpPr/>
          <p:nvPr/>
        </p:nvSpPr>
        <p:spPr>
          <a:xfrm>
            <a:off x="8759952" y="3776472"/>
            <a:ext cx="1188720" cy="292608"/>
          </a:xfrm>
          <a:prstGeom prst="rect">
            <a:avLst/>
          </a:prstGeom>
          <a:solidFill>
            <a:srgbClr val="FFFFFF"/>
          </a:solidFill>
          <a:ln/>
        </p:spPr>
        <p:txBody>
          <a:bodyPr wrap="square" rtlCol="0" anchor="ctr"/>
          <a:lstStyle/>
          <a:p>
            <a:pPr algn="ctr"/>
            <a:r>
              <a:rPr lang="en-US" sz="1800">
                <a:solidFill>
                  <a:srgbClr val="000000"/>
                </a:solidFill>
                <a:latin typeface="Roboto" panose="02000000000000000000" pitchFamily="2" charset="0"/>
              </a:rPr>
              <a:t>YOYPrevM9</a:t>
            </a: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a:t>
            </a:r>
            <a:endParaRPr lang="en-US" sz="1800" dirty="0"/>
          </a:p>
        </p:txBody>
      </p:sp>
      <p:sp>
        <p:nvSpPr>
          <p:cNvPr id="8" name="Text 51">
            <a:extLst>
              <a:ext uri="{FF2B5EF4-FFF2-40B4-BE49-F238E27FC236}">
                <a16:creationId xmlns:a16="http://schemas.microsoft.com/office/drawing/2014/main" id="{688B55A9-10C4-45EA-4BD9-EDDCBDDC916F}"/>
              </a:ext>
            </a:extLst>
          </p:cNvPr>
          <p:cNvSpPr/>
          <p:nvPr/>
        </p:nvSpPr>
        <p:spPr>
          <a:xfrm>
            <a:off x="10259568" y="3776472"/>
            <a:ext cx="1188720" cy="292608"/>
          </a:xfrm>
          <a:prstGeom prst="rect">
            <a:avLst/>
          </a:prstGeom>
          <a:solidFill>
            <a:srgbClr val="FFFFFF"/>
          </a:solidFill>
          <a:ln/>
        </p:spPr>
        <p:txBody>
          <a:bodyPr wrap="square" rtlCol="0" anchor="ctr"/>
          <a:lstStyle/>
          <a:p>
            <a:pPr algn="ctr"/>
            <a:r>
              <a:rPr lang="en-US" sz="1800" dirty="0">
                <a:solidFill>
                  <a:srgbClr val="000000"/>
                </a:solidFill>
                <a:latin typeface="Roboto" panose="02000000000000000000" pitchFamily="2" charset="0"/>
              </a:rPr>
              <a:t>YOYPresM9</a:t>
            </a:r>
            <a:r>
              <a:rPr kumimoji="0" lang="en-US" sz="1800" b="0" i="0" u="none" strike="noStrike" kern="1200" cap="none" spc="0" normalizeH="0" baseline="0" noProof="0" dirty="0">
                <a:ln>
                  <a:noFill/>
                </a:ln>
                <a:solidFill>
                  <a:srgbClr val="000000"/>
                </a:solidFill>
                <a:effectLst/>
                <a:uLnTx/>
                <a:uFillTx/>
                <a:latin typeface="Roboto" panose="02000000000000000000" pitchFamily="2" charset="0"/>
                <a:ea typeface="+mn-ea"/>
                <a:cs typeface="+mn-cs"/>
              </a:rPr>
              <a:t>%</a:t>
            </a:r>
            <a:endParaRPr lang="en-US" sz="1800" dirty="0"/>
          </a:p>
        </p:txBody>
      </p:sp>
      <p:sp>
        <p:nvSpPr>
          <p:cNvPr id="21" name="Rectangle 20">
            <a:extLst>
              <a:ext uri="{FF2B5EF4-FFF2-40B4-BE49-F238E27FC236}">
                <a16:creationId xmlns:a16="http://schemas.microsoft.com/office/drawing/2014/main" id="{894CF7BF-99E2-A7E6-C097-03360665A3E2}"/>
              </a:ext>
            </a:extLst>
          </p:cNvPr>
          <p:cNvSpPr/>
          <p:nvPr/>
        </p:nvSpPr>
        <p:spPr>
          <a:xfrm>
            <a:off x="737108" y="1428338"/>
            <a:ext cx="6111674" cy="2743200"/>
          </a:xfrm>
          <a:prstGeom prst="rect">
            <a:avLst/>
          </a:prstGeom>
          <a:solidFill>
            <a:srgbClr val="FF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 details from </a:t>
            </a:r>
          </a:p>
          <a:p>
            <a:pPr algn="ctr"/>
            <a:r>
              <a:rPr lang="en-US" dirty="0"/>
              <a:t>Dashboard &gt; Report &gt; Summary </a:t>
            </a:r>
          </a:p>
          <a:p>
            <a:pPr algn="ctr"/>
            <a:r>
              <a:rPr lang="en-US" dirty="0"/>
              <a:t>Dashboard &gt; Report &gt; ZIP Codes </a:t>
            </a:r>
          </a:p>
          <a:p>
            <a:pPr algn="ctr"/>
            <a:r>
              <a:rPr lang="en-US" dirty="0"/>
              <a:t>Dashboard &gt; Report &gt; Distance Travelled</a:t>
            </a:r>
          </a:p>
          <a:p>
            <a:pPr algn="ctr"/>
            <a:endParaRPr lang="en-US" dirty="0"/>
          </a:p>
          <a:p>
            <a:pPr algn="ctr"/>
            <a:r>
              <a:rPr lang="en-US" dirty="0"/>
              <a:t>For both Present and Previous Year.</a:t>
            </a:r>
          </a:p>
          <a:p>
            <a:pPr algn="ctr"/>
            <a:endParaRPr lang="en-US" dirty="0"/>
          </a:p>
        </p:txBody>
      </p:sp>
      <p:sp>
        <p:nvSpPr>
          <p:cNvPr id="10" name="Slide Number Placeholder 4">
            <a:extLst>
              <a:ext uri="{FF2B5EF4-FFF2-40B4-BE49-F238E27FC236}">
                <a16:creationId xmlns:a16="http://schemas.microsoft.com/office/drawing/2014/main" id="{729167F8-E6E8-60C2-3A5B-17C19838FFB0}"/>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24</a:t>
            </a:fld>
            <a:endParaRPr lang="en-US"/>
          </a:p>
        </p:txBody>
      </p:sp>
    </p:spTree>
    <p:extLst>
      <p:ext uri="{BB962C8B-B14F-4D97-AF65-F5344CB8AC3E}">
        <p14:creationId xmlns:p14="http://schemas.microsoft.com/office/powerpoint/2010/main" val="3413784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BFAB4B-1CF3-AEBF-89C2-E93A08BEF7EE}"/>
              </a:ext>
            </a:extLst>
          </p:cNvPr>
          <p:cNvPicPr>
            <a:picLocks noChangeAspect="1"/>
          </p:cNvPicPr>
          <p:nvPr/>
        </p:nvPicPr>
        <p:blipFill>
          <a:blip r:embed="rId2"/>
          <a:srcRect l="9016" r="9016"/>
          <a:stretch/>
        </p:blipFill>
        <p:spPr>
          <a:xfrm>
            <a:off x="0" y="0"/>
            <a:ext cx="12801600" cy="7239000"/>
          </a:xfrm>
          <a:prstGeom prst="rect">
            <a:avLst/>
          </a:prstGeom>
        </p:spPr>
      </p:pic>
      <p:sp>
        <p:nvSpPr>
          <p:cNvPr id="2" name="Slide Number Placeholder 1">
            <a:extLst>
              <a:ext uri="{FF2B5EF4-FFF2-40B4-BE49-F238E27FC236}">
                <a16:creationId xmlns:a16="http://schemas.microsoft.com/office/drawing/2014/main" id="{3A8B384E-9834-45E1-9BAE-BF3CE9702BA0}"/>
              </a:ext>
            </a:extLst>
          </p:cNvPr>
          <p:cNvSpPr>
            <a:spLocks noGrp="1"/>
          </p:cNvSpPr>
          <p:nvPr>
            <p:ph type="sldNum" sz="quarter" idx="4"/>
          </p:nvPr>
        </p:nvSpPr>
        <p:spPr/>
        <p:txBody>
          <a:bodyPr/>
          <a:lstStyle/>
          <a:p>
            <a:fld id="{DFE75DC9-2AA8-4836-ABA6-832E2002DAE6}" type="slidenum">
              <a:rPr lang="en-US" smtClean="0">
                <a:solidFill>
                  <a:srgbClr val="FFFFFF"/>
                </a:solidFill>
              </a:rPr>
              <a:t>25</a:t>
            </a:fld>
            <a:endParaRPr lang="en-US">
              <a:solidFill>
                <a:srgbClr val="FFFFFF"/>
              </a:solidFill>
            </a:endParaRPr>
          </a:p>
        </p:txBody>
      </p:sp>
      <p:sp>
        <p:nvSpPr>
          <p:cNvPr id="8" name="Shape 0">
            <a:extLst>
              <a:ext uri="{FF2B5EF4-FFF2-40B4-BE49-F238E27FC236}">
                <a16:creationId xmlns:a16="http://schemas.microsoft.com/office/drawing/2014/main" id="{B0212DA0-4FB4-C1EB-D450-C5A33AF50984}"/>
              </a:ext>
            </a:extLst>
          </p:cNvPr>
          <p:cNvSpPr/>
          <p:nvPr/>
        </p:nvSpPr>
        <p:spPr>
          <a:xfrm>
            <a:off x="373380" y="246887"/>
            <a:ext cx="12054840" cy="832485"/>
          </a:xfrm>
          <a:prstGeom prst="rect">
            <a:avLst/>
          </a:prstGeom>
          <a:solidFill>
            <a:srgbClr val="FFFFFF">
              <a:alpha val="50000"/>
            </a:srgbClr>
          </a:solidFill>
          <a:ln/>
        </p:spPr>
        <p:txBody>
          <a:bodyPr/>
          <a:lstStyle/>
          <a:p>
            <a:pPr marL="0" indent="0">
              <a:buNone/>
            </a:pPr>
            <a:r>
              <a:rPr lang="en-US" sz="2400" dirty="0">
                <a:solidFill>
                  <a:srgbClr val="000000"/>
                </a:solidFill>
              </a:rPr>
              <a:t>XXXXX Change Map</a:t>
            </a:r>
          </a:p>
          <a:p>
            <a:pPr marL="0" indent="0">
              <a:buNone/>
            </a:pPr>
            <a:r>
              <a:rPr lang="en-US" sz="2400" dirty="0">
                <a:solidFill>
                  <a:srgbClr val="000000"/>
                </a:solidFill>
              </a:rPr>
              <a:t>September 2022-August 2023 vs September 2023-August 2024</a:t>
            </a:r>
            <a:endParaRPr lang="en-US" sz="2400" dirty="0"/>
          </a:p>
        </p:txBody>
      </p:sp>
      <p:pic>
        <p:nvPicPr>
          <p:cNvPr id="4" name="Image 1" descr="preencoded.png">
            <a:extLst>
              <a:ext uri="{FF2B5EF4-FFF2-40B4-BE49-F238E27FC236}">
                <a16:creationId xmlns:a16="http://schemas.microsoft.com/office/drawing/2014/main" id="{8E1A7C78-592B-8882-C841-E57B5C96307A}"/>
              </a:ext>
            </a:extLst>
          </p:cNvPr>
          <p:cNvPicPr>
            <a:picLocks noChangeAspect="1"/>
          </p:cNvPicPr>
          <p:nvPr/>
        </p:nvPicPr>
        <p:blipFill>
          <a:blip r:embed="rId3"/>
          <a:stretch>
            <a:fillRect/>
          </a:stretch>
        </p:blipFill>
        <p:spPr>
          <a:xfrm>
            <a:off x="301752" y="5989320"/>
            <a:ext cx="1438275" cy="866775"/>
          </a:xfrm>
          <a:prstGeom prst="rect">
            <a:avLst/>
          </a:prstGeom>
          <a:effectLst>
            <a:outerShdw blurRad="50800" dist="38100" dir="8100000" algn="bl" rotWithShape="0">
              <a:srgbClr val="000000">
                <a:alpha val="70000"/>
              </a:srgbClr>
            </a:outerShdw>
          </a:effectLst>
        </p:spPr>
      </p:pic>
      <p:graphicFrame>
        <p:nvGraphicFramePr>
          <p:cNvPr id="6" name="Table 5">
            <a:extLst>
              <a:ext uri="{FF2B5EF4-FFF2-40B4-BE49-F238E27FC236}">
                <a16:creationId xmlns:a16="http://schemas.microsoft.com/office/drawing/2014/main" id="{0F26E0C2-28BD-B686-9F75-82A7D51CAEC9}"/>
              </a:ext>
            </a:extLst>
          </p:cNvPr>
          <p:cNvGraphicFramePr>
            <a:graphicFrameLocks noGrp="1"/>
          </p:cNvGraphicFramePr>
          <p:nvPr>
            <p:extLst>
              <p:ext uri="{D42A27DB-BD31-4B8C-83A1-F6EECF244321}">
                <p14:modId xmlns:p14="http://schemas.microsoft.com/office/powerpoint/2010/main" val="1017498126"/>
              </p:ext>
            </p:extLst>
          </p:nvPr>
        </p:nvGraphicFramePr>
        <p:xfrm>
          <a:off x="3200400" y="6259580"/>
          <a:ext cx="5577840" cy="731520"/>
        </p:xfrm>
        <a:graphic>
          <a:graphicData uri="http://schemas.openxmlformats.org/drawingml/2006/table">
            <a:tbl>
              <a:tblPr/>
              <a:tblGrid>
                <a:gridCol w="1188720">
                  <a:extLst>
                    <a:ext uri="{9D8B030D-6E8A-4147-A177-3AD203B41FA5}">
                      <a16:colId xmlns:a16="http://schemas.microsoft.com/office/drawing/2014/main" val="265564157"/>
                    </a:ext>
                  </a:extLst>
                </a:gridCol>
                <a:gridCol w="1463040">
                  <a:extLst>
                    <a:ext uri="{9D8B030D-6E8A-4147-A177-3AD203B41FA5}">
                      <a16:colId xmlns:a16="http://schemas.microsoft.com/office/drawing/2014/main" val="3796750090"/>
                    </a:ext>
                  </a:extLst>
                </a:gridCol>
                <a:gridCol w="1463040">
                  <a:extLst>
                    <a:ext uri="{9D8B030D-6E8A-4147-A177-3AD203B41FA5}">
                      <a16:colId xmlns:a16="http://schemas.microsoft.com/office/drawing/2014/main" val="505626411"/>
                    </a:ext>
                  </a:extLst>
                </a:gridCol>
                <a:gridCol w="1463040">
                  <a:extLst>
                    <a:ext uri="{9D8B030D-6E8A-4147-A177-3AD203B41FA5}">
                      <a16:colId xmlns:a16="http://schemas.microsoft.com/office/drawing/2014/main" val="1268153337"/>
                    </a:ext>
                  </a:extLst>
                </a:gridCol>
              </a:tblGrid>
              <a:tr h="274320">
                <a:tc>
                  <a:txBody>
                    <a:bodyPr/>
                    <a:lstStyle/>
                    <a:p>
                      <a:pPr algn="l" fontAlgn="b"/>
                      <a:r>
                        <a:rPr lang="en-US" sz="1100" b="1" i="0" u="none" strike="noStrike">
                          <a:solidFill>
                            <a:srgbClr val="FFFFFF"/>
                          </a:solidFill>
                          <a:effectLst/>
                          <a:latin typeface="+mn-lt"/>
                        </a:rPr>
                        <a:t>Demographic</a:t>
                      </a:r>
                    </a:p>
                  </a:txBody>
                  <a:tcPr marL="85725" marR="9525" marT="9525" marB="0" anchor="ctr">
                    <a:lnL w="3175" cap="flat" cmpd="sng" algn="ctr">
                      <a:solidFill>
                        <a:schemeClr val="accent5">
                          <a:lumMod val="90000"/>
                        </a:schemeClr>
                      </a:solidFill>
                      <a:prstDash val="solid"/>
                      <a:round/>
                      <a:headEnd type="none" w="med" len="med"/>
                      <a:tailEnd type="none" w="med" len="med"/>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rgbClr val="1B4273"/>
                    </a:solidFill>
                  </a:tcPr>
                </a:tc>
                <a:tc>
                  <a:txBody>
                    <a:bodyPr/>
                    <a:lstStyle/>
                    <a:p>
                      <a:pPr algn="r" fontAlgn="b"/>
                      <a:r>
                        <a:rPr lang="en-US" sz="1100" b="1" i="0" u="none" strike="noStrike">
                          <a:solidFill>
                            <a:srgbClr val="FFFFFF"/>
                          </a:solidFill>
                          <a:effectLst/>
                          <a:latin typeface="+mn-lt"/>
                        </a:rPr>
                        <a:t>Retained in CY 2023</a:t>
                      </a:r>
                    </a:p>
                  </a:txBody>
                  <a:tcPr marL="9525" marR="85725" marT="9525" marB="0" anchor="ctr">
                    <a:lnL>
                      <a:noFill/>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rgbClr val="1B4273"/>
                    </a:solidFill>
                  </a:tcPr>
                </a:tc>
                <a:tc>
                  <a:txBody>
                    <a:bodyPr/>
                    <a:lstStyle/>
                    <a:p>
                      <a:pPr algn="r" fontAlgn="b"/>
                      <a:r>
                        <a:rPr lang="en-US" sz="1100" b="1" i="0" u="none" strike="noStrike">
                          <a:solidFill>
                            <a:srgbClr val="FFFFFF"/>
                          </a:solidFill>
                          <a:effectLst/>
                          <a:latin typeface="+mn-lt"/>
                        </a:rPr>
                        <a:t>Lost in CY 2023</a:t>
                      </a:r>
                    </a:p>
                  </a:txBody>
                  <a:tcPr marL="9525" marR="85725" marT="9525" marB="0" anchor="ctr">
                    <a:lnL>
                      <a:noFill/>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rgbClr val="1B4273"/>
                    </a:solidFill>
                  </a:tcPr>
                </a:tc>
                <a:tc>
                  <a:txBody>
                    <a:bodyPr/>
                    <a:lstStyle/>
                    <a:p>
                      <a:pPr algn="r" fontAlgn="b"/>
                      <a:r>
                        <a:rPr lang="en-US" sz="1100" b="1" i="0" u="none" strike="noStrike">
                          <a:solidFill>
                            <a:srgbClr val="FFFFFF"/>
                          </a:solidFill>
                          <a:effectLst/>
                          <a:latin typeface="+mn-lt"/>
                        </a:rPr>
                        <a:t>Gained in CY 2023</a:t>
                      </a:r>
                    </a:p>
                  </a:txBody>
                  <a:tcPr marL="9525" marR="85725" marT="9525" marB="0" anchor="ctr">
                    <a:lnL>
                      <a:noFill/>
                    </a:lnL>
                    <a:lnR w="3175" cap="flat" cmpd="sng" algn="ctr">
                      <a:solidFill>
                        <a:schemeClr val="accent5">
                          <a:lumMod val="90000"/>
                        </a:schemeClr>
                      </a:solidFill>
                      <a:prstDash val="solid"/>
                      <a:round/>
                      <a:headEnd type="none" w="med" len="med"/>
                      <a:tailEnd type="none" w="med" len="med"/>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rgbClr val="1B4273"/>
                    </a:solidFill>
                  </a:tcPr>
                </a:tc>
                <a:extLst>
                  <a:ext uri="{0D108BD9-81ED-4DB2-BD59-A6C34878D82A}">
                    <a16:rowId xmlns:a16="http://schemas.microsoft.com/office/drawing/2014/main" val="4084888883"/>
                  </a:ext>
                </a:extLst>
              </a:tr>
              <a:tr h="228600">
                <a:tc>
                  <a:txBody>
                    <a:bodyPr/>
                    <a:lstStyle/>
                    <a:p>
                      <a:pPr algn="l" fontAlgn="t"/>
                      <a:r>
                        <a:rPr lang="en-US" sz="1100" b="0" i="0" u="none" strike="noStrike">
                          <a:solidFill>
                            <a:srgbClr val="000000"/>
                          </a:solidFill>
                          <a:effectLst/>
                          <a:latin typeface="+mn-lt"/>
                        </a:rPr>
                        <a:t>Avg. Income</a:t>
                      </a:r>
                    </a:p>
                  </a:txBody>
                  <a:tcPr marL="85725" marR="9525" marT="9525" marB="0" anchor="ctr">
                    <a:lnL w="3175" cap="flat" cmpd="sng" algn="ctr">
                      <a:solidFill>
                        <a:schemeClr val="accent5">
                          <a:lumMod val="90000"/>
                        </a:schemeClr>
                      </a:solidFill>
                      <a:prstDash val="solid"/>
                      <a:round/>
                      <a:headEnd type="none" w="med" len="med"/>
                      <a:tailEnd type="none" w="med" len="med"/>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accent4">
                        <a:lumMod val="20000"/>
                        <a:lumOff val="80000"/>
                      </a:schemeClr>
                    </a:solidFill>
                  </a:tcPr>
                </a:tc>
                <a:tc>
                  <a:txBody>
                    <a:bodyPr/>
                    <a:lstStyle/>
                    <a:p>
                      <a:pPr algn="r" fontAlgn="b"/>
                      <a:endParaRPr lang="en-US" sz="1100" b="0" i="0" u="none" strike="noStrike" kern="1200" dirty="0">
                        <a:solidFill>
                          <a:srgbClr val="000000"/>
                        </a:solidFill>
                        <a:effectLst/>
                        <a:latin typeface="+mn-lt"/>
                        <a:ea typeface="+mn-ea"/>
                        <a:cs typeface="+mn-cs"/>
                      </a:endParaRPr>
                    </a:p>
                  </a:txBody>
                  <a:tcPr marL="9525" marR="9525" marT="9525" marB="0" anchor="ctr">
                    <a:lnL>
                      <a:noFill/>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accent4">
                        <a:lumMod val="20000"/>
                        <a:lumOff val="80000"/>
                      </a:schemeClr>
                    </a:solidFill>
                  </a:tcPr>
                </a:tc>
                <a:tc>
                  <a:txBody>
                    <a:bodyPr/>
                    <a:lstStyle/>
                    <a:p>
                      <a:pPr algn="r" fontAlgn="b"/>
                      <a:endParaRPr lang="en-US" sz="1100" b="0" i="0" u="none" strike="noStrike" kern="1200">
                        <a:solidFill>
                          <a:srgbClr val="000000"/>
                        </a:solidFill>
                        <a:effectLst/>
                        <a:latin typeface="+mn-lt"/>
                        <a:ea typeface="+mn-ea"/>
                        <a:cs typeface="+mn-cs"/>
                      </a:endParaRPr>
                    </a:p>
                  </a:txBody>
                  <a:tcPr marL="9525" marR="9525" marT="9525" marB="0" anchor="ctr">
                    <a:lnL>
                      <a:noFill/>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accent4">
                        <a:lumMod val="20000"/>
                        <a:lumOff val="80000"/>
                      </a:schemeClr>
                    </a:solidFill>
                  </a:tcPr>
                </a:tc>
                <a:tc>
                  <a:txBody>
                    <a:bodyPr/>
                    <a:lstStyle/>
                    <a:p>
                      <a:pPr algn="r" fontAlgn="b"/>
                      <a:endParaRPr lang="en-US" sz="1100" b="0" i="0" u="none" strike="noStrike" kern="1200">
                        <a:solidFill>
                          <a:srgbClr val="000000"/>
                        </a:solidFill>
                        <a:effectLst/>
                        <a:latin typeface="+mn-lt"/>
                        <a:ea typeface="+mn-ea"/>
                        <a:cs typeface="+mn-cs"/>
                      </a:endParaRPr>
                    </a:p>
                  </a:txBody>
                  <a:tcPr marL="9525" marR="9525" marT="9525" marB="0" anchor="ctr">
                    <a:lnL>
                      <a:noFill/>
                    </a:lnL>
                    <a:lnR w="3175" cap="flat" cmpd="sng" algn="ctr">
                      <a:solidFill>
                        <a:schemeClr val="accent5">
                          <a:lumMod val="90000"/>
                        </a:schemeClr>
                      </a:solidFill>
                      <a:prstDash val="solid"/>
                      <a:round/>
                      <a:headEnd type="none" w="med" len="med"/>
                      <a:tailEnd type="none" w="med" len="med"/>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50518416"/>
                  </a:ext>
                </a:extLst>
              </a:tr>
              <a:tr h="228600">
                <a:tc>
                  <a:txBody>
                    <a:bodyPr/>
                    <a:lstStyle/>
                    <a:p>
                      <a:pPr algn="l" fontAlgn="t"/>
                      <a:r>
                        <a:rPr lang="en-US" sz="1100" b="0" i="0" u="none" strike="noStrike">
                          <a:solidFill>
                            <a:srgbClr val="000000"/>
                          </a:solidFill>
                          <a:effectLst/>
                          <a:latin typeface="+mn-lt"/>
                        </a:rPr>
                        <a:t>Households</a:t>
                      </a:r>
                    </a:p>
                  </a:txBody>
                  <a:tcPr marL="85725" marR="9525" marT="9525" marB="0" anchor="ctr">
                    <a:lnL w="3175" cap="flat" cmpd="sng" algn="ctr">
                      <a:solidFill>
                        <a:schemeClr val="accent5">
                          <a:lumMod val="90000"/>
                        </a:schemeClr>
                      </a:solidFill>
                      <a:prstDash val="solid"/>
                      <a:round/>
                      <a:headEnd type="none" w="med" len="med"/>
                      <a:tailEnd type="none" w="med" len="med"/>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bg1"/>
                    </a:solidFill>
                  </a:tcPr>
                </a:tc>
                <a:tc>
                  <a:txBody>
                    <a:bodyPr/>
                    <a:lstStyle/>
                    <a:p>
                      <a:pPr algn="r" fontAlgn="b"/>
                      <a:endParaRPr lang="en-US" sz="1100" b="0" i="0" u="none" strike="noStrike" kern="1200">
                        <a:solidFill>
                          <a:srgbClr val="000000"/>
                        </a:solidFill>
                        <a:effectLst/>
                        <a:latin typeface="+mn-lt"/>
                        <a:ea typeface="+mn-ea"/>
                        <a:cs typeface="+mn-cs"/>
                      </a:endParaRPr>
                    </a:p>
                  </a:txBody>
                  <a:tcPr marL="9525" marR="9525" marT="9525" marB="0" anchor="ctr">
                    <a:lnL>
                      <a:noFill/>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bg1"/>
                    </a:solidFill>
                  </a:tcPr>
                </a:tc>
                <a:tc>
                  <a:txBody>
                    <a:bodyPr/>
                    <a:lstStyle/>
                    <a:p>
                      <a:pPr algn="r" fontAlgn="b"/>
                      <a:endParaRPr lang="en-US" sz="1100" b="0" i="0" u="none" strike="noStrike" kern="1200" dirty="0">
                        <a:solidFill>
                          <a:srgbClr val="000000"/>
                        </a:solidFill>
                        <a:effectLst/>
                        <a:latin typeface="+mn-lt"/>
                        <a:ea typeface="+mn-ea"/>
                        <a:cs typeface="+mn-cs"/>
                      </a:endParaRPr>
                    </a:p>
                  </a:txBody>
                  <a:tcPr marL="9525" marR="9525" marT="9525" marB="0" anchor="ctr">
                    <a:lnL>
                      <a:noFill/>
                    </a:lnL>
                    <a:lnR>
                      <a:noFill/>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bg1"/>
                    </a:solidFill>
                  </a:tcPr>
                </a:tc>
                <a:tc>
                  <a:txBody>
                    <a:bodyPr/>
                    <a:lstStyle/>
                    <a:p>
                      <a:pPr algn="r" fontAlgn="b"/>
                      <a:endParaRPr lang="en-US" sz="1100" b="0" i="0" u="none" strike="noStrike" kern="1200" dirty="0">
                        <a:solidFill>
                          <a:srgbClr val="000000"/>
                        </a:solidFill>
                        <a:effectLst/>
                        <a:latin typeface="+mn-lt"/>
                        <a:ea typeface="+mn-ea"/>
                        <a:cs typeface="+mn-cs"/>
                      </a:endParaRPr>
                    </a:p>
                  </a:txBody>
                  <a:tcPr marL="9525" marR="9525" marT="9525" marB="0" anchor="ctr">
                    <a:lnL>
                      <a:noFill/>
                    </a:lnL>
                    <a:lnR w="3175" cap="flat" cmpd="sng" algn="ctr">
                      <a:solidFill>
                        <a:schemeClr val="accent5">
                          <a:lumMod val="90000"/>
                        </a:schemeClr>
                      </a:solidFill>
                      <a:prstDash val="solid"/>
                      <a:round/>
                      <a:headEnd type="none" w="med" len="med"/>
                      <a:tailEnd type="none" w="med" len="med"/>
                    </a:lnR>
                    <a:lnT w="3175" cap="flat" cmpd="sng" algn="ctr">
                      <a:solidFill>
                        <a:schemeClr val="accent5">
                          <a:lumMod val="90000"/>
                        </a:schemeClr>
                      </a:solidFill>
                      <a:prstDash val="solid"/>
                      <a:round/>
                      <a:headEnd type="none" w="med" len="med"/>
                      <a:tailEnd type="none" w="med" len="med"/>
                    </a:lnT>
                    <a:lnB w="3175" cap="flat" cmpd="sng" algn="ctr">
                      <a:solidFill>
                        <a:schemeClr val="accent5">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83544670"/>
                  </a:ext>
                </a:extLst>
              </a:tr>
            </a:tbl>
          </a:graphicData>
        </a:graphic>
      </p:graphicFrame>
      <p:sp>
        <p:nvSpPr>
          <p:cNvPr id="3" name="Rectangle 2">
            <a:extLst>
              <a:ext uri="{FF2B5EF4-FFF2-40B4-BE49-F238E27FC236}">
                <a16:creationId xmlns:a16="http://schemas.microsoft.com/office/drawing/2014/main" id="{386B81B0-A432-5D4B-8BA6-E32D902566DF}"/>
              </a:ext>
            </a:extLst>
          </p:cNvPr>
          <p:cNvSpPr/>
          <p:nvPr/>
        </p:nvSpPr>
        <p:spPr>
          <a:xfrm>
            <a:off x="4191000" y="2514600"/>
            <a:ext cx="2416175" cy="2743200"/>
          </a:xfrm>
          <a:prstGeom prst="rect">
            <a:avLst/>
          </a:prstGeom>
          <a:solidFill>
            <a:srgbClr val="FF00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Get Map and Data from Dashboard&gt;Overview&gt; Compare Timeframes</a:t>
            </a:r>
          </a:p>
        </p:txBody>
      </p:sp>
    </p:spTree>
    <p:extLst>
      <p:ext uri="{BB962C8B-B14F-4D97-AF65-F5344CB8AC3E}">
        <p14:creationId xmlns:p14="http://schemas.microsoft.com/office/powerpoint/2010/main" val="1941698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FA58C6-C693-4070-9512-A8214E29178B}"/>
              </a:ext>
            </a:extLst>
          </p:cNvPr>
          <p:cNvSpPr>
            <a:spLocks noGrp="1"/>
          </p:cNvSpPr>
          <p:nvPr>
            <p:ph type="title"/>
          </p:nvPr>
        </p:nvSpPr>
        <p:spPr>
          <a:xfrm>
            <a:off x="1011238" y="6076950"/>
            <a:ext cx="10881360" cy="720513"/>
          </a:xfrm>
        </p:spPr>
        <p:txBody>
          <a:bodyPr/>
          <a:lstStyle/>
          <a:p>
            <a:r>
              <a:rPr lang="en-US"/>
              <a:t>Appendix</a:t>
            </a:r>
          </a:p>
        </p:txBody>
      </p:sp>
      <p:sp>
        <p:nvSpPr>
          <p:cNvPr id="8" name="Text Placeholder 7">
            <a:extLst>
              <a:ext uri="{FF2B5EF4-FFF2-40B4-BE49-F238E27FC236}">
                <a16:creationId xmlns:a16="http://schemas.microsoft.com/office/drawing/2014/main" id="{4AD4C8C6-8BD1-4EEB-A089-23D293BFF951}"/>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932147F1-D325-40C4-ADEE-F620B94A76DB}"/>
              </a:ext>
            </a:extLst>
          </p:cNvPr>
          <p:cNvSpPr>
            <a:spLocks noGrp="1"/>
          </p:cNvSpPr>
          <p:nvPr>
            <p:ph type="sldNum" sz="quarter" idx="4"/>
          </p:nvPr>
        </p:nvSpPr>
        <p:spPr>
          <a:xfrm>
            <a:off x="11887200" y="7400925"/>
            <a:ext cx="914400" cy="228600"/>
          </a:xfrm>
        </p:spPr>
        <p:txBody>
          <a:bodyPr/>
          <a:lstStyle/>
          <a:p>
            <a:fld id="{DFE75DC9-2AA8-4836-ABA6-832E2002DAE6}" type="slidenum">
              <a:rPr lang="en-US" smtClean="0"/>
              <a:pPr/>
              <a:t>26</a:t>
            </a:fld>
            <a:endParaRPr lang="en-US"/>
          </a:p>
        </p:txBody>
      </p:sp>
      <p:sp>
        <p:nvSpPr>
          <p:cNvPr id="2" name="Rectangle 1">
            <a:extLst>
              <a:ext uri="{FF2B5EF4-FFF2-40B4-BE49-F238E27FC236}">
                <a16:creationId xmlns:a16="http://schemas.microsoft.com/office/drawing/2014/main" id="{266B3A82-3BBD-4BA7-7701-42AF2DC6B784}"/>
              </a:ext>
            </a:extLst>
          </p:cNvPr>
          <p:cNvSpPr/>
          <p:nvPr/>
        </p:nvSpPr>
        <p:spPr>
          <a:xfrm>
            <a:off x="4105274" y="1462841"/>
            <a:ext cx="4572000" cy="2423359"/>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algn="ctr" defTabSz="987527">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Insert photo of the client location or location being analyzed and resize/crop to fit properly, then ‘Send to back’</a:t>
            </a: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(Height: 14.0” x Width: 6.39”)</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338297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16D5FE-9886-41E5-AD75-2DE458F5B270}"/>
              </a:ext>
            </a:extLst>
          </p:cNvPr>
          <p:cNvSpPr>
            <a:spLocks noGrp="1"/>
          </p:cNvSpPr>
          <p:nvPr>
            <p:ph idx="1"/>
          </p:nvPr>
        </p:nvSpPr>
        <p:spPr>
          <a:xfrm>
            <a:off x="7315200" y="1673424"/>
            <a:ext cx="4747260" cy="5260776"/>
          </a:xfrm>
        </p:spPr>
        <p:txBody>
          <a:bodyPr/>
          <a:lstStyle/>
          <a:p>
            <a:r>
              <a:rPr lang="en-US" sz="1600" dirty="0">
                <a:solidFill>
                  <a:schemeClr val="accent5">
                    <a:lumMod val="10000"/>
                  </a:schemeClr>
                </a:solidFill>
              </a:rPr>
              <a:t>Dashboard access to TruTrade is available online 24/7:</a:t>
            </a:r>
          </a:p>
          <a:p>
            <a:pPr lvl="1"/>
            <a:r>
              <a:rPr lang="en-US" sz="1600" dirty="0">
                <a:solidFill>
                  <a:schemeClr val="accent5">
                    <a:lumMod val="10000"/>
                  </a:schemeClr>
                </a:solidFill>
                <a:hlinkClick r:id="rId2">
                  <a:extLst>
                    <a:ext uri="{A12FA001-AC4F-418D-AE19-62706E023703}">
                      <ahyp:hlinkClr xmlns:ahyp="http://schemas.microsoft.com/office/drawing/2018/hyperlinkcolor" val="tx"/>
                    </a:ext>
                  </a:extLst>
                </a:hlinkClick>
              </a:rPr>
              <a:t>https://trutrade.alexanderbabbage.com</a:t>
            </a:r>
            <a:endParaRPr lang="en-US" sz="1600" dirty="0">
              <a:solidFill>
                <a:schemeClr val="accent5">
                  <a:lumMod val="10000"/>
                </a:schemeClr>
              </a:solidFill>
            </a:endParaRPr>
          </a:p>
          <a:p>
            <a:endParaRPr lang="en-US" sz="1600" dirty="0">
              <a:solidFill>
                <a:schemeClr val="accent5">
                  <a:lumMod val="10000"/>
                </a:schemeClr>
              </a:solidFill>
            </a:endParaRPr>
          </a:p>
          <a:p>
            <a:r>
              <a:rPr lang="en-US" sz="1600" dirty="0">
                <a:solidFill>
                  <a:schemeClr val="accent5">
                    <a:lumMod val="10000"/>
                  </a:schemeClr>
                </a:solidFill>
              </a:rPr>
              <a:t>If additional logins are needed, please contact Christy Loudermilk at:</a:t>
            </a:r>
          </a:p>
          <a:p>
            <a:pPr lvl="1"/>
            <a:r>
              <a:rPr lang="en-US" sz="1600" dirty="0">
                <a:solidFill>
                  <a:schemeClr val="accent5">
                    <a:lumMod val="10000"/>
                  </a:schemeClr>
                </a:solidFill>
              </a:rPr>
              <a:t>cloudermilk@alexanderbabbage.com</a:t>
            </a:r>
          </a:p>
          <a:p>
            <a:endParaRPr lang="en-US" sz="1600" dirty="0">
              <a:solidFill>
                <a:schemeClr val="accent5">
                  <a:lumMod val="10000"/>
                </a:schemeClr>
              </a:solidFill>
            </a:endParaRPr>
          </a:p>
          <a:p>
            <a:r>
              <a:rPr lang="en-US" sz="1600" dirty="0">
                <a:solidFill>
                  <a:schemeClr val="accent5">
                    <a:lumMod val="10000"/>
                  </a:schemeClr>
                </a:solidFill>
              </a:rPr>
              <a:t>If you need access to additional locations within your dashboard, please submit a request for additional locations on the “My Profile” page</a:t>
            </a:r>
          </a:p>
        </p:txBody>
      </p:sp>
      <p:sp>
        <p:nvSpPr>
          <p:cNvPr id="3" name="Slide Number Placeholder 2">
            <a:extLst>
              <a:ext uri="{FF2B5EF4-FFF2-40B4-BE49-F238E27FC236}">
                <a16:creationId xmlns:a16="http://schemas.microsoft.com/office/drawing/2014/main" id="{785F2820-95F1-4D73-89B8-0AAA6AEC0F1B}"/>
              </a:ext>
            </a:extLst>
          </p:cNvPr>
          <p:cNvSpPr>
            <a:spLocks noGrp="1"/>
          </p:cNvSpPr>
          <p:nvPr>
            <p:ph type="sldNum" sz="quarter" idx="4"/>
          </p:nvPr>
        </p:nvSpPr>
        <p:spPr/>
        <p:txBody>
          <a:bodyPr/>
          <a:lstStyle/>
          <a:p>
            <a:fld id="{DFE75DC9-2AA8-4836-ABA6-832E2002DAE6}" type="slidenum">
              <a:rPr lang="en-US" smtClean="0">
                <a:solidFill>
                  <a:srgbClr val="FFFFFF"/>
                </a:solidFill>
              </a:rPr>
              <a:t>27</a:t>
            </a:fld>
            <a:endParaRPr lang="en-US">
              <a:solidFill>
                <a:srgbClr val="FFFFFF"/>
              </a:solidFill>
            </a:endParaRPr>
          </a:p>
        </p:txBody>
      </p:sp>
      <p:sp>
        <p:nvSpPr>
          <p:cNvPr id="4" name="Title 3">
            <a:extLst>
              <a:ext uri="{FF2B5EF4-FFF2-40B4-BE49-F238E27FC236}">
                <a16:creationId xmlns:a16="http://schemas.microsoft.com/office/drawing/2014/main" id="{CAFD94EC-07C3-4ACB-9C31-2CEA84598C23}"/>
              </a:ext>
            </a:extLst>
          </p:cNvPr>
          <p:cNvSpPr>
            <a:spLocks noGrp="1"/>
          </p:cNvSpPr>
          <p:nvPr>
            <p:ph type="title"/>
          </p:nvPr>
        </p:nvSpPr>
        <p:spPr/>
        <p:txBody>
          <a:bodyPr/>
          <a:lstStyle/>
          <a:p>
            <a:r>
              <a:rPr lang="en-US" dirty="0"/>
              <a:t>TruTrade Dashboard Access</a:t>
            </a:r>
          </a:p>
        </p:txBody>
      </p:sp>
      <p:sp>
        <p:nvSpPr>
          <p:cNvPr id="5" name="Subtitle 4">
            <a:extLst>
              <a:ext uri="{FF2B5EF4-FFF2-40B4-BE49-F238E27FC236}">
                <a16:creationId xmlns:a16="http://schemas.microsoft.com/office/drawing/2014/main" id="{51B550F0-03A4-4D19-87FE-9A6D64115378}"/>
              </a:ext>
            </a:extLst>
          </p:cNvPr>
          <p:cNvSpPr>
            <a:spLocks noGrp="1"/>
          </p:cNvSpPr>
          <p:nvPr>
            <p:ph type="subTitle" idx="10"/>
          </p:nvPr>
        </p:nvSpPr>
        <p:spPr/>
        <p:txBody>
          <a:bodyPr/>
          <a:lstStyle/>
          <a:p>
            <a:endParaRPr lang="en-US"/>
          </a:p>
        </p:txBody>
      </p:sp>
      <p:grpSp>
        <p:nvGrpSpPr>
          <p:cNvPr id="7" name="Group 6">
            <a:extLst>
              <a:ext uri="{FF2B5EF4-FFF2-40B4-BE49-F238E27FC236}">
                <a16:creationId xmlns:a16="http://schemas.microsoft.com/office/drawing/2014/main" id="{1C4C7A1C-03D4-4DEF-AEF6-0EB542675E98}"/>
              </a:ext>
            </a:extLst>
          </p:cNvPr>
          <p:cNvGrpSpPr/>
          <p:nvPr/>
        </p:nvGrpSpPr>
        <p:grpSpPr>
          <a:xfrm>
            <a:off x="739140" y="1673424"/>
            <a:ext cx="6185264" cy="5260776"/>
            <a:chOff x="739140" y="1673424"/>
            <a:chExt cx="6185264" cy="5260776"/>
          </a:xfrm>
        </p:grpSpPr>
        <p:pic>
          <p:nvPicPr>
            <p:cNvPr id="8" name="Picture 7">
              <a:extLst>
                <a:ext uri="{FF2B5EF4-FFF2-40B4-BE49-F238E27FC236}">
                  <a16:creationId xmlns:a16="http://schemas.microsoft.com/office/drawing/2014/main" id="{C6C4314B-956E-4553-AAAC-A6AA185F5B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 y="1673424"/>
              <a:ext cx="6185264" cy="5260776"/>
            </a:xfrm>
            <a:prstGeom prst="rect">
              <a:avLst/>
            </a:prstGeom>
          </p:spPr>
        </p:pic>
        <p:sp>
          <p:nvSpPr>
            <p:cNvPr id="9" name="Rectangle 8">
              <a:extLst>
                <a:ext uri="{FF2B5EF4-FFF2-40B4-BE49-F238E27FC236}">
                  <a16:creationId xmlns:a16="http://schemas.microsoft.com/office/drawing/2014/main" id="{D70BD503-6BB0-4D9C-AE3C-EE863F6B7A92}"/>
                </a:ext>
              </a:extLst>
            </p:cNvPr>
            <p:cNvSpPr/>
            <p:nvPr/>
          </p:nvSpPr>
          <p:spPr>
            <a:xfrm>
              <a:off x="873864" y="1772056"/>
              <a:ext cx="5907936" cy="3505200"/>
            </a:xfrm>
            <a:prstGeom prst="rect">
              <a:avLst/>
            </a:prstGeom>
            <a:solidFill>
              <a:schemeClr val="bg2">
                <a:lumMod val="10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102A8447-3543-9853-4A31-C5B5363DD177}"/>
              </a:ext>
            </a:extLst>
          </p:cNvPr>
          <p:cNvPicPr>
            <a:picLocks noChangeAspect="1"/>
          </p:cNvPicPr>
          <p:nvPr/>
        </p:nvPicPr>
        <p:blipFill>
          <a:blip r:embed="rId4"/>
          <a:stretch>
            <a:fillRect/>
          </a:stretch>
        </p:blipFill>
        <p:spPr>
          <a:xfrm>
            <a:off x="881970" y="2162721"/>
            <a:ext cx="5907936" cy="2723869"/>
          </a:xfrm>
          <a:prstGeom prst="rect">
            <a:avLst/>
          </a:prstGeom>
        </p:spPr>
      </p:pic>
    </p:spTree>
    <p:extLst>
      <p:ext uri="{BB962C8B-B14F-4D97-AF65-F5344CB8AC3E}">
        <p14:creationId xmlns:p14="http://schemas.microsoft.com/office/powerpoint/2010/main" val="2979857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map of a city&#10;&#10;Description automatically generated">
            <a:extLst>
              <a:ext uri="{FF2B5EF4-FFF2-40B4-BE49-F238E27FC236}">
                <a16:creationId xmlns:a16="http://schemas.microsoft.com/office/drawing/2014/main" id="{693F3071-E15D-FC99-8FEF-0196AFBD4900}"/>
              </a:ext>
            </a:extLst>
          </p:cNvPr>
          <p:cNvPicPr>
            <a:picLocks noChangeAspect="1"/>
          </p:cNvPicPr>
          <p:nvPr/>
        </p:nvPicPr>
        <p:blipFill>
          <a:blip r:embed="rId2">
            <a:extLst>
              <a:ext uri="{28A0092B-C50C-407E-A947-70E740481C1C}">
                <a14:useLocalDpi xmlns:a14="http://schemas.microsoft.com/office/drawing/2010/main" val="0"/>
              </a:ext>
            </a:extLst>
          </a:blip>
          <a:srcRect l="3856" r="3856"/>
          <a:stretch/>
        </p:blipFill>
        <p:spPr>
          <a:xfrm>
            <a:off x="0" y="0"/>
            <a:ext cx="12801600" cy="7242048"/>
          </a:xfrm>
          <a:prstGeom prst="rect">
            <a:avLst/>
          </a:prstGeom>
        </p:spPr>
      </p:pic>
      <p:sp>
        <p:nvSpPr>
          <p:cNvPr id="2" name="Slide Number Placeholder 1">
            <a:extLst>
              <a:ext uri="{FF2B5EF4-FFF2-40B4-BE49-F238E27FC236}">
                <a16:creationId xmlns:a16="http://schemas.microsoft.com/office/drawing/2014/main" id="{3A8B384E-9834-45E1-9BAE-BF3CE9702BA0}"/>
              </a:ext>
            </a:extLst>
          </p:cNvPr>
          <p:cNvSpPr>
            <a:spLocks noGrp="1"/>
          </p:cNvSpPr>
          <p:nvPr>
            <p:ph type="sldNum" sz="quarter" idx="4"/>
          </p:nvPr>
        </p:nvSpPr>
        <p:spPr/>
        <p:txBody>
          <a:bodyPr/>
          <a:lstStyle/>
          <a:p>
            <a:fld id="{DFE75DC9-2AA8-4836-ABA6-832E2002DAE6}" type="slidenum">
              <a:rPr lang="en-US" smtClean="0">
                <a:solidFill>
                  <a:srgbClr val="FFFFFF"/>
                </a:solidFill>
              </a:rPr>
              <a:t>28</a:t>
            </a:fld>
            <a:endParaRPr lang="en-US">
              <a:solidFill>
                <a:srgbClr val="FFFFFF"/>
              </a:solidFill>
            </a:endParaRPr>
          </a:p>
        </p:txBody>
      </p:sp>
      <p:sp>
        <p:nvSpPr>
          <p:cNvPr id="8" name="Shape 0">
            <a:extLst>
              <a:ext uri="{FF2B5EF4-FFF2-40B4-BE49-F238E27FC236}">
                <a16:creationId xmlns:a16="http://schemas.microsoft.com/office/drawing/2014/main" id="{B0212DA0-4FB4-C1EB-D450-C5A33AF50984}"/>
              </a:ext>
            </a:extLst>
          </p:cNvPr>
          <p:cNvSpPr/>
          <p:nvPr/>
        </p:nvSpPr>
        <p:spPr>
          <a:xfrm>
            <a:off x="373380" y="246887"/>
            <a:ext cx="12054840" cy="523051"/>
          </a:xfrm>
          <a:prstGeom prst="rect">
            <a:avLst/>
          </a:prstGeom>
          <a:solidFill>
            <a:srgbClr val="FFFFFF">
              <a:alpha val="50000"/>
            </a:srgbClr>
          </a:solidFill>
          <a:ln/>
        </p:spPr>
        <p:txBody>
          <a:bodyPr/>
          <a:lstStyle/>
          <a:p>
            <a:pPr marL="0" indent="0">
              <a:buNone/>
            </a:pPr>
            <a:r>
              <a:rPr lang="en-US" sz="2800">
                <a:latin typeface="+mj-lt"/>
              </a:rPr>
              <a:t>Regional Population Density</a:t>
            </a:r>
          </a:p>
        </p:txBody>
      </p:sp>
      <p:pic>
        <p:nvPicPr>
          <p:cNvPr id="14" name="Picture 13">
            <a:extLst>
              <a:ext uri="{FF2B5EF4-FFF2-40B4-BE49-F238E27FC236}">
                <a16:creationId xmlns:a16="http://schemas.microsoft.com/office/drawing/2014/main" id="{ACB21A5F-1041-2A92-79C3-CFB795A384C5}"/>
              </a:ext>
            </a:extLst>
          </p:cNvPr>
          <p:cNvPicPr>
            <a:picLocks noChangeAspect="1"/>
          </p:cNvPicPr>
          <p:nvPr/>
        </p:nvPicPr>
        <p:blipFill>
          <a:blip r:embed="rId3"/>
          <a:stretch>
            <a:fillRect/>
          </a:stretch>
        </p:blipFill>
        <p:spPr>
          <a:xfrm>
            <a:off x="11077575" y="6473031"/>
            <a:ext cx="1266825" cy="40005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773D4692-96A9-6238-DFDD-D7A7A8B18B15}"/>
              </a:ext>
            </a:extLst>
          </p:cNvPr>
          <p:cNvSpPr txBox="1"/>
          <p:nvPr/>
        </p:nvSpPr>
        <p:spPr>
          <a:xfrm>
            <a:off x="3159140" y="3456249"/>
            <a:ext cx="3208757" cy="307777"/>
          </a:xfrm>
          <a:prstGeom prst="rect">
            <a:avLst/>
          </a:prstGeom>
          <a:noFill/>
          <a:ln w="3175">
            <a:noFill/>
          </a:ln>
        </p:spPr>
        <p:txBody>
          <a:bodyPr wrap="square" rtlCol="0">
            <a:spAutoFit/>
          </a:bodyPr>
          <a:lstStyle/>
          <a:p>
            <a:pPr algn="r"/>
            <a:r>
              <a:rPr lang="en-US" sz="1400" b="1">
                <a:solidFill>
                  <a:schemeClr val="accent5">
                    <a:lumMod val="10000"/>
                  </a:schemeClr>
                </a:solidFill>
                <a:effectLst>
                  <a:glow rad="101600">
                    <a:schemeClr val="bg1"/>
                  </a:glow>
                </a:effectLst>
              </a:rPr>
              <a:t>XXXXX</a:t>
            </a:r>
          </a:p>
        </p:txBody>
      </p:sp>
      <p:sp>
        <p:nvSpPr>
          <p:cNvPr id="3" name="Rectangle 2">
            <a:extLst>
              <a:ext uri="{FF2B5EF4-FFF2-40B4-BE49-F238E27FC236}">
                <a16:creationId xmlns:a16="http://schemas.microsoft.com/office/drawing/2014/main" id="{3A22DD93-3901-8EE5-744E-AB57D8C2A110}"/>
              </a:ext>
            </a:extLst>
          </p:cNvPr>
          <p:cNvSpPr/>
          <p:nvPr/>
        </p:nvSpPr>
        <p:spPr>
          <a:xfrm>
            <a:off x="2817614" y="1431708"/>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map to left and update with </a:t>
            </a:r>
            <a:r>
              <a:rPr kumimoji="0" lang="en-US" sz="1944" b="1" i="0" u="none" strike="noStrike" kern="0" cap="none" spc="0" normalizeH="0" baseline="0" noProof="0" dirty="0">
                <a:ln>
                  <a:noFill/>
                </a:ln>
                <a:solidFill>
                  <a:srgbClr val="FFFF00"/>
                </a:solidFill>
                <a:effectLst/>
                <a:uLnTx/>
                <a:uFillTx/>
                <a:latin typeface="Arial" panose="020B0604020202020204"/>
                <a:ea typeface="+mn-ea"/>
                <a:cs typeface="+mn-cs"/>
              </a:rPr>
              <a:t>POPULATION DENSITY </a:t>
            </a: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map (identical zoom as the first Trade Area Population and first Geographic Penetration and the Overlay maps, all competitors, but no mileage ring)</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Size map to correct size </a:t>
            </a: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(Height: 10.14” x Width: 7.92”)</a:t>
            </a:r>
          </a:p>
        </p:txBody>
      </p:sp>
    </p:spTree>
    <p:extLst>
      <p:ext uri="{BB962C8B-B14F-4D97-AF65-F5344CB8AC3E}">
        <p14:creationId xmlns:p14="http://schemas.microsoft.com/office/powerpoint/2010/main" val="932919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een map with white text&#10;&#10;Description automatically generated">
            <a:extLst>
              <a:ext uri="{FF2B5EF4-FFF2-40B4-BE49-F238E27FC236}">
                <a16:creationId xmlns:a16="http://schemas.microsoft.com/office/drawing/2014/main" id="{24C946B7-B9CA-4390-3980-86A0EB67D98F}"/>
              </a:ext>
            </a:extLst>
          </p:cNvPr>
          <p:cNvPicPr>
            <a:picLocks noChangeAspect="1"/>
          </p:cNvPicPr>
          <p:nvPr/>
        </p:nvPicPr>
        <p:blipFill>
          <a:blip r:embed="rId2">
            <a:extLst>
              <a:ext uri="{28A0092B-C50C-407E-A947-70E740481C1C}">
                <a14:useLocalDpi xmlns:a14="http://schemas.microsoft.com/office/drawing/2010/main" val="0"/>
              </a:ext>
            </a:extLst>
          </a:blip>
          <a:srcRect l="3853" r="3851"/>
          <a:stretch/>
        </p:blipFill>
        <p:spPr>
          <a:xfrm>
            <a:off x="0" y="3284"/>
            <a:ext cx="12801600" cy="7239000"/>
          </a:xfrm>
          <a:prstGeom prst="rect">
            <a:avLst/>
          </a:prstGeom>
        </p:spPr>
      </p:pic>
      <p:sp>
        <p:nvSpPr>
          <p:cNvPr id="2" name="Slide Number Placeholder 1">
            <a:extLst>
              <a:ext uri="{FF2B5EF4-FFF2-40B4-BE49-F238E27FC236}">
                <a16:creationId xmlns:a16="http://schemas.microsoft.com/office/drawing/2014/main" id="{3A8B384E-9834-45E1-9BAE-BF3CE9702BA0}"/>
              </a:ext>
            </a:extLst>
          </p:cNvPr>
          <p:cNvSpPr>
            <a:spLocks noGrp="1"/>
          </p:cNvSpPr>
          <p:nvPr>
            <p:ph type="sldNum" sz="quarter" idx="4"/>
          </p:nvPr>
        </p:nvSpPr>
        <p:spPr/>
        <p:txBody>
          <a:bodyPr/>
          <a:lstStyle/>
          <a:p>
            <a:fld id="{DFE75DC9-2AA8-4836-ABA6-832E2002DAE6}" type="slidenum">
              <a:rPr lang="en-US" smtClean="0">
                <a:solidFill>
                  <a:srgbClr val="FFFFFF"/>
                </a:solidFill>
              </a:rPr>
              <a:t>29</a:t>
            </a:fld>
            <a:endParaRPr lang="en-US">
              <a:solidFill>
                <a:srgbClr val="FFFFFF"/>
              </a:solidFill>
            </a:endParaRPr>
          </a:p>
        </p:txBody>
      </p:sp>
      <p:sp>
        <p:nvSpPr>
          <p:cNvPr id="8" name="Shape 0">
            <a:extLst>
              <a:ext uri="{FF2B5EF4-FFF2-40B4-BE49-F238E27FC236}">
                <a16:creationId xmlns:a16="http://schemas.microsoft.com/office/drawing/2014/main" id="{B0212DA0-4FB4-C1EB-D450-C5A33AF50984}"/>
              </a:ext>
            </a:extLst>
          </p:cNvPr>
          <p:cNvSpPr/>
          <p:nvPr/>
        </p:nvSpPr>
        <p:spPr>
          <a:xfrm>
            <a:off x="373380" y="246887"/>
            <a:ext cx="12054840" cy="523051"/>
          </a:xfrm>
          <a:prstGeom prst="rect">
            <a:avLst/>
          </a:prstGeom>
          <a:solidFill>
            <a:srgbClr val="FFFFFF">
              <a:alpha val="50000"/>
            </a:srgbClr>
          </a:solidFill>
          <a:ln/>
        </p:spPr>
        <p:txBody>
          <a:bodyPr/>
          <a:lstStyle/>
          <a:p>
            <a:pPr marL="0" indent="0">
              <a:buNone/>
            </a:pPr>
            <a:r>
              <a:rPr lang="en-US" sz="2800">
                <a:latin typeface="+mj-lt"/>
              </a:rPr>
              <a:t>Regional Income Distribution</a:t>
            </a:r>
          </a:p>
        </p:txBody>
      </p:sp>
      <p:pic>
        <p:nvPicPr>
          <p:cNvPr id="7" name="Picture 6">
            <a:extLst>
              <a:ext uri="{FF2B5EF4-FFF2-40B4-BE49-F238E27FC236}">
                <a16:creationId xmlns:a16="http://schemas.microsoft.com/office/drawing/2014/main" id="{A097127C-2624-2F4B-970D-C316145231DE}"/>
              </a:ext>
            </a:extLst>
          </p:cNvPr>
          <p:cNvPicPr>
            <a:picLocks noChangeAspect="1"/>
          </p:cNvPicPr>
          <p:nvPr/>
        </p:nvPicPr>
        <p:blipFill>
          <a:blip r:embed="rId3"/>
          <a:stretch>
            <a:fillRect/>
          </a:stretch>
        </p:blipFill>
        <p:spPr>
          <a:xfrm>
            <a:off x="10820400" y="5654892"/>
            <a:ext cx="1714500" cy="1428750"/>
          </a:xfrm>
          <a:prstGeom prst="rect">
            <a:avLst/>
          </a:prstGeom>
          <a:ln>
            <a:noFill/>
          </a:ln>
          <a:effectLst>
            <a:outerShdw blurRad="292100" dist="139700" dir="2700000" algn="tl" rotWithShape="0">
              <a:srgbClr val="333333">
                <a:alpha val="65000"/>
              </a:srgbClr>
            </a:outerShdw>
          </a:effectLst>
        </p:spPr>
      </p:pic>
      <p:sp>
        <p:nvSpPr>
          <p:cNvPr id="3" name="Rectangle 2">
            <a:extLst>
              <a:ext uri="{FF2B5EF4-FFF2-40B4-BE49-F238E27FC236}">
                <a16:creationId xmlns:a16="http://schemas.microsoft.com/office/drawing/2014/main" id="{2CCC9C64-1CB9-8FE8-58E4-3ACC061C8C0A}"/>
              </a:ext>
            </a:extLst>
          </p:cNvPr>
          <p:cNvSpPr/>
          <p:nvPr/>
        </p:nvSpPr>
        <p:spPr>
          <a:xfrm>
            <a:off x="3392555" y="1118140"/>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map to left and update with </a:t>
            </a:r>
            <a:r>
              <a:rPr kumimoji="0" lang="en-US" sz="1944" b="1" i="0" u="none" strike="noStrike" kern="0" cap="none" spc="0" normalizeH="0" baseline="0" noProof="0" dirty="0">
                <a:ln>
                  <a:noFill/>
                </a:ln>
                <a:solidFill>
                  <a:srgbClr val="FFFF00"/>
                </a:solidFill>
                <a:effectLst/>
                <a:uLnTx/>
                <a:uFillTx/>
                <a:latin typeface="Arial" panose="020B0604020202020204"/>
                <a:ea typeface="+mn-ea"/>
                <a:cs typeface="+mn-cs"/>
              </a:rPr>
              <a:t>HOUSEHOLD INCOME </a:t>
            </a: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map (identical zoom as the first Trade Area Population and first Geographic Penetration and the Overlay maps, all competitors, but no mileage ring)</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Size map to correct size </a:t>
            </a: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(Height: 10.14” x Width: 7.92”)</a:t>
            </a:r>
          </a:p>
        </p:txBody>
      </p:sp>
      <p:sp>
        <p:nvSpPr>
          <p:cNvPr id="4" name="TextBox 3">
            <a:extLst>
              <a:ext uri="{FF2B5EF4-FFF2-40B4-BE49-F238E27FC236}">
                <a16:creationId xmlns:a16="http://schemas.microsoft.com/office/drawing/2014/main" id="{690A579D-C684-8669-D081-1CB3B51ABD8E}"/>
              </a:ext>
            </a:extLst>
          </p:cNvPr>
          <p:cNvSpPr txBox="1"/>
          <p:nvPr/>
        </p:nvSpPr>
        <p:spPr>
          <a:xfrm>
            <a:off x="3159140" y="3456249"/>
            <a:ext cx="3208757" cy="307777"/>
          </a:xfrm>
          <a:prstGeom prst="rect">
            <a:avLst/>
          </a:prstGeom>
          <a:noFill/>
          <a:ln w="3175">
            <a:noFill/>
          </a:ln>
        </p:spPr>
        <p:txBody>
          <a:bodyPr wrap="square" rtlCol="0">
            <a:spAutoFit/>
          </a:bodyPr>
          <a:lstStyle/>
          <a:p>
            <a:pPr algn="r"/>
            <a:r>
              <a:rPr lang="en-US" sz="1400" b="1">
                <a:solidFill>
                  <a:schemeClr val="accent5">
                    <a:lumMod val="10000"/>
                  </a:schemeClr>
                </a:solidFill>
                <a:effectLst>
                  <a:glow rad="101600">
                    <a:schemeClr val="bg1"/>
                  </a:glow>
                </a:effectLst>
              </a:rPr>
              <a:t>XXXXX</a:t>
            </a:r>
          </a:p>
        </p:txBody>
      </p:sp>
    </p:spTree>
    <p:extLst>
      <p:ext uri="{BB962C8B-B14F-4D97-AF65-F5344CB8AC3E}">
        <p14:creationId xmlns:p14="http://schemas.microsoft.com/office/powerpoint/2010/main" val="185489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1256"/>
            <a:ext cx="11323320" cy="1295400"/>
          </a:xfrm>
        </p:spPr>
        <p:txBody>
          <a:bodyPr>
            <a:normAutofit/>
          </a:bodyPr>
          <a:lstStyle/>
          <a:p>
            <a:r>
              <a:rPr lang="en-US"/>
              <a:t>DEFINITIONS</a:t>
            </a:r>
          </a:p>
        </p:txBody>
      </p:sp>
      <p:sp>
        <p:nvSpPr>
          <p:cNvPr id="3" name="Content Placeholder 2"/>
          <p:cNvSpPr>
            <a:spLocks noGrp="1"/>
          </p:cNvSpPr>
          <p:nvPr>
            <p:ph idx="1"/>
          </p:nvPr>
        </p:nvSpPr>
        <p:spPr>
          <a:xfrm>
            <a:off x="739140" y="1464366"/>
            <a:ext cx="11323320" cy="5698434"/>
          </a:xfrm>
        </p:spPr>
        <p:txBody>
          <a:bodyPr vert="horz" lIns="117564" tIns="58782" rIns="117564" bIns="58782" rtlCol="0" anchor="t">
            <a:noAutofit/>
          </a:bodyPr>
          <a:lstStyle/>
          <a:p>
            <a:pPr lvl="0">
              <a:spcBef>
                <a:spcPts val="1200"/>
              </a:spcBef>
              <a:buClr>
                <a:srgbClr val="267BC3"/>
              </a:buClr>
            </a:pPr>
            <a:r>
              <a:rPr lang="en-US" sz="1400" b="1" dirty="0">
                <a:solidFill>
                  <a:schemeClr val="tx1"/>
                </a:solidFill>
                <a:ea typeface="Roboto"/>
                <a:cs typeface="Arial"/>
              </a:rPr>
              <a:t>Demographics</a:t>
            </a:r>
            <a:r>
              <a:rPr lang="en-US" sz="1400" dirty="0">
                <a:solidFill>
                  <a:schemeClr val="tx1"/>
                </a:solidFill>
                <a:ea typeface="Roboto"/>
                <a:cs typeface="Arial"/>
              </a:rPr>
              <a:t> – the demographics of the block group of the home location for the device.  This allows comparisons between the demographic make up of the households who are visiting a location but may not reflect the actual visitor.</a:t>
            </a:r>
          </a:p>
          <a:p>
            <a:pPr lvl="0">
              <a:spcBef>
                <a:spcPts val="1200"/>
              </a:spcBef>
              <a:buClr>
                <a:srgbClr val="267BC3"/>
              </a:buClr>
            </a:pPr>
            <a:r>
              <a:rPr lang="en-US" sz="1400" b="1" dirty="0">
                <a:solidFill>
                  <a:schemeClr val="tx1"/>
                </a:solidFill>
                <a:latin typeface="Roboto" panose="02000000000000000000" pitchFamily="2" charset="0"/>
                <a:ea typeface="Roboto" panose="02000000000000000000" pitchFamily="2" charset="0"/>
                <a:cs typeface="Arial" panose="020B0604020202020204" pitchFamily="34" charset="0"/>
              </a:rPr>
              <a:t>Demographic Indices </a:t>
            </a:r>
            <a:r>
              <a:rPr lang="en-US" sz="1400" dirty="0">
                <a:solidFill>
                  <a:schemeClr val="tx1"/>
                </a:solidFill>
                <a:latin typeface="Roboto" panose="02000000000000000000" pitchFamily="2" charset="0"/>
                <a:ea typeface="Roboto" panose="02000000000000000000" pitchFamily="2" charset="0"/>
                <a:cs typeface="Arial" panose="020B0604020202020204" pitchFamily="34" charset="0"/>
              </a:rPr>
              <a:t>– the demographic profile of a given center indexed against the market.  This is the easiest way to see the strengths and opportunities for a given location.</a:t>
            </a:r>
          </a:p>
          <a:p>
            <a:pPr lvl="0">
              <a:spcBef>
                <a:spcPts val="1200"/>
              </a:spcBef>
              <a:buClr>
                <a:srgbClr val="267BC3"/>
              </a:buClr>
            </a:pPr>
            <a:r>
              <a:rPr lang="en-US" sz="1400" b="1" dirty="0">
                <a:solidFill>
                  <a:schemeClr val="tx1"/>
                </a:solidFill>
                <a:ea typeface="Roboto"/>
                <a:cs typeface="Arial"/>
              </a:rPr>
              <a:t>Visitor Distance Traveled </a:t>
            </a:r>
            <a:r>
              <a:rPr lang="en-US" sz="1400" dirty="0">
                <a:solidFill>
                  <a:schemeClr val="tx1"/>
                </a:solidFill>
                <a:ea typeface="Roboto"/>
                <a:cs typeface="Arial"/>
              </a:rPr>
              <a:t>– the distance from the center of the block group to the location, used to compare between locations and compute a weighted average distance.  Note, this will not compare to traditional methods as it includes the distance traveled for people who have flown to the market (e.g. on business, or for leisure) and who are visiting the location.  Can be used to see which location has the biggest regional or national draw.  </a:t>
            </a:r>
          </a:p>
          <a:p>
            <a:pPr lvl="0">
              <a:spcBef>
                <a:spcPts val="1200"/>
              </a:spcBef>
              <a:buClr>
                <a:srgbClr val="267BC3"/>
              </a:buClr>
            </a:pPr>
            <a:r>
              <a:rPr lang="en-US" sz="1400" b="1" dirty="0">
                <a:solidFill>
                  <a:schemeClr val="tx1"/>
                </a:solidFill>
                <a:ea typeface="Roboto"/>
                <a:cs typeface="Arial"/>
              </a:rPr>
              <a:t>Visitor Frequency </a:t>
            </a:r>
            <a:r>
              <a:rPr lang="en-US" sz="1400" dirty="0">
                <a:solidFill>
                  <a:schemeClr val="tx1"/>
                </a:solidFill>
                <a:ea typeface="Roboto"/>
                <a:cs typeface="Arial"/>
              </a:rPr>
              <a:t>– the number of times the same device was seen at a given location during the tested 12-month period.  </a:t>
            </a:r>
            <a:endParaRPr lang="en-US" sz="1400" strike="sngStrike" dirty="0">
              <a:solidFill>
                <a:schemeClr val="tx1"/>
              </a:solidFill>
              <a:ea typeface="Roboto"/>
              <a:cs typeface="Arial"/>
            </a:endParaRPr>
          </a:p>
          <a:p>
            <a:pPr lvl="0">
              <a:spcBef>
                <a:spcPts val="1200"/>
              </a:spcBef>
              <a:buClr>
                <a:srgbClr val="267BC3"/>
              </a:buClr>
            </a:pPr>
            <a:r>
              <a:rPr lang="en-US" sz="1400" b="1" dirty="0">
                <a:solidFill>
                  <a:schemeClr val="tx1"/>
                </a:solidFill>
                <a:ea typeface="Roboto"/>
                <a:cs typeface="Arial"/>
              </a:rPr>
              <a:t>Visitor Duration </a:t>
            </a:r>
            <a:r>
              <a:rPr lang="en-US" sz="1400" dirty="0">
                <a:solidFill>
                  <a:schemeClr val="tx1"/>
                </a:solidFill>
                <a:ea typeface="Roboto"/>
                <a:cs typeface="Arial"/>
              </a:rPr>
              <a:t>– the duration between the first and last “pings” to the mobile application while at the location.</a:t>
            </a:r>
          </a:p>
          <a:p>
            <a:pPr lvl="0">
              <a:spcBef>
                <a:spcPts val="1200"/>
              </a:spcBef>
              <a:buClr>
                <a:srgbClr val="267BC3"/>
              </a:buClr>
            </a:pPr>
            <a:r>
              <a:rPr lang="en-US" sz="1400" b="1" dirty="0">
                <a:solidFill>
                  <a:schemeClr val="tx1"/>
                </a:solidFill>
                <a:latin typeface="Roboto" panose="02000000000000000000" pitchFamily="2" charset="0"/>
                <a:ea typeface="Roboto" panose="02000000000000000000" pitchFamily="2" charset="0"/>
                <a:cs typeface="Arial" panose="020B0604020202020204" pitchFamily="34" charset="0"/>
              </a:rPr>
              <a:t>Top 25 ZIPs </a:t>
            </a:r>
            <a:r>
              <a:rPr lang="en-US" sz="1400" dirty="0">
                <a:solidFill>
                  <a:schemeClr val="tx1"/>
                </a:solidFill>
                <a:latin typeface="Roboto" panose="02000000000000000000" pitchFamily="2" charset="0"/>
                <a:ea typeface="Roboto" panose="02000000000000000000" pitchFamily="2" charset="0"/>
                <a:cs typeface="Arial" panose="020B0604020202020204" pitchFamily="34" charset="0"/>
              </a:rPr>
              <a:t>– trips are organized based on number of trips to a given location, then sorted into the top 25 ZIPs that produce visits to that location.  The table is sorted on Percent of Visits.</a:t>
            </a:r>
          </a:p>
          <a:p>
            <a:pPr lvl="0">
              <a:spcBef>
                <a:spcPts val="1200"/>
              </a:spcBef>
              <a:buClr>
                <a:srgbClr val="267BC3"/>
              </a:buClr>
            </a:pPr>
            <a:r>
              <a:rPr lang="en-US" sz="1400" b="1" dirty="0">
                <a:solidFill>
                  <a:schemeClr val="tx1"/>
                </a:solidFill>
                <a:latin typeface="Roboto" panose="02000000000000000000" pitchFamily="2" charset="0"/>
                <a:ea typeface="Roboto" panose="02000000000000000000" pitchFamily="2" charset="0"/>
                <a:cs typeface="Arial" panose="020B0604020202020204" pitchFamily="34" charset="0"/>
              </a:rPr>
              <a:t>Trade Area Population</a:t>
            </a:r>
            <a:r>
              <a:rPr lang="en-US" sz="1400" dirty="0">
                <a:solidFill>
                  <a:schemeClr val="tx1"/>
                </a:solidFill>
                <a:latin typeface="Roboto" panose="02000000000000000000" pitchFamily="2" charset="0"/>
                <a:ea typeface="Roboto" panose="02000000000000000000" pitchFamily="2" charset="0"/>
                <a:cs typeface="Arial" panose="020B0604020202020204" pitchFamily="34" charset="0"/>
              </a:rPr>
              <a:t> – Trade Area Population is defined by ranking block groups in descending order based on 1.) the number of trips originating from each block group, and 2.) the Average Household Income for each block group. The percent of visits from each block group, along with a cumulative total, is calculated and the block groups that represent the top 75% of visits are shown on the Trade Area Population map. </a:t>
            </a:r>
          </a:p>
          <a:p>
            <a:pPr lvl="0">
              <a:spcBef>
                <a:spcPts val="1200"/>
              </a:spcBef>
              <a:buClr>
                <a:srgbClr val="267BC3"/>
              </a:buClr>
            </a:pPr>
            <a:r>
              <a:rPr lang="en-US" sz="1400" b="1" dirty="0">
                <a:solidFill>
                  <a:schemeClr val="tx1"/>
                </a:solidFill>
                <a:latin typeface="Roboto" panose="02000000000000000000" pitchFamily="2" charset="0"/>
                <a:ea typeface="Roboto" panose="02000000000000000000" pitchFamily="2" charset="0"/>
                <a:cs typeface="Arial" panose="020B0604020202020204" pitchFamily="34" charset="0"/>
              </a:rPr>
              <a:t>Trade Area Population Population </a:t>
            </a:r>
            <a:r>
              <a:rPr lang="en-US" sz="1400" dirty="0">
                <a:solidFill>
                  <a:schemeClr val="tx1"/>
                </a:solidFill>
                <a:latin typeface="Roboto" panose="02000000000000000000" pitchFamily="2" charset="0"/>
                <a:ea typeface="Roboto" panose="02000000000000000000" pitchFamily="2" charset="0"/>
                <a:cs typeface="Arial" panose="020B0604020202020204" pitchFamily="34" charset="0"/>
              </a:rPr>
              <a:t>– sum of the population of the block groups which comprise the top 75% of location visits.</a:t>
            </a:r>
          </a:p>
          <a:p>
            <a:pPr marL="0" indent="0">
              <a:buNone/>
            </a:pPr>
            <a:endParaRPr lang="en-US" sz="2400" dirty="0">
              <a:solidFill>
                <a:schemeClr val="tx1"/>
              </a:solidFill>
            </a:endParaRPr>
          </a:p>
        </p:txBody>
      </p:sp>
      <p:sp>
        <p:nvSpPr>
          <p:cNvPr id="4" name="Slide Number Placeholder 3"/>
          <p:cNvSpPr>
            <a:spLocks noGrp="1"/>
          </p:cNvSpPr>
          <p:nvPr>
            <p:ph type="sldNum" sz="quarter" idx="4"/>
          </p:nvPr>
        </p:nvSpPr>
        <p:spPr/>
        <p:txBody>
          <a:bodyPr/>
          <a:lstStyle/>
          <a:p>
            <a:pPr marL="0" marR="0" lvl="0" indent="0" algn="ctr" defTabSz="1175644" rtl="0" eaLnBrk="1" fontAlgn="auto" latinLnBrk="0" hangingPunct="1">
              <a:lnSpc>
                <a:spcPct val="100000"/>
              </a:lnSpc>
              <a:spcBef>
                <a:spcPts val="0"/>
              </a:spcBef>
              <a:spcAft>
                <a:spcPts val="0"/>
              </a:spcAft>
              <a:buClrTx/>
              <a:buSzTx/>
              <a:buFontTx/>
              <a:buNone/>
              <a:tabLst/>
              <a:defRPr/>
            </a:pPr>
            <a:fld id="{DFE75DC9-2AA8-4836-ABA6-832E2002DAE6}" type="slidenum">
              <a:rPr kumimoji="0" lang="en-US" sz="1200" b="0" i="0" u="none" strike="noStrike" kern="1200" cap="none" spc="0" normalizeH="0" baseline="0" noProof="0" smtClean="0">
                <a:ln>
                  <a:noFill/>
                </a:ln>
                <a:solidFill>
                  <a:srgbClr val="FFFFFF"/>
                </a:solidFill>
                <a:effectLst/>
                <a:uLnTx/>
                <a:uFillTx/>
                <a:latin typeface="Roboto"/>
                <a:ea typeface="+mn-ea"/>
                <a:cs typeface="+mn-cs"/>
              </a:rPr>
              <a:pPr marL="0" marR="0" lvl="0" indent="0" algn="ctr" defTabSz="1175644"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srgbClr val="FFFFFF"/>
              </a:solidFill>
              <a:effectLst/>
              <a:uLnTx/>
              <a:uFillTx/>
              <a:latin typeface="Roboto"/>
              <a:ea typeface="+mn-ea"/>
              <a:cs typeface="+mn-cs"/>
            </a:endParaRPr>
          </a:p>
        </p:txBody>
      </p:sp>
    </p:spTree>
    <p:extLst>
      <p:ext uri="{BB962C8B-B14F-4D97-AF65-F5344CB8AC3E}">
        <p14:creationId xmlns:p14="http://schemas.microsoft.com/office/powerpoint/2010/main" val="24149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471E45-29EA-42D7-B12B-A342937220D5}"/>
              </a:ext>
            </a:extLst>
          </p:cNvPr>
          <p:cNvSpPr>
            <a:spLocks noGrp="1"/>
          </p:cNvSpPr>
          <p:nvPr>
            <p:ph type="sldNum" sz="quarter" idx="4"/>
          </p:nvPr>
        </p:nvSpPr>
        <p:spPr/>
        <p:txBody>
          <a:bodyPr/>
          <a:lstStyle/>
          <a:p>
            <a:fld id="{DFE75DC9-2AA8-4836-ABA6-832E2002DAE6}" type="slidenum">
              <a:rPr lang="en-US" smtClean="0">
                <a:solidFill>
                  <a:srgbClr val="FFFFFF"/>
                </a:solidFill>
              </a:rPr>
              <a:t>31</a:t>
            </a:fld>
            <a:endParaRPr lang="en-US" dirty="0">
              <a:solidFill>
                <a:srgbClr val="FFFFFF"/>
              </a:solidFill>
            </a:endParaRPr>
          </a:p>
        </p:txBody>
      </p:sp>
      <p:sp>
        <p:nvSpPr>
          <p:cNvPr id="4" name="Title 3">
            <a:extLst>
              <a:ext uri="{FF2B5EF4-FFF2-40B4-BE49-F238E27FC236}">
                <a16:creationId xmlns:a16="http://schemas.microsoft.com/office/drawing/2014/main" id="{9B21C3A0-1843-4225-B6B1-B54D040843A4}"/>
              </a:ext>
            </a:extLst>
          </p:cNvPr>
          <p:cNvSpPr>
            <a:spLocks noGrp="1"/>
          </p:cNvSpPr>
          <p:nvPr>
            <p:ph type="title"/>
          </p:nvPr>
        </p:nvSpPr>
        <p:spPr/>
        <p:txBody>
          <a:bodyPr/>
          <a:lstStyle/>
          <a:p>
            <a:r>
              <a:rPr lang="en-US" sz="2700" dirty="0"/>
              <a:t>DTANALYSIS37</a:t>
            </a:r>
          </a:p>
        </p:txBody>
      </p:sp>
      <p:graphicFrame>
        <p:nvGraphicFramePr>
          <p:cNvPr id="6" name="Table 5">
            <a:extLst>
              <a:ext uri="{FF2B5EF4-FFF2-40B4-BE49-F238E27FC236}">
                <a16:creationId xmlns:a16="http://schemas.microsoft.com/office/drawing/2014/main" id="{EABD87E4-E2F9-45E8-AD0D-EFB8C3CFC99E}"/>
              </a:ext>
            </a:extLst>
          </p:cNvPr>
          <p:cNvGraphicFramePr>
            <a:graphicFrameLocks noGrp="1"/>
          </p:cNvGraphicFramePr>
          <p:nvPr>
            <p:extLst>
              <p:ext uri="{D42A27DB-BD31-4B8C-83A1-F6EECF244321}">
                <p14:modId xmlns:p14="http://schemas.microsoft.com/office/powerpoint/2010/main" val="695281481"/>
              </p:ext>
            </p:extLst>
          </p:nvPr>
        </p:nvGraphicFramePr>
        <p:xfrm>
          <a:off x="731520" y="1752600"/>
          <a:ext cx="11320272" cy="944880"/>
        </p:xfrm>
        <a:graphic>
          <a:graphicData uri="http://schemas.openxmlformats.org/drawingml/2006/table">
            <a:tbl>
              <a:tblPr/>
              <a:tblGrid>
                <a:gridCol w="2515616">
                  <a:extLst>
                    <a:ext uri="{9D8B030D-6E8A-4147-A177-3AD203B41FA5}">
                      <a16:colId xmlns:a16="http://schemas.microsoft.com/office/drawing/2014/main" val="20000"/>
                    </a:ext>
                  </a:extLst>
                </a:gridCol>
                <a:gridCol w="1257808">
                  <a:extLst>
                    <a:ext uri="{9D8B030D-6E8A-4147-A177-3AD203B41FA5}">
                      <a16:colId xmlns:a16="http://schemas.microsoft.com/office/drawing/2014/main" val="20001"/>
                    </a:ext>
                  </a:extLst>
                </a:gridCol>
                <a:gridCol w="1257808">
                  <a:extLst>
                    <a:ext uri="{9D8B030D-6E8A-4147-A177-3AD203B41FA5}">
                      <a16:colId xmlns:a16="http://schemas.microsoft.com/office/drawing/2014/main" val="20002"/>
                    </a:ext>
                  </a:extLst>
                </a:gridCol>
                <a:gridCol w="1257808">
                  <a:extLst>
                    <a:ext uri="{9D8B030D-6E8A-4147-A177-3AD203B41FA5}">
                      <a16:colId xmlns:a16="http://schemas.microsoft.com/office/drawing/2014/main" val="20003"/>
                    </a:ext>
                  </a:extLst>
                </a:gridCol>
                <a:gridCol w="1257808">
                  <a:extLst>
                    <a:ext uri="{9D8B030D-6E8A-4147-A177-3AD203B41FA5}">
                      <a16:colId xmlns:a16="http://schemas.microsoft.com/office/drawing/2014/main" val="20004"/>
                    </a:ext>
                  </a:extLst>
                </a:gridCol>
                <a:gridCol w="1257808">
                  <a:extLst>
                    <a:ext uri="{9D8B030D-6E8A-4147-A177-3AD203B41FA5}">
                      <a16:colId xmlns:a16="http://schemas.microsoft.com/office/drawing/2014/main" val="20005"/>
                    </a:ext>
                  </a:extLst>
                </a:gridCol>
                <a:gridCol w="1257808">
                  <a:extLst>
                    <a:ext uri="{9D8B030D-6E8A-4147-A177-3AD203B41FA5}">
                      <a16:colId xmlns:a16="http://schemas.microsoft.com/office/drawing/2014/main" val="20006"/>
                    </a:ext>
                  </a:extLst>
                </a:gridCol>
                <a:gridCol w="1257808">
                  <a:extLst>
                    <a:ext uri="{9D8B030D-6E8A-4147-A177-3AD203B41FA5}">
                      <a16:colId xmlns:a16="http://schemas.microsoft.com/office/drawing/2014/main" val="575136096"/>
                    </a:ext>
                  </a:extLst>
                </a:gridCol>
              </a:tblGrid>
              <a:tr h="323088">
                <a:tc gridSpan="8">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ctr" fontAlgn="b"/>
                      <a:r>
                        <a:rPr lang="en-US" sz="1000" b="1" i="0" u="none" strike="noStrike" dirty="0">
                          <a:solidFill>
                            <a:srgbClr val="FFFFFF"/>
                          </a:solidFill>
                          <a:effectLst/>
                          <a:latin typeface="+mn-lt"/>
                        </a:rPr>
                        <a:t>Estimated Distance </a:t>
                      </a:r>
                      <a:r>
                        <a:rPr lang="en-US" sz="1000" b="1" i="0" u="none" strike="noStrike" dirty="0" err="1">
                          <a:solidFill>
                            <a:srgbClr val="FFFFFF"/>
                          </a:solidFill>
                          <a:effectLst/>
                          <a:latin typeface="+mn-lt"/>
                        </a:rPr>
                        <a:t>Travele</a:t>
                      </a:r>
                      <a:r>
                        <a:rPr lang="en-US" sz="1000" b="1" i="0" u="none" strike="noStrike" dirty="0">
                          <a:solidFill>
                            <a:srgbClr val="FFFFFF"/>
                          </a:solidFill>
                          <a:effectLst/>
                          <a:latin typeface="+mn-lt"/>
                        </a:rPr>
                        <a:t> </a:t>
                      </a:r>
                      <a:r>
                        <a:rPr lang="en-US" sz="1000" b="1" i="0" u="none" strike="noStrike" dirty="0" err="1">
                          <a:solidFill>
                            <a:srgbClr val="FFFFFF"/>
                          </a:solidFill>
                          <a:effectLst/>
                          <a:latin typeface="+mn-lt"/>
                        </a:rPr>
                        <a:t>aad</a:t>
                      </a:r>
                      <a:r>
                        <a:rPr lang="en-US" sz="1000" b="1" i="0" u="none" strike="noStrike" dirty="0">
                          <a:solidFill>
                            <a:srgbClr val="FFFFFF"/>
                          </a:solidFill>
                          <a:effectLst/>
                          <a:latin typeface="+mn-lt"/>
                        </a:rPr>
                        <a:t> </a:t>
                      </a:r>
                    </a:p>
                  </a:txBody>
                  <a:tcPr marL="7374" marR="7374" marT="7374" marB="0" anchor="b">
                    <a:lnL>
                      <a:noFill/>
                    </a:lnL>
                    <a:lnR>
                      <a:noFill/>
                    </a:lnR>
                    <a:lnT>
                      <a:noFill/>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1000" b="1" i="0" u="none" strike="noStrike" dirty="0">
                        <a:solidFill>
                          <a:srgbClr val="FFFFFF"/>
                        </a:solidFill>
                        <a:effectLst/>
                        <a:latin typeface="+mn-lt"/>
                      </a:endParaRPr>
                    </a:p>
                  </a:txBody>
                  <a:tcPr marL="7374" marR="7374" marT="7374" marB="0" anchor="b">
                    <a:lnL>
                      <a:noFill/>
                    </a:lnL>
                    <a:lnR>
                      <a:noFill/>
                    </a:lnR>
                    <a:lnT>
                      <a:noFill/>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extLst>
                  <a:ext uri="{0D108BD9-81ED-4DB2-BD59-A6C34878D82A}">
                    <a16:rowId xmlns:a16="http://schemas.microsoft.com/office/drawing/2014/main" val="10000"/>
                  </a:ext>
                </a:extLst>
              </a:tr>
              <a:tr h="320040">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l" fontAlgn="b"/>
                      <a:r>
                        <a:rPr lang="en-US" sz="1000" b="1" i="0" u="none" strike="noStrike" dirty="0">
                          <a:solidFill>
                            <a:srgbClr val="FFFFFF"/>
                          </a:solidFill>
                          <a:effectLst/>
                          <a:latin typeface="+mn-lt"/>
                        </a:rPr>
                        <a:t> </a:t>
                      </a:r>
                    </a:p>
                  </a:txBody>
                  <a:tcPr marL="66368" marR="7374" marT="7374" marB="0" anchor="b">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Less than 5 miles</a:t>
                      </a:r>
                    </a:p>
                  </a:txBody>
                  <a:tcPr marL="7374" marR="66368" marT="7374"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5 to 10 miles</a:t>
                      </a:r>
                    </a:p>
                  </a:txBody>
                  <a:tcPr marL="7374" marR="66368" marT="7374"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11 to 20 miles</a:t>
                      </a:r>
                    </a:p>
                  </a:txBody>
                  <a:tcPr marL="7374" marR="66368" marT="7374"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21 to 50 miles</a:t>
                      </a:r>
                    </a:p>
                  </a:txBody>
                  <a:tcPr marL="7374" marR="66368" marT="7374"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More than 50 miles</a:t>
                      </a:r>
                    </a:p>
                  </a:txBody>
                  <a:tcPr marL="7374" marR="66368" marT="7374"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Avg. Distance (miles)</a:t>
                      </a:r>
                    </a:p>
                  </a:txBody>
                  <a:tcPr marL="7374" marR="132735" marT="7374"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Avg. Distance (&lt;50mi)</a:t>
                      </a:r>
                    </a:p>
                  </a:txBody>
                  <a:tcPr marL="7374" marR="66368" marT="7374"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extLst>
                  <a:ext uri="{0D108BD9-81ED-4DB2-BD59-A6C34878D82A}">
                    <a16:rowId xmlns:a16="http://schemas.microsoft.com/office/drawing/2014/main" val="10001"/>
                  </a:ext>
                </a:extLst>
              </a:tr>
              <a:tr h="301752">
                <a:tc>
                  <a:txBody>
                    <a:bodyPr/>
                    <a:lstStyle/>
                    <a:p>
                      <a:pPr algn="l" rtl="0" fontAlgn="ctr"/>
                      <a:endParaRPr lang="en-US" sz="1000" b="1" i="0" u="none" strike="noStrike" dirty="0">
                        <a:solidFill>
                          <a:srgbClr val="000000"/>
                        </a:solidFill>
                        <a:effectLst/>
                        <a:latin typeface="Roboto" panose="02000000000000000000" pitchFamily="2" charset="0"/>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Roboto" panose="02000000000000000000" pitchFamily="2" charset="0"/>
                      </a:endParaRPr>
                    </a:p>
                  </a:txBody>
                  <a:tcPr marL="9525" marR="85725" marT="9525" marB="0" anchor="ctr">
                    <a:lnL>
                      <a:noFill/>
                    </a:lnL>
                    <a:lnR w="6350" cap="flat" cmpd="sng" algn="ctr">
                      <a:solidFill>
                        <a:srgbClr val="9BC2E6"/>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10002"/>
                  </a:ext>
                </a:extLst>
              </a:tr>
            </a:tbl>
          </a:graphicData>
        </a:graphic>
      </p:graphicFrame>
      <p:sp>
        <p:nvSpPr>
          <p:cNvPr id="8" name="Rectangle 7">
            <a:extLst>
              <a:ext uri="{FF2B5EF4-FFF2-40B4-BE49-F238E27FC236}">
                <a16:creationId xmlns:a16="http://schemas.microsoft.com/office/drawing/2014/main" id="{B41CD9A4-64FD-4FD1-830C-37B066087ACC}"/>
              </a:ext>
            </a:extLst>
          </p:cNvPr>
          <p:cNvSpPr/>
          <p:nvPr/>
        </p:nvSpPr>
        <p:spPr>
          <a:xfrm>
            <a:off x="731034" y="2383970"/>
            <a:ext cx="11331426" cy="289516"/>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Subtitle 9">
            <a:extLst>
              <a:ext uri="{FF2B5EF4-FFF2-40B4-BE49-F238E27FC236}">
                <a16:creationId xmlns:a16="http://schemas.microsoft.com/office/drawing/2014/main" id="{BAAEF250-FED6-4662-87DC-274B0A5B3F4D}"/>
              </a:ext>
            </a:extLst>
          </p:cNvPr>
          <p:cNvSpPr>
            <a:spLocks noGrp="1"/>
          </p:cNvSpPr>
          <p:nvPr>
            <p:ph type="subTitle" idx="10"/>
          </p:nvPr>
        </p:nvSpPr>
        <p:spPr>
          <a:xfrm>
            <a:off x="730250" y="6934200"/>
            <a:ext cx="11331575" cy="288925"/>
          </a:xfrm>
        </p:spPr>
        <p:txBody>
          <a:bodyPr/>
          <a:lstStyle/>
          <a:p>
            <a:r>
              <a:rPr lang="en-US" i="1" dirty="0"/>
              <a:t>Source: </a:t>
            </a:r>
            <a:r>
              <a:rPr lang="en-US" i="1" dirty="0" err="1"/>
              <a:t>TruTrade</a:t>
            </a:r>
            <a:r>
              <a:rPr lang="en-US" i="1" dirty="0"/>
              <a:t>, 12 months ending on March 31, 2022; Esri</a:t>
            </a:r>
            <a:endParaRPr lang="en-US" dirty="0"/>
          </a:p>
        </p:txBody>
      </p:sp>
    </p:spTree>
    <p:extLst>
      <p:ext uri="{BB962C8B-B14F-4D97-AF65-F5344CB8AC3E}">
        <p14:creationId xmlns:p14="http://schemas.microsoft.com/office/powerpoint/2010/main" val="1967680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5E5CCF-3FB0-498D-B553-3E8FB569FEBA}"/>
              </a:ext>
            </a:extLst>
          </p:cNvPr>
          <p:cNvSpPr>
            <a:spLocks noGrp="1"/>
          </p:cNvSpPr>
          <p:nvPr>
            <p:ph type="sldNum" sz="quarter" idx="4"/>
          </p:nvPr>
        </p:nvSpPr>
        <p:spPr/>
        <p:txBody>
          <a:bodyPr/>
          <a:lstStyle/>
          <a:p>
            <a:fld id="{DFE75DC9-2AA8-4836-ABA6-832E2002DAE6}" type="slidenum">
              <a:rPr lang="en-US" smtClean="0">
                <a:solidFill>
                  <a:srgbClr val="FFFFFF"/>
                </a:solidFill>
              </a:rPr>
              <a:t>32</a:t>
            </a:fld>
            <a:endParaRPr lang="en-US" dirty="0">
              <a:solidFill>
                <a:srgbClr val="FFFFFF"/>
              </a:solidFill>
            </a:endParaRPr>
          </a:p>
        </p:txBody>
      </p:sp>
      <p:sp>
        <p:nvSpPr>
          <p:cNvPr id="4" name="Title 3">
            <a:extLst>
              <a:ext uri="{FF2B5EF4-FFF2-40B4-BE49-F238E27FC236}">
                <a16:creationId xmlns:a16="http://schemas.microsoft.com/office/drawing/2014/main" id="{C0523569-4F19-4E81-B75B-97DE483F606B}"/>
              </a:ext>
            </a:extLst>
          </p:cNvPr>
          <p:cNvSpPr>
            <a:spLocks noGrp="1"/>
          </p:cNvSpPr>
          <p:nvPr>
            <p:ph type="title"/>
          </p:nvPr>
        </p:nvSpPr>
        <p:spPr>
          <a:xfrm>
            <a:off x="739140" y="311256"/>
            <a:ext cx="11529060" cy="1295400"/>
          </a:xfrm>
        </p:spPr>
        <p:txBody>
          <a:bodyPr/>
          <a:lstStyle/>
          <a:p>
            <a:r>
              <a:rPr lang="en-US" sz="2700" dirty="0"/>
              <a:t>FREQANALYSIS38</a:t>
            </a:r>
          </a:p>
        </p:txBody>
      </p:sp>
      <p:graphicFrame>
        <p:nvGraphicFramePr>
          <p:cNvPr id="6" name="Content Placeholder 7">
            <a:extLst>
              <a:ext uri="{FF2B5EF4-FFF2-40B4-BE49-F238E27FC236}">
                <a16:creationId xmlns:a16="http://schemas.microsoft.com/office/drawing/2014/main" id="{EAC8414A-9468-45AD-B012-DD2DC75088AE}"/>
              </a:ext>
            </a:extLst>
          </p:cNvPr>
          <p:cNvGraphicFramePr>
            <a:graphicFrameLocks/>
          </p:cNvGraphicFramePr>
          <p:nvPr>
            <p:extLst>
              <p:ext uri="{D42A27DB-BD31-4B8C-83A1-F6EECF244321}">
                <p14:modId xmlns:p14="http://schemas.microsoft.com/office/powerpoint/2010/main" val="2296246096"/>
              </p:ext>
            </p:extLst>
          </p:nvPr>
        </p:nvGraphicFramePr>
        <p:xfrm>
          <a:off x="731034" y="1755648"/>
          <a:ext cx="11320273" cy="941832"/>
        </p:xfrm>
        <a:graphic>
          <a:graphicData uri="http://schemas.openxmlformats.org/drawingml/2006/table">
            <a:tbl>
              <a:tblPr/>
              <a:tblGrid>
                <a:gridCol w="3521861">
                  <a:extLst>
                    <a:ext uri="{9D8B030D-6E8A-4147-A177-3AD203B41FA5}">
                      <a16:colId xmlns:a16="http://schemas.microsoft.com/office/drawing/2014/main" val="20000"/>
                    </a:ext>
                  </a:extLst>
                </a:gridCol>
                <a:gridCol w="1949603">
                  <a:extLst>
                    <a:ext uri="{9D8B030D-6E8A-4147-A177-3AD203B41FA5}">
                      <a16:colId xmlns:a16="http://schemas.microsoft.com/office/drawing/2014/main" val="20001"/>
                    </a:ext>
                  </a:extLst>
                </a:gridCol>
                <a:gridCol w="1949603">
                  <a:extLst>
                    <a:ext uri="{9D8B030D-6E8A-4147-A177-3AD203B41FA5}">
                      <a16:colId xmlns:a16="http://schemas.microsoft.com/office/drawing/2014/main" val="20002"/>
                    </a:ext>
                  </a:extLst>
                </a:gridCol>
                <a:gridCol w="1949603">
                  <a:extLst>
                    <a:ext uri="{9D8B030D-6E8A-4147-A177-3AD203B41FA5}">
                      <a16:colId xmlns:a16="http://schemas.microsoft.com/office/drawing/2014/main" val="20003"/>
                    </a:ext>
                  </a:extLst>
                </a:gridCol>
                <a:gridCol w="1949603">
                  <a:extLst>
                    <a:ext uri="{9D8B030D-6E8A-4147-A177-3AD203B41FA5}">
                      <a16:colId xmlns:a16="http://schemas.microsoft.com/office/drawing/2014/main" val="3508918565"/>
                    </a:ext>
                  </a:extLst>
                </a:gridCol>
              </a:tblGrid>
              <a:tr h="320040">
                <a:tc gridSpan="5">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ctr" fontAlgn="b"/>
                      <a:r>
                        <a:rPr lang="en-US" sz="1000" b="1" i="0" u="none" strike="noStrike" dirty="0">
                          <a:solidFill>
                            <a:srgbClr val="FFFFFF"/>
                          </a:solidFill>
                          <a:effectLst/>
                          <a:latin typeface="+mn-lt"/>
                        </a:rPr>
                        <a:t>Annual Visit Frequency</a:t>
                      </a:r>
                    </a:p>
                  </a:txBody>
                  <a:tcPr marL="9525" marR="9525" marT="9525" marB="0" anchor="b">
                    <a:lnL>
                      <a:noFill/>
                    </a:lnL>
                    <a:lnR w="3175" cap="flat" cmpd="sng" algn="ctr">
                      <a:solidFill>
                        <a:schemeClr val="accent3">
                          <a:lumMod val="60000"/>
                          <a:lumOff val="40000"/>
                        </a:schemeClr>
                      </a:solidFill>
                      <a:prstDash val="solid"/>
                      <a:round/>
                      <a:headEnd type="none" w="med" len="med"/>
                      <a:tailEnd type="none" w="med" len="med"/>
                    </a:lnR>
                    <a:lnT>
                      <a:noFill/>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1000" b="1" i="0" u="none" strike="noStrike" dirty="0">
                        <a:solidFill>
                          <a:srgbClr val="FFFFFF"/>
                        </a:solidFill>
                        <a:effectLst/>
                        <a:latin typeface="+mn-lt"/>
                      </a:endParaRPr>
                    </a:p>
                  </a:txBody>
                  <a:tcPr marL="9525" marR="9525" marT="9525" marB="0" anchor="b">
                    <a:lnL>
                      <a:noFill/>
                    </a:lnL>
                    <a:lnR w="3175" cap="flat" cmpd="sng" algn="ctr">
                      <a:solidFill>
                        <a:schemeClr val="accent3">
                          <a:lumMod val="60000"/>
                          <a:lumOff val="40000"/>
                        </a:schemeClr>
                      </a:solidFill>
                      <a:prstDash val="solid"/>
                      <a:round/>
                      <a:headEnd type="none" w="med" len="med"/>
                      <a:tailEnd type="none" w="med" len="med"/>
                    </a:lnR>
                    <a:lnT>
                      <a:noFill/>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extLst>
                  <a:ext uri="{0D108BD9-81ED-4DB2-BD59-A6C34878D82A}">
                    <a16:rowId xmlns:a16="http://schemas.microsoft.com/office/drawing/2014/main" val="10000"/>
                  </a:ext>
                </a:extLst>
              </a:tr>
              <a:tr h="320040">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l" fontAlgn="b"/>
                      <a:r>
                        <a:rPr lang="en-US" sz="1000" b="1" i="0" u="none" strike="noStrike" dirty="0">
                          <a:solidFill>
                            <a:srgbClr val="FFFFFF"/>
                          </a:solidFill>
                          <a:effectLst/>
                          <a:latin typeface="+mn-lt"/>
                        </a:rPr>
                        <a:t> </a:t>
                      </a:r>
                    </a:p>
                  </a:txBody>
                  <a:tcPr marL="85725" marR="9525" marT="9525" marB="0" anchor="b">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r" rtl="0" fontAlgn="ctr"/>
                      <a:r>
                        <a:rPr lang="en-US" sz="1000" b="1" i="0" u="none" strike="noStrike" dirty="0">
                          <a:solidFill>
                            <a:srgbClr val="FFFFFF"/>
                          </a:solidFill>
                          <a:effectLst/>
                          <a:latin typeface="+mn-lt"/>
                        </a:rPr>
                        <a:t>Visited once</a:t>
                      </a: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r" rtl="0" fontAlgn="ctr"/>
                      <a:r>
                        <a:rPr lang="en-US" sz="1000" b="1" i="0" u="none" strike="noStrike" dirty="0">
                          <a:solidFill>
                            <a:srgbClr val="FFFFFF"/>
                          </a:solidFill>
                          <a:effectLst/>
                          <a:latin typeface="+mn-lt"/>
                        </a:rPr>
                        <a:t>Visited 2-4 times</a:t>
                      </a: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r" rtl="0" fontAlgn="ctr"/>
                      <a:r>
                        <a:rPr lang="en-US" sz="1000" b="1" i="0" u="none" strike="noStrike" dirty="0">
                          <a:solidFill>
                            <a:srgbClr val="FFFFFF"/>
                          </a:solidFill>
                          <a:effectLst/>
                          <a:latin typeface="+mn-lt"/>
                        </a:rPr>
                        <a:t>Visited 5+ times</a:t>
                      </a: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r" fontAlgn="b"/>
                      <a:r>
                        <a:rPr lang="en-US" sz="1000" b="1" i="0" u="none" strike="noStrike" dirty="0">
                          <a:solidFill>
                            <a:srgbClr val="FFFFFF"/>
                          </a:solidFill>
                          <a:effectLst/>
                          <a:latin typeface="+mn-lt"/>
                        </a:rPr>
                        <a:t>Avg. Number Annual Visits</a:t>
                      </a:r>
                    </a:p>
                  </a:txBody>
                  <a:tcPr marL="9525" marR="85725" marT="9525" marB="0" anchor="ctr">
                    <a:lnL>
                      <a:noFill/>
                    </a:lnL>
                    <a:lnR w="6350" cap="flat" cmpd="sng" algn="ctr">
                      <a:solidFill>
                        <a:schemeClr val="accent3">
                          <a:lumMod val="60000"/>
                          <a:lumOff val="40000"/>
                        </a:schemeClr>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extLst>
                  <a:ext uri="{0D108BD9-81ED-4DB2-BD59-A6C34878D82A}">
                    <a16:rowId xmlns:a16="http://schemas.microsoft.com/office/drawing/2014/main" val="10001"/>
                  </a:ext>
                </a:extLst>
              </a:tr>
              <a:tr h="301752">
                <a:tc>
                  <a:txBody>
                    <a:bodyPr/>
                    <a:lstStyle/>
                    <a:p>
                      <a:pPr algn="l" rtl="0" fontAlgn="ctr"/>
                      <a:endParaRPr lang="en-US" sz="1000" b="1" i="0" u="none" strike="noStrike" dirty="0">
                        <a:solidFill>
                          <a:srgbClr val="000000"/>
                        </a:solidFill>
                        <a:effectLst/>
                        <a:latin typeface="+mn-lt"/>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w="6350" cap="flat" cmpd="sng" algn="ctr">
                      <a:solidFill>
                        <a:schemeClr val="accent3">
                          <a:lumMod val="60000"/>
                          <a:lumOff val="40000"/>
                        </a:schemeClr>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10002"/>
                  </a:ext>
                </a:extLst>
              </a:tr>
            </a:tbl>
          </a:graphicData>
        </a:graphic>
      </p:graphicFrame>
      <p:sp>
        <p:nvSpPr>
          <p:cNvPr id="8" name="Rectangle 7">
            <a:extLst>
              <a:ext uri="{FF2B5EF4-FFF2-40B4-BE49-F238E27FC236}">
                <a16:creationId xmlns:a16="http://schemas.microsoft.com/office/drawing/2014/main" id="{B7F6492B-F739-4AB8-A2AC-51E7A88BD3B9}"/>
              </a:ext>
            </a:extLst>
          </p:cNvPr>
          <p:cNvSpPr/>
          <p:nvPr/>
        </p:nvSpPr>
        <p:spPr>
          <a:xfrm>
            <a:off x="731034" y="2383970"/>
            <a:ext cx="11331426" cy="289516"/>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ubtitle 9">
            <a:extLst>
              <a:ext uri="{FF2B5EF4-FFF2-40B4-BE49-F238E27FC236}">
                <a16:creationId xmlns:a16="http://schemas.microsoft.com/office/drawing/2014/main" id="{A1D5D2D5-4154-4D14-9882-527DF9416E4F}"/>
              </a:ext>
            </a:extLst>
          </p:cNvPr>
          <p:cNvSpPr>
            <a:spLocks noGrp="1"/>
          </p:cNvSpPr>
          <p:nvPr>
            <p:ph type="subTitle" idx="10"/>
          </p:nvPr>
        </p:nvSpPr>
        <p:spPr>
          <a:xfrm>
            <a:off x="730250" y="6934200"/>
            <a:ext cx="11331575" cy="288925"/>
          </a:xfrm>
        </p:spPr>
        <p:txBody>
          <a:bodyPr/>
          <a:lstStyle/>
          <a:p>
            <a:r>
              <a:rPr lang="en-US" i="1" dirty="0"/>
              <a:t>Source: </a:t>
            </a:r>
            <a:r>
              <a:rPr lang="en-US" i="1" dirty="0" err="1"/>
              <a:t>TruTrade</a:t>
            </a:r>
            <a:r>
              <a:rPr lang="en-US" i="1" dirty="0"/>
              <a:t>, 12 months ending on March 31, 2022; Esri</a:t>
            </a:r>
            <a:endParaRPr lang="en-US" dirty="0"/>
          </a:p>
        </p:txBody>
      </p:sp>
      <p:sp>
        <p:nvSpPr>
          <p:cNvPr id="2" name="Rectangle 1">
            <a:extLst>
              <a:ext uri="{FF2B5EF4-FFF2-40B4-BE49-F238E27FC236}">
                <a16:creationId xmlns:a16="http://schemas.microsoft.com/office/drawing/2014/main" id="{F7702416-C29E-8C7D-92F6-E02BE6EF6866}"/>
              </a:ext>
            </a:extLst>
          </p:cNvPr>
          <p:cNvSpPr/>
          <p:nvPr/>
        </p:nvSpPr>
        <p:spPr>
          <a:xfrm>
            <a:off x="7779684" y="2851286"/>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Copy/paste table data from “Frequency” tab in workbook</a:t>
            </a:r>
          </a:p>
          <a:p>
            <a:pPr marL="0" marR="0" lvl="0" indent="0" algn="ctr" defTabSz="987527" eaLnBrk="1" fontAlgn="auto" latinLnBrk="0" hangingPunct="1">
              <a:lnSpc>
                <a:spcPct val="100000"/>
              </a:lnSpc>
              <a:spcBef>
                <a:spcPts val="0"/>
              </a:spcBef>
              <a:spcAft>
                <a:spcPts val="0"/>
              </a:spcAft>
              <a:buClrTx/>
              <a:buSzTx/>
              <a:buFontTx/>
              <a:buNone/>
              <a:tabLst/>
              <a:defRPr/>
            </a:pPr>
            <a:endPar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Update ending month in footnote at bottom</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4230081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5E5CCF-3FB0-498D-B553-3E8FB569FEBA}"/>
              </a:ext>
            </a:extLst>
          </p:cNvPr>
          <p:cNvSpPr>
            <a:spLocks noGrp="1"/>
          </p:cNvSpPr>
          <p:nvPr>
            <p:ph type="sldNum" sz="quarter" idx="4"/>
          </p:nvPr>
        </p:nvSpPr>
        <p:spPr/>
        <p:txBody>
          <a:bodyPr/>
          <a:lstStyle/>
          <a:p>
            <a:fld id="{DFE75DC9-2AA8-4836-ABA6-832E2002DAE6}" type="slidenum">
              <a:rPr lang="en-US" smtClean="0">
                <a:solidFill>
                  <a:srgbClr val="FFFFFF"/>
                </a:solidFill>
              </a:rPr>
              <a:t>33</a:t>
            </a:fld>
            <a:endParaRPr lang="en-US" dirty="0">
              <a:solidFill>
                <a:srgbClr val="FFFFFF"/>
              </a:solidFill>
            </a:endParaRPr>
          </a:p>
        </p:txBody>
      </p:sp>
      <p:sp>
        <p:nvSpPr>
          <p:cNvPr id="4" name="Title 3">
            <a:extLst>
              <a:ext uri="{FF2B5EF4-FFF2-40B4-BE49-F238E27FC236}">
                <a16:creationId xmlns:a16="http://schemas.microsoft.com/office/drawing/2014/main" id="{C0523569-4F19-4E81-B75B-97DE483F606B}"/>
              </a:ext>
            </a:extLst>
          </p:cNvPr>
          <p:cNvSpPr>
            <a:spLocks noGrp="1"/>
          </p:cNvSpPr>
          <p:nvPr>
            <p:ph type="title"/>
          </p:nvPr>
        </p:nvSpPr>
        <p:spPr/>
        <p:txBody>
          <a:bodyPr/>
          <a:lstStyle/>
          <a:p>
            <a:r>
              <a:rPr lang="en-US" sz="2700"/>
              <a:t>DURANALYSIS39</a:t>
            </a:r>
            <a:endParaRPr lang="en-US" sz="2700" dirty="0"/>
          </a:p>
        </p:txBody>
      </p:sp>
      <p:graphicFrame>
        <p:nvGraphicFramePr>
          <p:cNvPr id="6" name="Content Placeholder 7">
            <a:extLst>
              <a:ext uri="{FF2B5EF4-FFF2-40B4-BE49-F238E27FC236}">
                <a16:creationId xmlns:a16="http://schemas.microsoft.com/office/drawing/2014/main" id="{EAC8414A-9468-45AD-B012-DD2DC75088AE}"/>
              </a:ext>
            </a:extLst>
          </p:cNvPr>
          <p:cNvGraphicFramePr>
            <a:graphicFrameLocks/>
          </p:cNvGraphicFramePr>
          <p:nvPr>
            <p:extLst>
              <p:ext uri="{D42A27DB-BD31-4B8C-83A1-F6EECF244321}">
                <p14:modId xmlns:p14="http://schemas.microsoft.com/office/powerpoint/2010/main" val="3691513079"/>
              </p:ext>
            </p:extLst>
          </p:nvPr>
        </p:nvGraphicFramePr>
        <p:xfrm>
          <a:off x="731034" y="1755648"/>
          <a:ext cx="11320271" cy="941832"/>
        </p:xfrm>
        <a:graphic>
          <a:graphicData uri="http://schemas.openxmlformats.org/drawingml/2006/table">
            <a:tbl>
              <a:tblPr/>
              <a:tblGrid>
                <a:gridCol w="3004431">
                  <a:extLst>
                    <a:ext uri="{9D8B030D-6E8A-4147-A177-3AD203B41FA5}">
                      <a16:colId xmlns:a16="http://schemas.microsoft.com/office/drawing/2014/main" val="20000"/>
                    </a:ext>
                  </a:extLst>
                </a:gridCol>
                <a:gridCol w="1663168">
                  <a:extLst>
                    <a:ext uri="{9D8B030D-6E8A-4147-A177-3AD203B41FA5}">
                      <a16:colId xmlns:a16="http://schemas.microsoft.com/office/drawing/2014/main" val="20001"/>
                    </a:ext>
                  </a:extLst>
                </a:gridCol>
                <a:gridCol w="1663168">
                  <a:extLst>
                    <a:ext uri="{9D8B030D-6E8A-4147-A177-3AD203B41FA5}">
                      <a16:colId xmlns:a16="http://schemas.microsoft.com/office/drawing/2014/main" val="20002"/>
                    </a:ext>
                  </a:extLst>
                </a:gridCol>
                <a:gridCol w="1663168">
                  <a:extLst>
                    <a:ext uri="{9D8B030D-6E8A-4147-A177-3AD203B41FA5}">
                      <a16:colId xmlns:a16="http://schemas.microsoft.com/office/drawing/2014/main" val="20003"/>
                    </a:ext>
                  </a:extLst>
                </a:gridCol>
                <a:gridCol w="1663168">
                  <a:extLst>
                    <a:ext uri="{9D8B030D-6E8A-4147-A177-3AD203B41FA5}">
                      <a16:colId xmlns:a16="http://schemas.microsoft.com/office/drawing/2014/main" val="499119059"/>
                    </a:ext>
                  </a:extLst>
                </a:gridCol>
                <a:gridCol w="1663168">
                  <a:extLst>
                    <a:ext uri="{9D8B030D-6E8A-4147-A177-3AD203B41FA5}">
                      <a16:colId xmlns:a16="http://schemas.microsoft.com/office/drawing/2014/main" val="3508918565"/>
                    </a:ext>
                  </a:extLst>
                </a:gridCol>
              </a:tblGrid>
              <a:tr h="320040">
                <a:tc gridSpan="6">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ctr" fontAlgn="b"/>
                      <a:r>
                        <a:rPr lang="en-US" sz="1000" b="1" i="0" u="none" strike="noStrike" dirty="0">
                          <a:solidFill>
                            <a:srgbClr val="FFFFFF"/>
                          </a:solidFill>
                          <a:effectLst/>
                          <a:latin typeface="+mn-lt"/>
                        </a:rPr>
                        <a:t>Visit Duration</a:t>
                      </a:r>
                    </a:p>
                  </a:txBody>
                  <a:tcPr marL="9525" marR="9525" marT="9525" marB="0" anchor="b">
                    <a:lnL>
                      <a:noFill/>
                    </a:lnL>
                    <a:lnR w="3175" cap="flat" cmpd="sng" algn="ctr">
                      <a:solidFill>
                        <a:schemeClr val="accent3">
                          <a:lumMod val="60000"/>
                          <a:lumOff val="40000"/>
                        </a:schemeClr>
                      </a:solidFill>
                      <a:prstDash val="solid"/>
                      <a:round/>
                      <a:headEnd type="none" w="med" len="med"/>
                      <a:tailEnd type="none" w="med" len="med"/>
                    </a:lnR>
                    <a:lnT>
                      <a:noFill/>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fontAlgn="b"/>
                      <a:endParaRPr lang="en-US" sz="1000" b="1" i="0" u="none" strike="noStrike" dirty="0">
                        <a:solidFill>
                          <a:srgbClr val="FFFFFF"/>
                        </a:solidFill>
                        <a:effectLst/>
                        <a:latin typeface="+mn-lt"/>
                      </a:endParaRPr>
                    </a:p>
                  </a:txBody>
                  <a:tcPr marL="9525" marR="9525" marT="9525" marB="0" anchor="b">
                    <a:lnL>
                      <a:noFill/>
                    </a:lnL>
                    <a:lnR w="3175" cap="flat" cmpd="sng" algn="ctr">
                      <a:solidFill>
                        <a:schemeClr val="accent3">
                          <a:lumMod val="60000"/>
                          <a:lumOff val="40000"/>
                        </a:schemeClr>
                      </a:solidFill>
                      <a:prstDash val="solid"/>
                      <a:round/>
                      <a:headEnd type="none" w="med" len="med"/>
                      <a:tailEnd type="none" w="med" len="med"/>
                    </a:lnR>
                    <a:lnT>
                      <a:noFill/>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extLst>
                  <a:ext uri="{0D108BD9-81ED-4DB2-BD59-A6C34878D82A}">
                    <a16:rowId xmlns:a16="http://schemas.microsoft.com/office/drawing/2014/main" val="10000"/>
                  </a:ext>
                </a:extLst>
              </a:tr>
              <a:tr h="320040">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l" fontAlgn="b"/>
                      <a:r>
                        <a:rPr lang="en-US" sz="1000" b="1" i="0" u="none" strike="noStrike" dirty="0">
                          <a:solidFill>
                            <a:srgbClr val="FFFFFF"/>
                          </a:solidFill>
                          <a:effectLst/>
                          <a:latin typeface="+mn-lt"/>
                        </a:rPr>
                        <a:t> </a:t>
                      </a:r>
                    </a:p>
                  </a:txBody>
                  <a:tcPr marL="85725" marR="9525" marT="9525" marB="0" anchor="b">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Less than 15 mins.</a:t>
                      </a: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15 to 60 mins.</a:t>
                      </a: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lvl1pPr marL="0" algn="l" defTabSz="1175644" rtl="0" eaLnBrk="1" latinLnBrk="0" hangingPunct="1">
                        <a:defRPr sz="2300" kern="1200">
                          <a:solidFill>
                            <a:schemeClr val="tx1"/>
                          </a:solidFill>
                          <a:latin typeface="Calibri"/>
                        </a:defRPr>
                      </a:lvl1pPr>
                      <a:lvl2pPr marL="587822" algn="l" defTabSz="1175644" rtl="0" eaLnBrk="1" latinLnBrk="0" hangingPunct="1">
                        <a:defRPr sz="2300" kern="1200">
                          <a:solidFill>
                            <a:schemeClr val="tx1"/>
                          </a:solidFill>
                          <a:latin typeface="Calibri"/>
                        </a:defRPr>
                      </a:lvl2pPr>
                      <a:lvl3pPr marL="1175644" algn="l" defTabSz="1175644" rtl="0" eaLnBrk="1" latinLnBrk="0" hangingPunct="1">
                        <a:defRPr sz="2300" kern="1200">
                          <a:solidFill>
                            <a:schemeClr val="tx1"/>
                          </a:solidFill>
                          <a:latin typeface="Calibri"/>
                        </a:defRPr>
                      </a:lvl3pPr>
                      <a:lvl4pPr marL="1763466" algn="l" defTabSz="1175644" rtl="0" eaLnBrk="1" latinLnBrk="0" hangingPunct="1">
                        <a:defRPr sz="2300" kern="1200">
                          <a:solidFill>
                            <a:schemeClr val="tx1"/>
                          </a:solidFill>
                          <a:latin typeface="Calibri"/>
                        </a:defRPr>
                      </a:lvl4pPr>
                      <a:lvl5pPr marL="2351288" algn="l" defTabSz="1175644" rtl="0" eaLnBrk="1" latinLnBrk="0" hangingPunct="1">
                        <a:defRPr sz="2300" kern="1200">
                          <a:solidFill>
                            <a:schemeClr val="tx1"/>
                          </a:solidFill>
                          <a:latin typeface="Calibri"/>
                        </a:defRPr>
                      </a:lvl5pPr>
                      <a:lvl6pPr marL="2939110" algn="l" defTabSz="1175644" rtl="0" eaLnBrk="1" latinLnBrk="0" hangingPunct="1">
                        <a:defRPr sz="2300" kern="1200">
                          <a:solidFill>
                            <a:schemeClr val="tx1"/>
                          </a:solidFill>
                          <a:latin typeface="Calibri"/>
                        </a:defRPr>
                      </a:lvl6pPr>
                      <a:lvl7pPr marL="3526932" algn="l" defTabSz="1175644" rtl="0" eaLnBrk="1" latinLnBrk="0" hangingPunct="1">
                        <a:defRPr sz="2300" kern="1200">
                          <a:solidFill>
                            <a:schemeClr val="tx1"/>
                          </a:solidFill>
                          <a:latin typeface="Calibri"/>
                        </a:defRPr>
                      </a:lvl7pPr>
                      <a:lvl8pPr marL="4114754" algn="l" defTabSz="1175644" rtl="0" eaLnBrk="1" latinLnBrk="0" hangingPunct="1">
                        <a:defRPr sz="2300" kern="1200">
                          <a:solidFill>
                            <a:schemeClr val="tx1"/>
                          </a:solidFill>
                          <a:latin typeface="Calibri"/>
                        </a:defRPr>
                      </a:lvl8pPr>
                      <a:lvl9pPr marL="4702576" algn="l" defTabSz="1175644" rtl="0" eaLnBrk="1" latinLnBrk="0" hangingPunct="1">
                        <a:defRPr sz="2300" kern="1200">
                          <a:solidFill>
                            <a:schemeClr val="tx1"/>
                          </a:solidFill>
                          <a:latin typeface="Calibri"/>
                        </a:defRPr>
                      </a:lvl9pPr>
                    </a:lstStyle>
                    <a:p>
                      <a:pPr algn="r" fontAlgn="b"/>
                      <a:r>
                        <a:rPr lang="en-US" sz="1000" b="1" i="0" u="none" strike="noStrike" dirty="0">
                          <a:solidFill>
                            <a:srgbClr val="FFFFFF"/>
                          </a:solidFill>
                          <a:effectLst/>
                          <a:latin typeface="+mn-lt"/>
                        </a:rPr>
                        <a:t>60 mins. to 3 hours</a:t>
                      </a: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marL="0" marR="0" lvl="0" indent="0" algn="r" defTabSz="1175644" rtl="0" eaLnBrk="1" fontAlgn="b" latinLnBrk="0" hangingPunct="1">
                        <a:lnSpc>
                          <a:spcPct val="100000"/>
                        </a:lnSpc>
                        <a:spcBef>
                          <a:spcPts val="0"/>
                        </a:spcBef>
                        <a:spcAft>
                          <a:spcPts val="0"/>
                        </a:spcAft>
                        <a:buClrTx/>
                        <a:buSzTx/>
                        <a:buFontTx/>
                        <a:buNone/>
                        <a:tabLst/>
                        <a:defRPr/>
                      </a:pPr>
                      <a:r>
                        <a:rPr lang="en-US" sz="1000" b="1" i="0" u="none" strike="noStrike" dirty="0">
                          <a:solidFill>
                            <a:srgbClr val="FFFFFF"/>
                          </a:solidFill>
                          <a:effectLst/>
                          <a:latin typeface="+mn-lt"/>
                        </a:rPr>
                        <a:t>More than 3 hours</a:t>
                      </a: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tc>
                  <a:txBody>
                    <a:bodyPr/>
                    <a:lstStyle/>
                    <a:p>
                      <a:pPr algn="r" fontAlgn="b"/>
                      <a:r>
                        <a:rPr lang="en-US" sz="1000" b="1" i="0" u="none" strike="noStrike" dirty="0">
                          <a:solidFill>
                            <a:srgbClr val="FFFFFF"/>
                          </a:solidFill>
                          <a:effectLst/>
                          <a:latin typeface="+mn-lt"/>
                        </a:rPr>
                        <a:t>Average Duration (mins)</a:t>
                      </a:r>
                    </a:p>
                  </a:txBody>
                  <a:tcPr marL="9525" marR="85725" marT="9525" marB="0" anchor="ctr">
                    <a:lnL>
                      <a:noFill/>
                    </a:lnL>
                    <a:lnR w="6350" cap="flat" cmpd="sng" algn="ctr">
                      <a:solidFill>
                        <a:schemeClr val="accent3">
                          <a:lumMod val="60000"/>
                          <a:lumOff val="40000"/>
                        </a:schemeClr>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1B4273"/>
                    </a:solidFill>
                  </a:tcPr>
                </a:tc>
                <a:extLst>
                  <a:ext uri="{0D108BD9-81ED-4DB2-BD59-A6C34878D82A}">
                    <a16:rowId xmlns:a16="http://schemas.microsoft.com/office/drawing/2014/main" val="10001"/>
                  </a:ext>
                </a:extLst>
              </a:tr>
              <a:tr h="301752">
                <a:tc>
                  <a:txBody>
                    <a:bodyPr/>
                    <a:lstStyle/>
                    <a:p>
                      <a:pPr algn="l" rtl="0" fontAlgn="ctr"/>
                      <a:endParaRPr lang="en-US" sz="1000" b="1" i="0" u="none" strike="noStrike" dirty="0">
                        <a:solidFill>
                          <a:srgbClr val="000000"/>
                        </a:solidFill>
                        <a:effectLst/>
                        <a:latin typeface="+mn-lt"/>
                      </a:endParaRPr>
                    </a:p>
                  </a:txBody>
                  <a:tcPr marL="85725" marR="9525" marT="9525" marB="0" anchor="ctr">
                    <a:lnL w="6350" cap="flat" cmpd="sng" algn="ctr">
                      <a:solidFill>
                        <a:srgbClr val="9BC2E6"/>
                      </a:solidFill>
                      <a:prstDash val="solid"/>
                      <a:round/>
                      <a:headEnd type="none" w="med" len="med"/>
                      <a:tailEnd type="none" w="med" len="med"/>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a:noFill/>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tc>
                  <a:txBody>
                    <a:bodyPr/>
                    <a:lstStyle/>
                    <a:p>
                      <a:pPr algn="r" rtl="0" fontAlgn="ctr"/>
                      <a:endParaRPr lang="en-US" sz="1000" b="1" i="0" u="none" strike="noStrike" dirty="0">
                        <a:solidFill>
                          <a:srgbClr val="000000"/>
                        </a:solidFill>
                        <a:effectLst/>
                        <a:latin typeface="+mn-lt"/>
                      </a:endParaRPr>
                    </a:p>
                  </a:txBody>
                  <a:tcPr marL="9525" marR="85725" marT="9525" marB="0" anchor="ctr">
                    <a:lnL>
                      <a:noFill/>
                    </a:lnL>
                    <a:lnR w="6350" cap="flat" cmpd="sng" algn="ctr">
                      <a:solidFill>
                        <a:schemeClr val="accent3">
                          <a:lumMod val="60000"/>
                          <a:lumOff val="40000"/>
                        </a:schemeClr>
                      </a:solidFill>
                      <a:prstDash val="solid"/>
                      <a:round/>
                      <a:headEnd type="none" w="med" len="med"/>
                      <a:tailEnd type="none" w="med" len="med"/>
                    </a:lnR>
                    <a:lnT w="6350" cap="flat" cmpd="sng" algn="ctr">
                      <a:solidFill>
                        <a:srgbClr val="9BC2E6"/>
                      </a:solidFill>
                      <a:prstDash val="solid"/>
                      <a:round/>
                      <a:headEnd type="none" w="med" len="med"/>
                      <a:tailEnd type="none" w="med" len="med"/>
                    </a:lnT>
                    <a:lnB w="6350" cap="flat" cmpd="sng" algn="ctr">
                      <a:solidFill>
                        <a:srgbClr val="9BC2E6"/>
                      </a:solidFill>
                      <a:prstDash val="solid"/>
                      <a:round/>
                      <a:headEnd type="none" w="med" len="med"/>
                      <a:tailEnd type="none" w="med" len="med"/>
                    </a:lnB>
                    <a:lnTlToBr w="12700" cmpd="sng">
                      <a:noFill/>
                      <a:prstDash val="solid"/>
                    </a:lnTlToBr>
                    <a:lnBlToTr w="12700" cmpd="sng">
                      <a:noFill/>
                      <a:prstDash val="solid"/>
                    </a:lnBlToTr>
                    <a:solidFill>
                      <a:srgbClr val="DDEBF7"/>
                    </a:solidFill>
                  </a:tcPr>
                </a:tc>
                <a:extLst>
                  <a:ext uri="{0D108BD9-81ED-4DB2-BD59-A6C34878D82A}">
                    <a16:rowId xmlns:a16="http://schemas.microsoft.com/office/drawing/2014/main" val="10002"/>
                  </a:ext>
                </a:extLst>
              </a:tr>
            </a:tbl>
          </a:graphicData>
        </a:graphic>
      </p:graphicFrame>
      <p:sp>
        <p:nvSpPr>
          <p:cNvPr id="8" name="Rectangle 7">
            <a:extLst>
              <a:ext uri="{FF2B5EF4-FFF2-40B4-BE49-F238E27FC236}">
                <a16:creationId xmlns:a16="http://schemas.microsoft.com/office/drawing/2014/main" id="{16933502-C3C9-4528-A981-37609A7AB4D8}"/>
              </a:ext>
            </a:extLst>
          </p:cNvPr>
          <p:cNvSpPr/>
          <p:nvPr/>
        </p:nvSpPr>
        <p:spPr>
          <a:xfrm>
            <a:off x="731034" y="2383970"/>
            <a:ext cx="11331426" cy="289516"/>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Subtitle 9">
            <a:extLst>
              <a:ext uri="{FF2B5EF4-FFF2-40B4-BE49-F238E27FC236}">
                <a16:creationId xmlns:a16="http://schemas.microsoft.com/office/drawing/2014/main" id="{D994A0C4-ECF5-4FF8-A4AC-911B95590AB2}"/>
              </a:ext>
            </a:extLst>
          </p:cNvPr>
          <p:cNvSpPr>
            <a:spLocks noGrp="1"/>
          </p:cNvSpPr>
          <p:nvPr>
            <p:ph type="subTitle" idx="10"/>
          </p:nvPr>
        </p:nvSpPr>
        <p:spPr>
          <a:xfrm>
            <a:off x="730250" y="6934200"/>
            <a:ext cx="11331575" cy="288925"/>
          </a:xfrm>
        </p:spPr>
        <p:txBody>
          <a:bodyPr/>
          <a:lstStyle/>
          <a:p>
            <a:r>
              <a:rPr lang="en-US" i="1" dirty="0"/>
              <a:t>Source: </a:t>
            </a:r>
            <a:r>
              <a:rPr lang="en-US" i="1" dirty="0" err="1"/>
              <a:t>TruTrade</a:t>
            </a:r>
            <a:r>
              <a:rPr lang="en-US" i="1" dirty="0"/>
              <a:t>, 12 months ending on March 31, 2022; Esri</a:t>
            </a:r>
            <a:endParaRPr lang="en-US" dirty="0"/>
          </a:p>
        </p:txBody>
      </p:sp>
      <p:sp>
        <p:nvSpPr>
          <p:cNvPr id="2" name="Rectangle 1">
            <a:extLst>
              <a:ext uri="{FF2B5EF4-FFF2-40B4-BE49-F238E27FC236}">
                <a16:creationId xmlns:a16="http://schemas.microsoft.com/office/drawing/2014/main" id="{37036452-E7D7-1592-7E78-68DB5B8E9ADE}"/>
              </a:ext>
            </a:extLst>
          </p:cNvPr>
          <p:cNvSpPr/>
          <p:nvPr/>
        </p:nvSpPr>
        <p:spPr>
          <a:xfrm>
            <a:off x="8153400" y="142875"/>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Copy/paste table data from “Duration” tab in workbook</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Update ending month in footnote at bottom</a:t>
            </a:r>
          </a:p>
          <a:p>
            <a:pPr marL="0" marR="0" lvl="0" indent="0" algn="ctr" defTabSz="987527" eaLnBrk="1" fontAlgn="auto" latinLnBrk="0" hangingPunct="1">
              <a:lnSpc>
                <a:spcPct val="100000"/>
              </a:lnSpc>
              <a:spcBef>
                <a:spcPts val="0"/>
              </a:spcBef>
              <a:spcAft>
                <a:spcPts val="0"/>
              </a:spcAft>
              <a:buClrTx/>
              <a:buSzTx/>
              <a:buFontTx/>
              <a:buNone/>
              <a:tabLst/>
              <a:defRPr/>
            </a:pPr>
            <a:endParaRPr lang="en-US" sz="1944" kern="0" dirty="0">
              <a:solidFill>
                <a:srgbClr val="FFFFFF"/>
              </a:solidFill>
              <a:latin typeface="Arial" panose="020B0604020202020204"/>
            </a:endParaRPr>
          </a:p>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Delete this box</a:t>
            </a:r>
          </a:p>
        </p:txBody>
      </p:sp>
    </p:spTree>
    <p:extLst>
      <p:ext uri="{BB962C8B-B14F-4D97-AF65-F5344CB8AC3E}">
        <p14:creationId xmlns:p14="http://schemas.microsoft.com/office/powerpoint/2010/main" val="1601361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5">
            <a:extLst>
              <a:ext uri="{FF2B5EF4-FFF2-40B4-BE49-F238E27FC236}">
                <a16:creationId xmlns:a16="http://schemas.microsoft.com/office/drawing/2014/main" id="{5C660186-5240-4591-8B87-3705B362AB5B}"/>
              </a:ext>
            </a:extLst>
          </p:cNvPr>
          <p:cNvPicPr>
            <a:picLocks noChangeAspect="1"/>
          </p:cNvPicPr>
          <p:nvPr/>
        </p:nvPicPr>
        <p:blipFill rotWithShape="1">
          <a:blip r:embed="rId2"/>
          <a:srcRect r="2677"/>
          <a:stretch/>
        </p:blipFill>
        <p:spPr>
          <a:xfrm>
            <a:off x="-1" y="0"/>
            <a:ext cx="7936992" cy="7241059"/>
          </a:xfrm>
          <a:prstGeom prst="rect">
            <a:avLst/>
          </a:prstGeom>
        </p:spPr>
      </p:pic>
      <p:sp>
        <p:nvSpPr>
          <p:cNvPr id="7" name="Pentagon 8">
            <a:extLst>
              <a:ext uri="{FF2B5EF4-FFF2-40B4-BE49-F238E27FC236}">
                <a16:creationId xmlns:a16="http://schemas.microsoft.com/office/drawing/2014/main" id="{A29EBB85-32CE-4829-A685-FACD7CA67F9F}"/>
              </a:ext>
            </a:extLst>
          </p:cNvPr>
          <p:cNvSpPr/>
          <p:nvPr/>
        </p:nvSpPr>
        <p:spPr>
          <a:xfrm rot="10800000">
            <a:off x="7482639" y="3124200"/>
            <a:ext cx="899361" cy="99060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4"/>
          </p:nvPr>
        </p:nvSpPr>
        <p:spPr/>
        <p:txBody>
          <a:bodyPr/>
          <a:lstStyle/>
          <a:p>
            <a:fld id="{DFE75DC9-2AA8-4836-ABA6-832E2002DAE6}" type="slidenum">
              <a:rPr lang="en-US" smtClean="0">
                <a:solidFill>
                  <a:srgbClr val="FFFFFF"/>
                </a:solidFill>
              </a:rPr>
              <a:t>34</a:t>
            </a:fld>
            <a:endParaRPr lang="en-US">
              <a:solidFill>
                <a:srgbClr val="FFFFFF"/>
              </a:solidFill>
            </a:endParaRPr>
          </a:p>
        </p:txBody>
      </p:sp>
      <p:sp>
        <p:nvSpPr>
          <p:cNvPr id="8" name="TextBox 7">
            <a:extLst>
              <a:ext uri="{FF2B5EF4-FFF2-40B4-BE49-F238E27FC236}">
                <a16:creationId xmlns:a16="http://schemas.microsoft.com/office/drawing/2014/main" id="{5F5403D3-DD17-4346-BC6E-B2EFFE7C7892}"/>
              </a:ext>
            </a:extLst>
          </p:cNvPr>
          <p:cNvSpPr txBox="1"/>
          <p:nvPr/>
        </p:nvSpPr>
        <p:spPr>
          <a:xfrm>
            <a:off x="8535429" y="2348749"/>
            <a:ext cx="3581400" cy="3046988"/>
          </a:xfrm>
          <a:prstGeom prst="rect">
            <a:avLst/>
          </a:prstGeom>
          <a:noFill/>
        </p:spPr>
        <p:txBody>
          <a:bodyPr wrap="square" rtlCol="0">
            <a:spAutoFit/>
          </a:bodyPr>
          <a:lstStyle/>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1" i="0" u="none" strike="noStrike" kern="1200" cap="none" spc="0" normalizeH="0" baseline="0" noProof="0">
                <a:ln>
                  <a:noFill/>
                </a:ln>
                <a:solidFill>
                  <a:srgbClr val="0C0C0C"/>
                </a:solidFill>
                <a:effectLst/>
                <a:uLnTx/>
                <a:uFillTx/>
                <a:latin typeface="Roboto"/>
                <a:ea typeface="+mn-ea"/>
                <a:cs typeface="+mn-cs"/>
              </a:rPr>
              <a:t>Alan McKeon</a:t>
            </a: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1" u="none" strike="noStrike" kern="1200" cap="none" spc="0" normalizeH="0" baseline="0" noProof="0">
                <a:ln>
                  <a:noFill/>
                </a:ln>
                <a:solidFill>
                  <a:srgbClr val="0C0C0C"/>
                </a:solidFill>
                <a:effectLst/>
                <a:uLnTx/>
                <a:uFillTx/>
                <a:latin typeface="Roboto"/>
                <a:ea typeface="+mn-ea"/>
                <a:cs typeface="+mn-cs"/>
              </a:rPr>
              <a:t>President &amp; CEO</a:t>
            </a:r>
            <a:endParaRPr kumimoji="0" lang="en-US" sz="1200" b="0" i="0" u="none" strike="noStrike" kern="1200" cap="none" spc="0" normalizeH="0" baseline="0" noProof="0">
              <a:ln>
                <a:noFill/>
              </a:ln>
              <a:solidFill>
                <a:srgbClr val="0C0C0C"/>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0" u="none" strike="noStrike" kern="1200" cap="none" spc="0" normalizeH="0" baseline="0" noProof="0">
                <a:ln>
                  <a:noFill/>
                </a:ln>
                <a:solidFill>
                  <a:srgbClr val="D8D8D8">
                    <a:lumMod val="10000"/>
                  </a:srgbClr>
                </a:solidFill>
                <a:effectLst/>
                <a:uLnTx/>
                <a:uFillTx/>
                <a:latin typeface="Roboto"/>
                <a:ea typeface="+mn-ea"/>
                <a:cs typeface="+mn-cs"/>
              </a:rPr>
              <a:t>amckeon@alexanderbabbage.com</a:t>
            </a:r>
          </a:p>
          <a:p>
            <a:pPr lvl="0" algn="ctr" defTabSz="1175644">
              <a:buClr>
                <a:srgbClr val="1B4273">
                  <a:lumMod val="75000"/>
                </a:srgbClr>
              </a:buClr>
              <a:buSzPct val="112000"/>
              <a:defRPr/>
            </a:pPr>
            <a:endParaRPr lang="en-US" sz="1200" b="1">
              <a:solidFill>
                <a:srgbClr val="0C0C0C"/>
              </a:solidFill>
            </a:endParaRPr>
          </a:p>
          <a:p>
            <a:pPr lvl="0" algn="ctr" defTabSz="1175644">
              <a:buClr>
                <a:srgbClr val="1B4273">
                  <a:lumMod val="75000"/>
                </a:srgbClr>
              </a:buClr>
              <a:buSzPct val="112000"/>
              <a:defRPr/>
            </a:pPr>
            <a:endParaRPr kumimoji="0" lang="en-US" sz="1200" b="0" i="0" u="none" strike="noStrike" kern="1200" cap="none" spc="0" normalizeH="0" baseline="0" noProof="0">
              <a:ln>
                <a:noFill/>
              </a:ln>
              <a:solidFill>
                <a:srgbClr val="D8D8D8">
                  <a:lumMod val="10000"/>
                </a:srgbClr>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1" i="0" u="none" strike="noStrike" kern="1200" cap="none" spc="0" normalizeH="0" baseline="0" noProof="0">
                <a:ln>
                  <a:noFill/>
                </a:ln>
                <a:solidFill>
                  <a:srgbClr val="0C0C0C"/>
                </a:solidFill>
                <a:effectLst/>
                <a:uLnTx/>
                <a:uFillTx/>
                <a:latin typeface="Roboto"/>
                <a:ea typeface="+mn-ea"/>
                <a:cs typeface="+mn-cs"/>
              </a:rPr>
              <a:t>Stacy Sheldon</a:t>
            </a: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1" u="none" strike="noStrike" kern="1200" cap="none" spc="0" normalizeH="0" baseline="0" noProof="0">
                <a:ln>
                  <a:noFill/>
                </a:ln>
                <a:solidFill>
                  <a:srgbClr val="0C0C0C"/>
                </a:solidFill>
                <a:effectLst/>
                <a:uLnTx/>
                <a:uFillTx/>
                <a:latin typeface="Roboto"/>
                <a:ea typeface="+mn-ea"/>
                <a:cs typeface="+mn-cs"/>
              </a:rPr>
              <a:t>Vice President of Client Insights</a:t>
            </a:r>
            <a:endParaRPr kumimoji="0" lang="en-US" sz="1200" b="0" i="0" u="none" strike="noStrike" kern="1200" cap="none" spc="0" normalizeH="0" baseline="0" noProof="0">
              <a:ln>
                <a:noFill/>
              </a:ln>
              <a:solidFill>
                <a:srgbClr val="0C0C0C"/>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0" u="none" strike="noStrike" kern="1200" cap="none" spc="0" normalizeH="0" baseline="0" noProof="0">
                <a:ln>
                  <a:noFill/>
                </a:ln>
                <a:solidFill>
                  <a:srgbClr val="D8D8D8">
                    <a:lumMod val="10000"/>
                  </a:srgbClr>
                </a:solidFill>
                <a:effectLst/>
                <a:uLnTx/>
                <a:uFillTx/>
                <a:latin typeface="Roboto"/>
                <a:ea typeface="+mn-ea"/>
                <a:cs typeface="+mn-cs"/>
              </a:rPr>
              <a:t>ssheldon@alexanderbabbage.com</a:t>
            </a:r>
          </a:p>
          <a:p>
            <a:pPr lvl="0" algn="ctr" defTabSz="1175644">
              <a:buClr>
                <a:srgbClr val="1B4273">
                  <a:lumMod val="75000"/>
                </a:srgbClr>
              </a:buClr>
              <a:buSzPct val="112000"/>
              <a:defRPr/>
            </a:pPr>
            <a:endParaRPr lang="en-US" sz="1200">
              <a:solidFill>
                <a:srgbClr val="D8D8D8">
                  <a:lumMod val="10000"/>
                </a:srgbClr>
              </a:solidFill>
            </a:endParaRPr>
          </a:p>
          <a:p>
            <a:pPr lvl="0" algn="ctr" defTabSz="1175644">
              <a:buClr>
                <a:srgbClr val="1B4273">
                  <a:lumMod val="75000"/>
                </a:srgbClr>
              </a:buClr>
              <a:buSzPct val="112000"/>
              <a:defRPr/>
            </a:pPr>
            <a:endParaRPr kumimoji="0" lang="en-US" sz="1200" b="0" i="0" u="none" strike="noStrike" kern="1200" cap="none" spc="0" normalizeH="0" baseline="0" noProof="0">
              <a:ln>
                <a:noFill/>
              </a:ln>
              <a:solidFill>
                <a:srgbClr val="D8D8D8">
                  <a:lumMod val="10000"/>
                </a:srgbClr>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lang="en-US" sz="1200" b="1">
                <a:solidFill>
                  <a:srgbClr val="0C0C0C"/>
                </a:solidFill>
                <a:latin typeface="Roboto"/>
              </a:rPr>
              <a:t>Christy Loudermilk</a:t>
            </a:r>
            <a:endParaRPr kumimoji="0" lang="en-US" sz="1200" b="1" i="0" u="none" strike="noStrike" kern="1200" cap="none" spc="0" normalizeH="0" baseline="0" noProof="0">
              <a:ln>
                <a:noFill/>
              </a:ln>
              <a:solidFill>
                <a:srgbClr val="0C0C0C"/>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1" u="none" strike="noStrike" kern="1200" cap="none" spc="0" normalizeH="0" baseline="0" noProof="0">
                <a:ln>
                  <a:noFill/>
                </a:ln>
                <a:solidFill>
                  <a:srgbClr val="0C0C0C"/>
                </a:solidFill>
                <a:effectLst/>
                <a:uLnTx/>
                <a:uFillTx/>
                <a:latin typeface="Roboto"/>
                <a:ea typeface="+mn-ea"/>
                <a:cs typeface="+mn-cs"/>
              </a:rPr>
              <a:t>Client Success Manager</a:t>
            </a:r>
            <a:endParaRPr kumimoji="0" lang="en-US" sz="1200" b="0" i="0" u="none" strike="noStrike" kern="1200" cap="none" spc="0" normalizeH="0" baseline="0" noProof="0">
              <a:ln>
                <a:noFill/>
              </a:ln>
              <a:solidFill>
                <a:srgbClr val="0C0C0C"/>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lang="en-US" sz="1200" err="1">
                <a:solidFill>
                  <a:srgbClr val="D8D8D8">
                    <a:lumMod val="10000"/>
                  </a:srgbClr>
                </a:solidFill>
                <a:latin typeface="Roboto"/>
              </a:rPr>
              <a:t>cloudermilk</a:t>
            </a:r>
            <a:r>
              <a:rPr kumimoji="0" lang="en-US" sz="1200" b="0" i="0" u="none" strike="noStrike" kern="1200" cap="none" spc="0" normalizeH="0" baseline="0" noProof="0">
                <a:ln>
                  <a:noFill/>
                </a:ln>
                <a:solidFill>
                  <a:srgbClr val="D8D8D8">
                    <a:lumMod val="10000"/>
                  </a:srgbClr>
                </a:solidFill>
                <a:effectLst/>
                <a:uLnTx/>
                <a:uFillTx/>
                <a:latin typeface="Roboto"/>
                <a:ea typeface="+mn-ea"/>
                <a:cs typeface="+mn-cs"/>
              </a:rPr>
              <a:t>@alexanderbabbage.com</a:t>
            </a:r>
          </a:p>
          <a:p>
            <a:pPr lvl="0" algn="ctr" defTabSz="1175644">
              <a:buClr>
                <a:srgbClr val="1B4273">
                  <a:lumMod val="75000"/>
                </a:srgbClr>
              </a:buClr>
              <a:buSzPct val="112000"/>
              <a:defRPr/>
            </a:pPr>
            <a:endParaRPr lang="en-US" sz="1200">
              <a:solidFill>
                <a:srgbClr val="D8D8D8">
                  <a:lumMod val="10000"/>
                </a:srgbClr>
              </a:solidFill>
            </a:endParaRPr>
          </a:p>
          <a:p>
            <a:pPr lvl="0" algn="ctr" defTabSz="1175644">
              <a:buClr>
                <a:srgbClr val="1B4273">
                  <a:lumMod val="75000"/>
                </a:srgbClr>
              </a:buClr>
              <a:buSzPct val="112000"/>
              <a:defRPr/>
            </a:pPr>
            <a:endParaRPr kumimoji="0" lang="en-US" sz="1200" b="0" i="0" u="none" strike="noStrike" kern="1200" cap="none" spc="0" normalizeH="0" baseline="0" noProof="0">
              <a:ln>
                <a:noFill/>
              </a:ln>
              <a:solidFill>
                <a:srgbClr val="D8D8D8">
                  <a:lumMod val="10000"/>
                </a:srgbClr>
              </a:solidFill>
              <a:effectLst/>
              <a:uLnTx/>
              <a:uFillTx/>
              <a:latin typeface="Roboto"/>
              <a:ea typeface="+mn-ea"/>
              <a:cs typeface="+mn-cs"/>
            </a:endParaRPr>
          </a:p>
          <a:p>
            <a:pPr lvl="0" algn="ctr" defTabSz="1175644">
              <a:buClr>
                <a:srgbClr val="1B4273">
                  <a:lumMod val="75000"/>
                </a:srgbClr>
              </a:buClr>
              <a:buSzPct val="112000"/>
              <a:defRPr/>
            </a:pPr>
            <a:endParaRPr kumimoji="0" lang="en-US" sz="1200" b="0" i="0" u="none" strike="noStrike" kern="1200" cap="none" spc="0" normalizeH="0" baseline="0" noProof="0">
              <a:ln>
                <a:noFill/>
              </a:ln>
              <a:solidFill>
                <a:srgbClr val="D8D8D8">
                  <a:lumMod val="10000"/>
                </a:srgbClr>
              </a:solidFill>
              <a:effectLst/>
              <a:uLnTx/>
              <a:uFillTx/>
              <a:latin typeface="Roboto"/>
              <a:ea typeface="+mn-ea"/>
              <a:cs typeface="+mn-cs"/>
            </a:endParaRPr>
          </a:p>
        </p:txBody>
      </p:sp>
      <p:sp>
        <p:nvSpPr>
          <p:cNvPr id="3" name="Rectangle 2">
            <a:extLst>
              <a:ext uri="{FF2B5EF4-FFF2-40B4-BE49-F238E27FC236}">
                <a16:creationId xmlns:a16="http://schemas.microsoft.com/office/drawing/2014/main" id="{0CAB9570-2C12-A4E8-360C-CF6094486957}"/>
              </a:ext>
            </a:extLst>
          </p:cNvPr>
          <p:cNvSpPr/>
          <p:nvPr/>
        </p:nvSpPr>
        <p:spPr>
          <a:xfrm>
            <a:off x="3893484" y="1861659"/>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Christy’s Version</a:t>
            </a:r>
          </a:p>
        </p:txBody>
      </p:sp>
    </p:spTree>
    <p:extLst>
      <p:ext uri="{BB962C8B-B14F-4D97-AF65-F5344CB8AC3E}">
        <p14:creationId xmlns:p14="http://schemas.microsoft.com/office/powerpoint/2010/main" val="427690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B4E7F-2204-96D7-D82E-34B214309BC3}"/>
            </a:ext>
          </a:extLst>
        </p:cNvPr>
        <p:cNvGrpSpPr/>
        <p:nvPr/>
      </p:nvGrpSpPr>
      <p:grpSpPr>
        <a:xfrm>
          <a:off x="0" y="0"/>
          <a:ext cx="0" cy="0"/>
          <a:chOff x="0" y="0"/>
          <a:chExt cx="0" cy="0"/>
        </a:xfrm>
      </p:grpSpPr>
      <p:pic>
        <p:nvPicPr>
          <p:cNvPr id="11" name="Content Placeholder 5">
            <a:extLst>
              <a:ext uri="{FF2B5EF4-FFF2-40B4-BE49-F238E27FC236}">
                <a16:creationId xmlns:a16="http://schemas.microsoft.com/office/drawing/2014/main" id="{E3490DD0-B2FF-B784-0946-E4ADB03605EA}"/>
              </a:ext>
            </a:extLst>
          </p:cNvPr>
          <p:cNvPicPr>
            <a:picLocks noChangeAspect="1"/>
          </p:cNvPicPr>
          <p:nvPr/>
        </p:nvPicPr>
        <p:blipFill rotWithShape="1">
          <a:blip r:embed="rId2"/>
          <a:srcRect r="2677"/>
          <a:stretch/>
        </p:blipFill>
        <p:spPr>
          <a:xfrm>
            <a:off x="-1" y="0"/>
            <a:ext cx="7936992" cy="7241059"/>
          </a:xfrm>
          <a:prstGeom prst="rect">
            <a:avLst/>
          </a:prstGeom>
        </p:spPr>
      </p:pic>
      <p:sp>
        <p:nvSpPr>
          <p:cNvPr id="7" name="Pentagon 8">
            <a:extLst>
              <a:ext uri="{FF2B5EF4-FFF2-40B4-BE49-F238E27FC236}">
                <a16:creationId xmlns:a16="http://schemas.microsoft.com/office/drawing/2014/main" id="{C6EB07A0-FE9E-7A4E-F060-9FF6C698277C}"/>
              </a:ext>
            </a:extLst>
          </p:cNvPr>
          <p:cNvSpPr/>
          <p:nvPr/>
        </p:nvSpPr>
        <p:spPr>
          <a:xfrm rot="10800000">
            <a:off x="7482639" y="3124200"/>
            <a:ext cx="899361" cy="990600"/>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02B4F7FF-2AB3-79CB-BB3F-DC484E81296F}"/>
              </a:ext>
            </a:extLst>
          </p:cNvPr>
          <p:cNvSpPr>
            <a:spLocks noGrp="1"/>
          </p:cNvSpPr>
          <p:nvPr>
            <p:ph type="sldNum" sz="quarter" idx="4"/>
          </p:nvPr>
        </p:nvSpPr>
        <p:spPr/>
        <p:txBody>
          <a:bodyPr/>
          <a:lstStyle/>
          <a:p>
            <a:fld id="{DFE75DC9-2AA8-4836-ABA6-832E2002DAE6}" type="slidenum">
              <a:rPr lang="en-US" smtClean="0">
                <a:solidFill>
                  <a:srgbClr val="FFFFFF"/>
                </a:solidFill>
              </a:rPr>
              <a:t>35</a:t>
            </a:fld>
            <a:endParaRPr lang="en-US">
              <a:solidFill>
                <a:srgbClr val="FFFFFF"/>
              </a:solidFill>
            </a:endParaRPr>
          </a:p>
        </p:txBody>
      </p:sp>
      <p:sp>
        <p:nvSpPr>
          <p:cNvPr id="8" name="TextBox 7">
            <a:extLst>
              <a:ext uri="{FF2B5EF4-FFF2-40B4-BE49-F238E27FC236}">
                <a16:creationId xmlns:a16="http://schemas.microsoft.com/office/drawing/2014/main" id="{36FB5F07-878F-BAF0-0A41-B663EF068250}"/>
              </a:ext>
            </a:extLst>
          </p:cNvPr>
          <p:cNvSpPr txBox="1"/>
          <p:nvPr/>
        </p:nvSpPr>
        <p:spPr>
          <a:xfrm>
            <a:off x="8535429" y="2348749"/>
            <a:ext cx="3581400" cy="3046988"/>
          </a:xfrm>
          <a:prstGeom prst="rect">
            <a:avLst/>
          </a:prstGeom>
          <a:noFill/>
        </p:spPr>
        <p:txBody>
          <a:bodyPr wrap="square" rtlCol="0">
            <a:spAutoFit/>
          </a:bodyPr>
          <a:lstStyle/>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1" i="0" u="none" strike="noStrike" kern="1200" cap="none" spc="0" normalizeH="0" baseline="0" noProof="0" dirty="0">
                <a:ln>
                  <a:noFill/>
                </a:ln>
                <a:solidFill>
                  <a:srgbClr val="0C0C0C"/>
                </a:solidFill>
                <a:effectLst/>
                <a:uLnTx/>
                <a:uFillTx/>
                <a:latin typeface="Roboto"/>
                <a:ea typeface="+mn-ea"/>
                <a:cs typeface="+mn-cs"/>
              </a:rPr>
              <a:t>Alan McKeon</a:t>
            </a: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1" u="none" strike="noStrike" kern="1200" cap="none" spc="0" normalizeH="0" baseline="0" noProof="0" dirty="0">
                <a:ln>
                  <a:noFill/>
                </a:ln>
                <a:solidFill>
                  <a:srgbClr val="0C0C0C"/>
                </a:solidFill>
                <a:effectLst/>
                <a:uLnTx/>
                <a:uFillTx/>
                <a:latin typeface="Roboto"/>
                <a:ea typeface="+mn-ea"/>
                <a:cs typeface="+mn-cs"/>
              </a:rPr>
              <a:t>President &amp; CEO</a:t>
            </a:r>
            <a:endParaRPr kumimoji="0" lang="en-US" sz="1200" b="0" i="0" u="none" strike="noStrike" kern="1200" cap="none" spc="0" normalizeH="0" baseline="0" noProof="0" dirty="0">
              <a:ln>
                <a:noFill/>
              </a:ln>
              <a:solidFill>
                <a:srgbClr val="0C0C0C"/>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0" u="none" strike="noStrike" kern="1200" cap="none" spc="0" normalizeH="0" baseline="0" noProof="0" dirty="0">
                <a:ln>
                  <a:noFill/>
                </a:ln>
                <a:solidFill>
                  <a:srgbClr val="D8D8D8">
                    <a:lumMod val="10000"/>
                  </a:srgbClr>
                </a:solidFill>
                <a:effectLst/>
                <a:uLnTx/>
                <a:uFillTx/>
                <a:latin typeface="Roboto"/>
                <a:ea typeface="+mn-ea"/>
                <a:cs typeface="+mn-cs"/>
              </a:rPr>
              <a:t>amckeon@alexanderbabbage.com</a:t>
            </a:r>
          </a:p>
          <a:p>
            <a:pPr lvl="0" algn="ctr" defTabSz="1175644">
              <a:buClr>
                <a:srgbClr val="1B4273">
                  <a:lumMod val="75000"/>
                </a:srgbClr>
              </a:buClr>
              <a:buSzPct val="112000"/>
              <a:defRPr/>
            </a:pPr>
            <a:endParaRPr lang="en-US" sz="1200" b="1" dirty="0">
              <a:solidFill>
                <a:srgbClr val="0C0C0C"/>
              </a:solidFill>
            </a:endParaRPr>
          </a:p>
          <a:p>
            <a:pPr lvl="0" algn="ctr" defTabSz="1175644">
              <a:buClr>
                <a:srgbClr val="1B4273">
                  <a:lumMod val="75000"/>
                </a:srgbClr>
              </a:buClr>
              <a:buSzPct val="112000"/>
              <a:defRPr/>
            </a:pPr>
            <a:endParaRPr kumimoji="0" lang="en-US" sz="1200" b="0" i="0" u="none" strike="noStrike" kern="1200" cap="none" spc="0" normalizeH="0" baseline="0" noProof="0" dirty="0">
              <a:ln>
                <a:noFill/>
              </a:ln>
              <a:solidFill>
                <a:srgbClr val="D8D8D8">
                  <a:lumMod val="10000"/>
                </a:srgbClr>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1" i="0" u="none" strike="noStrike" kern="1200" cap="none" spc="0" normalizeH="0" baseline="0" noProof="0" dirty="0">
                <a:ln>
                  <a:noFill/>
                </a:ln>
                <a:solidFill>
                  <a:srgbClr val="0C0C0C"/>
                </a:solidFill>
                <a:effectLst/>
                <a:uLnTx/>
                <a:uFillTx/>
                <a:latin typeface="Roboto"/>
                <a:ea typeface="+mn-ea"/>
                <a:cs typeface="+mn-cs"/>
              </a:rPr>
              <a:t>Stacy Sheldon</a:t>
            </a: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1" u="none" strike="noStrike" kern="1200" cap="none" spc="0" normalizeH="0" baseline="0" noProof="0" dirty="0">
                <a:ln>
                  <a:noFill/>
                </a:ln>
                <a:solidFill>
                  <a:srgbClr val="0C0C0C"/>
                </a:solidFill>
                <a:effectLst/>
                <a:uLnTx/>
                <a:uFillTx/>
                <a:latin typeface="Roboto"/>
                <a:ea typeface="+mn-ea"/>
                <a:cs typeface="+mn-cs"/>
              </a:rPr>
              <a:t>Vice President of Client Insights</a:t>
            </a:r>
            <a:endParaRPr kumimoji="0" lang="en-US" sz="1200" b="0" i="0" u="none" strike="noStrike" kern="1200" cap="none" spc="0" normalizeH="0" baseline="0" noProof="0" dirty="0">
              <a:ln>
                <a:noFill/>
              </a:ln>
              <a:solidFill>
                <a:srgbClr val="0C0C0C"/>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0" u="none" strike="noStrike" kern="1200" cap="none" spc="0" normalizeH="0" baseline="0" noProof="0" dirty="0">
                <a:ln>
                  <a:noFill/>
                </a:ln>
                <a:solidFill>
                  <a:srgbClr val="D8D8D8">
                    <a:lumMod val="10000"/>
                  </a:srgbClr>
                </a:solidFill>
                <a:effectLst/>
                <a:uLnTx/>
                <a:uFillTx/>
                <a:latin typeface="Roboto"/>
                <a:ea typeface="+mn-ea"/>
                <a:cs typeface="+mn-cs"/>
              </a:rPr>
              <a:t>ssheldon@alexanderbabbage.com</a:t>
            </a:r>
          </a:p>
          <a:p>
            <a:pPr lvl="0" algn="ctr" defTabSz="1175644">
              <a:buClr>
                <a:srgbClr val="1B4273">
                  <a:lumMod val="75000"/>
                </a:srgbClr>
              </a:buClr>
              <a:buSzPct val="112000"/>
              <a:defRPr/>
            </a:pPr>
            <a:endParaRPr lang="en-US" sz="1200" dirty="0">
              <a:solidFill>
                <a:srgbClr val="D8D8D8">
                  <a:lumMod val="10000"/>
                </a:srgbClr>
              </a:solidFill>
            </a:endParaRPr>
          </a:p>
          <a:p>
            <a:pPr lvl="0" algn="ctr" defTabSz="1175644">
              <a:buClr>
                <a:srgbClr val="1B4273">
                  <a:lumMod val="75000"/>
                </a:srgbClr>
              </a:buClr>
              <a:buSzPct val="112000"/>
              <a:defRPr/>
            </a:pPr>
            <a:endParaRPr kumimoji="0" lang="en-US" sz="1200" b="0" i="0" u="none" strike="noStrike" kern="1200" cap="none" spc="0" normalizeH="0" baseline="0" noProof="0" dirty="0">
              <a:ln>
                <a:noFill/>
              </a:ln>
              <a:solidFill>
                <a:srgbClr val="D8D8D8">
                  <a:lumMod val="10000"/>
                </a:srgbClr>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1" i="0" u="none" strike="noStrike" kern="1200" cap="none" spc="0" normalizeH="0" baseline="0" noProof="0" dirty="0">
                <a:ln>
                  <a:noFill/>
                </a:ln>
                <a:solidFill>
                  <a:srgbClr val="0C0C0C"/>
                </a:solidFill>
                <a:effectLst/>
                <a:uLnTx/>
                <a:uFillTx/>
                <a:latin typeface="Roboto"/>
                <a:ea typeface="+mn-ea"/>
                <a:cs typeface="+mn-cs"/>
              </a:rPr>
              <a:t>Erica Brown</a:t>
            </a: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1" u="none" strike="noStrike" kern="1200" cap="none" spc="0" normalizeH="0" baseline="0" noProof="0" dirty="0">
                <a:ln>
                  <a:noFill/>
                </a:ln>
                <a:solidFill>
                  <a:srgbClr val="0C0C0C"/>
                </a:solidFill>
                <a:effectLst/>
                <a:uLnTx/>
                <a:uFillTx/>
                <a:latin typeface="Roboto"/>
                <a:ea typeface="+mn-ea"/>
                <a:cs typeface="+mn-cs"/>
              </a:rPr>
              <a:t>Client Success Manager</a:t>
            </a:r>
            <a:endParaRPr kumimoji="0" lang="en-US" sz="1200" b="0" i="0" u="none" strike="noStrike" kern="1200" cap="none" spc="0" normalizeH="0" baseline="0" noProof="0" dirty="0">
              <a:ln>
                <a:noFill/>
              </a:ln>
              <a:solidFill>
                <a:srgbClr val="0C0C0C"/>
              </a:solidFill>
              <a:effectLst/>
              <a:uLnTx/>
              <a:uFillTx/>
              <a:latin typeface="Roboto"/>
              <a:ea typeface="+mn-ea"/>
              <a:cs typeface="+mn-cs"/>
            </a:endParaRPr>
          </a:p>
          <a:p>
            <a:pPr marL="0" marR="0" lvl="0" indent="0" algn="ctr" defTabSz="1175644" rtl="0" eaLnBrk="1" fontAlgn="auto" latinLnBrk="0" hangingPunct="1">
              <a:lnSpc>
                <a:spcPct val="100000"/>
              </a:lnSpc>
              <a:spcBef>
                <a:spcPts val="0"/>
              </a:spcBef>
              <a:spcAft>
                <a:spcPts val="0"/>
              </a:spcAft>
              <a:buClr>
                <a:srgbClr val="1B4273">
                  <a:lumMod val="75000"/>
                </a:srgbClr>
              </a:buClr>
              <a:buSzPct val="112000"/>
              <a:buFontTx/>
              <a:buNone/>
              <a:tabLst/>
              <a:defRPr/>
            </a:pPr>
            <a:r>
              <a:rPr kumimoji="0" lang="en-US" sz="1200" b="0" i="0" u="none" strike="noStrike" kern="1200" cap="none" spc="0" normalizeH="0" baseline="0" noProof="0" dirty="0">
                <a:ln>
                  <a:noFill/>
                </a:ln>
                <a:solidFill>
                  <a:srgbClr val="D8D8D8">
                    <a:lumMod val="10000"/>
                  </a:srgbClr>
                </a:solidFill>
                <a:effectLst/>
                <a:uLnTx/>
                <a:uFillTx/>
                <a:latin typeface="Roboto"/>
                <a:ea typeface="+mn-ea"/>
                <a:cs typeface="+mn-cs"/>
              </a:rPr>
              <a:t>ebrown@alexanderbabbage.com</a:t>
            </a:r>
          </a:p>
          <a:p>
            <a:pPr lvl="0" algn="ctr" defTabSz="1175644">
              <a:buClr>
                <a:srgbClr val="1B4273">
                  <a:lumMod val="75000"/>
                </a:srgbClr>
              </a:buClr>
              <a:buSzPct val="112000"/>
              <a:defRPr/>
            </a:pPr>
            <a:endParaRPr lang="en-US" sz="1200" dirty="0">
              <a:solidFill>
                <a:srgbClr val="D8D8D8">
                  <a:lumMod val="10000"/>
                </a:srgbClr>
              </a:solidFill>
            </a:endParaRPr>
          </a:p>
          <a:p>
            <a:pPr lvl="0" algn="ctr" defTabSz="1175644">
              <a:buClr>
                <a:srgbClr val="1B4273">
                  <a:lumMod val="75000"/>
                </a:srgbClr>
              </a:buClr>
              <a:buSzPct val="112000"/>
              <a:defRPr/>
            </a:pPr>
            <a:endParaRPr kumimoji="0" lang="en-US" sz="1200" b="0" i="0" u="none" strike="noStrike" kern="1200" cap="none" spc="0" normalizeH="0" baseline="0" noProof="0" dirty="0">
              <a:ln>
                <a:noFill/>
              </a:ln>
              <a:solidFill>
                <a:srgbClr val="D8D8D8">
                  <a:lumMod val="10000"/>
                </a:srgbClr>
              </a:solidFill>
              <a:effectLst/>
              <a:uLnTx/>
              <a:uFillTx/>
              <a:latin typeface="Roboto"/>
              <a:ea typeface="+mn-ea"/>
              <a:cs typeface="+mn-cs"/>
            </a:endParaRPr>
          </a:p>
          <a:p>
            <a:pPr lvl="0" algn="ctr" defTabSz="1175644">
              <a:buClr>
                <a:srgbClr val="1B4273">
                  <a:lumMod val="75000"/>
                </a:srgbClr>
              </a:buClr>
              <a:buSzPct val="112000"/>
              <a:defRPr/>
            </a:pPr>
            <a:endParaRPr kumimoji="0" lang="en-US" sz="1200" b="0" i="0" u="none" strike="noStrike" kern="1200" cap="none" spc="0" normalizeH="0" baseline="0" noProof="0" dirty="0">
              <a:ln>
                <a:noFill/>
              </a:ln>
              <a:solidFill>
                <a:srgbClr val="D8D8D8">
                  <a:lumMod val="10000"/>
                </a:srgbClr>
              </a:solidFill>
              <a:effectLst/>
              <a:uLnTx/>
              <a:uFillTx/>
              <a:latin typeface="Roboto"/>
              <a:ea typeface="+mn-ea"/>
              <a:cs typeface="+mn-cs"/>
            </a:endParaRPr>
          </a:p>
        </p:txBody>
      </p:sp>
      <p:sp>
        <p:nvSpPr>
          <p:cNvPr id="3" name="Rectangle 2">
            <a:extLst>
              <a:ext uri="{FF2B5EF4-FFF2-40B4-BE49-F238E27FC236}">
                <a16:creationId xmlns:a16="http://schemas.microsoft.com/office/drawing/2014/main" id="{BF86D9D9-D1D0-F9D4-D0D0-43C2CE79C050}"/>
              </a:ext>
            </a:extLst>
          </p:cNvPr>
          <p:cNvSpPr/>
          <p:nvPr/>
        </p:nvSpPr>
        <p:spPr>
          <a:xfrm>
            <a:off x="3893484" y="1861659"/>
            <a:ext cx="4488516" cy="4049082"/>
          </a:xfrm>
          <a:prstGeom prst="rect">
            <a:avLst/>
          </a:prstGeom>
          <a:solidFill>
            <a:srgbClr val="990548"/>
          </a:solidFill>
          <a:ln w="12700" cap="flat" cmpd="sng" algn="ctr">
            <a:solidFill>
              <a:srgbClr val="990548">
                <a:shade val="50000"/>
              </a:srgbClr>
            </a:solidFill>
            <a:prstDash val="solid"/>
            <a:miter lim="800000"/>
          </a:ln>
          <a:effectLst/>
        </p:spPr>
        <p:txBody>
          <a:bodyPr rtlCol="0" anchor="ctr"/>
          <a:lstStyle/>
          <a:p>
            <a:pPr marL="0" marR="0" lvl="0" indent="0" algn="ctr" defTabSz="987527" eaLnBrk="1" fontAlgn="auto" latinLnBrk="0" hangingPunct="1">
              <a:lnSpc>
                <a:spcPct val="100000"/>
              </a:lnSpc>
              <a:spcBef>
                <a:spcPts val="0"/>
              </a:spcBef>
              <a:spcAft>
                <a:spcPts val="0"/>
              </a:spcAft>
              <a:buClrTx/>
              <a:buSzTx/>
              <a:buFontTx/>
              <a:buNone/>
              <a:tabLst/>
              <a:defRPr/>
            </a:pPr>
            <a:r>
              <a:rPr kumimoji="0" lang="en-US" sz="1944" b="0" i="0" u="none" strike="noStrike" kern="0" cap="none" spc="0" normalizeH="0" baseline="0" noProof="0" dirty="0">
                <a:ln>
                  <a:noFill/>
                </a:ln>
                <a:solidFill>
                  <a:srgbClr val="FFFFFF"/>
                </a:solidFill>
                <a:effectLst/>
                <a:uLnTx/>
                <a:uFillTx/>
                <a:latin typeface="Arial" panose="020B0604020202020204"/>
                <a:ea typeface="+mn-ea"/>
                <a:cs typeface="+mn-cs"/>
              </a:rPr>
              <a:t>Erica’s Version</a:t>
            </a:r>
          </a:p>
        </p:txBody>
      </p:sp>
    </p:spTree>
    <p:extLst>
      <p:ext uri="{BB962C8B-B14F-4D97-AF65-F5344CB8AC3E}">
        <p14:creationId xmlns:p14="http://schemas.microsoft.com/office/powerpoint/2010/main" val="1332916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B_report_template">
  <a:themeElements>
    <a:clrScheme name="TruTrade Palette">
      <a:dk1>
        <a:srgbClr val="273E6D"/>
      </a:dk1>
      <a:lt1>
        <a:sysClr val="window" lastClr="FFFFFF"/>
      </a:lt1>
      <a:dk2>
        <a:srgbClr val="267BC3"/>
      </a:dk2>
      <a:lt2>
        <a:srgbClr val="F2F2F2"/>
      </a:lt2>
      <a:accent1>
        <a:srgbClr val="273E6D"/>
      </a:accent1>
      <a:accent2>
        <a:srgbClr val="267BC3"/>
      </a:accent2>
      <a:accent3>
        <a:srgbClr val="7EC0F2"/>
      </a:accent3>
      <a:accent4>
        <a:srgbClr val="7F7F7F"/>
      </a:accent4>
      <a:accent5>
        <a:srgbClr val="D8D8D8"/>
      </a:accent5>
      <a:accent6>
        <a:srgbClr val="FFFFFF"/>
      </a:accent6>
      <a:hlink>
        <a:srgbClr val="267BC3"/>
      </a:hlink>
      <a:folHlink>
        <a:srgbClr val="267BC3"/>
      </a:folHlink>
    </a:clrScheme>
    <a:fontScheme name="TruTrade Theme Fonts">
      <a:majorFont>
        <a:latin typeface="Lato Black"/>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DE133B67-10DD-4A49-97BF-3CB3F571861B}" vid="{809F5068-2448-48A7-A122-F29AE0CADD39}"/>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AB_report_template">
  <a:themeElements>
    <a:clrScheme name="TruTrade Palette">
      <a:dk1>
        <a:srgbClr val="273E6D"/>
      </a:dk1>
      <a:lt1>
        <a:sysClr val="window" lastClr="FFFFFF"/>
      </a:lt1>
      <a:dk2>
        <a:srgbClr val="267BC3"/>
      </a:dk2>
      <a:lt2>
        <a:srgbClr val="F2F2F2"/>
      </a:lt2>
      <a:accent1>
        <a:srgbClr val="273E6D"/>
      </a:accent1>
      <a:accent2>
        <a:srgbClr val="267BC3"/>
      </a:accent2>
      <a:accent3>
        <a:srgbClr val="7EC0F2"/>
      </a:accent3>
      <a:accent4>
        <a:srgbClr val="7F7F7F"/>
      </a:accent4>
      <a:accent5>
        <a:srgbClr val="D8D8D8"/>
      </a:accent5>
      <a:accent6>
        <a:srgbClr val="FFFFFF"/>
      </a:accent6>
      <a:hlink>
        <a:srgbClr val="267BC3"/>
      </a:hlink>
      <a:folHlink>
        <a:srgbClr val="267BC3"/>
      </a:folHlink>
    </a:clrScheme>
    <a:fontScheme name="TruTrade Theme Fonts">
      <a:majorFont>
        <a:latin typeface="Lato Black"/>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879FF9E0-C824-40CD-95E5-6A9CDCFAC207}" vid="{DF235577-878C-4052-BFE3-3E2EB99BFFB5}"/>
    </a:ext>
  </a:extLst>
</a:theme>
</file>

<file path=ppt/theme/theme4.xml><?xml version="1.0" encoding="utf-8"?>
<a:theme xmlns:a="http://schemas.openxmlformats.org/drawingml/2006/main" name="2_AB_report_template">
  <a:themeElements>
    <a:clrScheme name="TruTrade Palette">
      <a:dk1>
        <a:srgbClr val="273E6D"/>
      </a:dk1>
      <a:lt1>
        <a:sysClr val="window" lastClr="FFFFFF"/>
      </a:lt1>
      <a:dk2>
        <a:srgbClr val="267BC3"/>
      </a:dk2>
      <a:lt2>
        <a:srgbClr val="F2F2F2"/>
      </a:lt2>
      <a:accent1>
        <a:srgbClr val="273E6D"/>
      </a:accent1>
      <a:accent2>
        <a:srgbClr val="267BC3"/>
      </a:accent2>
      <a:accent3>
        <a:srgbClr val="7EC0F2"/>
      </a:accent3>
      <a:accent4>
        <a:srgbClr val="7F7F7F"/>
      </a:accent4>
      <a:accent5>
        <a:srgbClr val="D8D8D8"/>
      </a:accent5>
      <a:accent6>
        <a:srgbClr val="FFFFFF"/>
      </a:accent6>
      <a:hlink>
        <a:srgbClr val="267BC3"/>
      </a:hlink>
      <a:folHlink>
        <a:srgbClr val="267BC3"/>
      </a:folHlink>
    </a:clrScheme>
    <a:fontScheme name="TruTrade Theme Fonts">
      <a:majorFont>
        <a:latin typeface="Lato Black"/>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879FF9E0-C824-40CD-95E5-6A9CDCFAC207}" vid="{DF235577-878C-4052-BFE3-3E2EB99BFFB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3.xml"/></Relationships>
</file>

<file path=customXml/_rels/item134.xml.rels><?xml version="1.0" encoding="UTF-8" standalone="yes"?>
<Relationships xmlns="http://schemas.openxmlformats.org/package/2006/relationships"><Relationship Id="rId1" Type="http://schemas.openxmlformats.org/officeDocument/2006/relationships/customXmlProps" Target="itemProps134.xml"/></Relationships>
</file>

<file path=customXml/_rels/item135.xml.rels><?xml version="1.0" encoding="UTF-8" standalone="yes"?>
<Relationships xmlns="http://schemas.openxmlformats.org/package/2006/relationships"><Relationship Id="rId1" Type="http://schemas.openxmlformats.org/officeDocument/2006/relationships/customXmlProps" Target="itemProps135.xml"/></Relationships>
</file>

<file path=customXml/_rels/item136.xml.rels><?xml version="1.0" encoding="UTF-8" standalone="yes"?>
<Relationships xmlns="http://schemas.openxmlformats.org/package/2006/relationships"><Relationship Id="rId1" Type="http://schemas.openxmlformats.org/officeDocument/2006/relationships/customXmlProps" Target="itemProps136.xml"/></Relationships>
</file>

<file path=customXml/_rels/item137.xml.rels><?xml version="1.0" encoding="UTF-8" standalone="yes"?>
<Relationships xmlns="http://schemas.openxmlformats.org/package/2006/relationships"><Relationship Id="rId1" Type="http://schemas.openxmlformats.org/officeDocument/2006/relationships/customXmlProps" Target="itemProps137.xml"/></Relationships>
</file>

<file path=customXml/_rels/item138.xml.rels><?xml version="1.0" encoding="UTF-8" standalone="yes"?>
<Relationships xmlns="http://schemas.openxmlformats.org/package/2006/relationships"><Relationship Id="rId1" Type="http://schemas.openxmlformats.org/officeDocument/2006/relationships/customXmlProps" Target="itemProps138.xml"/></Relationships>
</file>

<file path=customXml/_rels/item139.xml.rels><?xml version="1.0" encoding="UTF-8" standalone="yes"?>
<Relationships xmlns="http://schemas.openxmlformats.org/package/2006/relationships"><Relationship Id="rId1" Type="http://schemas.openxmlformats.org/officeDocument/2006/relationships/customXmlProps" Target="itemProps139.xml"/></Relationships>
</file>

<file path=customXml/_rels/item140.xml.rels><?xml version="1.0" encoding="UTF-8" standalone="yes"?>
<Relationships xmlns="http://schemas.openxmlformats.org/package/2006/relationships"><Relationship Id="rId1" Type="http://schemas.openxmlformats.org/officeDocument/2006/relationships/customXmlProps" Target="itemProps140.xml"/></Relationships>
</file>

<file path=customXml/_rels/item141.xml.rels><?xml version="1.0" encoding="UTF-8" standalone="yes"?>
<Relationships xmlns="http://schemas.openxmlformats.org/package/2006/relationships"><Relationship Id="rId1" Type="http://schemas.openxmlformats.org/officeDocument/2006/relationships/customXmlProps" Target="itemProps141.xml"/></Relationships>
</file>

<file path=customXml/_rels/item142.xml.rels><?xml version="1.0" encoding="UTF-8" standalone="yes"?>
<Relationships xmlns="http://schemas.openxmlformats.org/package/2006/relationships"><Relationship Id="rId1" Type="http://schemas.openxmlformats.org/officeDocument/2006/relationships/customXmlProps" Target="itemProps142.xml"/></Relationships>
</file>

<file path=customXml/_rels/item143.xml.rels><?xml version="1.0" encoding="UTF-8" standalone="yes"?>
<Relationships xmlns="http://schemas.openxmlformats.org/package/2006/relationships"><Relationship Id="rId1" Type="http://schemas.openxmlformats.org/officeDocument/2006/relationships/customXmlProps" Target="itemProps143.xml"/></Relationships>
</file>

<file path=customXml/_rels/item144.xml.rels><?xml version="1.0" encoding="UTF-8" standalone="yes"?>
<Relationships xmlns="http://schemas.openxmlformats.org/package/2006/relationships"><Relationship Id="rId1" Type="http://schemas.openxmlformats.org/officeDocument/2006/relationships/customXmlProps" Target="itemProps144.xml"/></Relationships>
</file>

<file path=customXml/_rels/item145.xml.rels><?xml version="1.0" encoding="UTF-8" standalone="yes"?>
<Relationships xmlns="http://schemas.openxmlformats.org/package/2006/relationships"><Relationship Id="rId1" Type="http://schemas.openxmlformats.org/officeDocument/2006/relationships/customXmlProps" Target="itemProps145.xml"/></Relationships>
</file>

<file path=customXml/_rels/item146.xml.rels><?xml version="1.0" encoding="UTF-8" standalone="yes"?>
<Relationships xmlns="http://schemas.openxmlformats.org/package/2006/relationships"><Relationship Id="rId1" Type="http://schemas.openxmlformats.org/officeDocument/2006/relationships/customXmlProps" Target="itemProps146.xml"/></Relationships>
</file>

<file path=customXml/_rels/item147.xml.rels><?xml version="1.0" encoding="UTF-8" standalone="yes"?>
<Relationships xmlns="http://schemas.openxmlformats.org/package/2006/relationships"><Relationship Id="rId1" Type="http://schemas.openxmlformats.org/officeDocument/2006/relationships/customXmlProps" Target="itemProps147.xml"/></Relationships>
</file>

<file path=customXml/_rels/item148.xml.rels><?xml version="1.0" encoding="UTF-8" standalone="yes"?>
<Relationships xmlns="http://schemas.openxmlformats.org/package/2006/relationships"><Relationship Id="rId1" Type="http://schemas.openxmlformats.org/officeDocument/2006/relationships/customXmlProps" Target="itemProps148.xml"/></Relationships>
</file>

<file path=customXml/_rels/item149.xml.rels><?xml version="1.0" encoding="UTF-8" standalone="yes"?>
<Relationships xmlns="http://schemas.openxmlformats.org/package/2006/relationships"><Relationship Id="rId1" Type="http://schemas.openxmlformats.org/officeDocument/2006/relationships/customXmlProps" Target="itemProps149.xml"/></Relationships>
</file>

<file path=customXml/_rels/item150.xml.rels><?xml version="1.0" encoding="UTF-8" standalone="yes"?>
<Relationships xmlns="http://schemas.openxmlformats.org/package/2006/relationships"><Relationship Id="rId1" Type="http://schemas.openxmlformats.org/officeDocument/2006/relationships/customXmlProps" Target="itemProps150.xml"/></Relationships>
</file>

<file path=customXml/_rels/item151.xml.rels><?xml version="1.0" encoding="UTF-8" standalone="yes"?>
<Relationships xmlns="http://schemas.openxmlformats.org/package/2006/relationships"><Relationship Id="rId1" Type="http://schemas.openxmlformats.org/officeDocument/2006/relationships/customXmlProps" Target="itemProps151.xml"/></Relationships>
</file>

<file path=customXml/_rels/item152.xml.rels><?xml version="1.0" encoding="UTF-8" standalone="yes"?>
<Relationships xmlns="http://schemas.openxmlformats.org/package/2006/relationships"><Relationship Id="rId1" Type="http://schemas.openxmlformats.org/officeDocument/2006/relationships/customXmlProps" Target="itemProps152.xml"/></Relationships>
</file>

<file path=customXml/_rels/item153.xml.rels><?xml version="1.0" encoding="UTF-8" standalone="yes"?>
<Relationships xmlns="http://schemas.openxmlformats.org/package/2006/relationships"><Relationship Id="rId1" Type="http://schemas.openxmlformats.org/officeDocument/2006/relationships/customXmlProps" Target="itemProps153.xml"/></Relationships>
</file>

<file path=customXml/_rels/item154.xml.rels><?xml version="1.0" encoding="UTF-8" standalone="yes"?>
<Relationships xmlns="http://schemas.openxmlformats.org/package/2006/relationships"><Relationship Id="rId1" Type="http://schemas.openxmlformats.org/officeDocument/2006/relationships/customXmlProps" Target="itemProps154.xml"/></Relationships>
</file>

<file path=customXml/_rels/item155.xml.rels><?xml version="1.0" encoding="UTF-8" standalone="yes"?>
<Relationships xmlns="http://schemas.openxmlformats.org/package/2006/relationships"><Relationship Id="rId1" Type="http://schemas.openxmlformats.org/officeDocument/2006/relationships/customXmlProps" Target="itemProps155.xml"/></Relationships>
</file>

<file path=customXml/_rels/item156.xml.rels><?xml version="1.0" encoding="UTF-8" standalone="yes"?>
<Relationships xmlns="http://schemas.openxmlformats.org/package/2006/relationships"><Relationship Id="rId1" Type="http://schemas.openxmlformats.org/officeDocument/2006/relationships/customXmlProps" Target="itemProps156.xml"/></Relationships>
</file>

<file path=customXml/_rels/item157.xml.rels><?xml version="1.0" encoding="UTF-8" standalone="yes"?>
<Relationships xmlns="http://schemas.openxmlformats.org/package/2006/relationships"><Relationship Id="rId1" Type="http://schemas.openxmlformats.org/officeDocument/2006/relationships/customXmlProps" Target="itemProps157.xml"/></Relationships>
</file>

<file path=customXml/_rels/item158.xml.rels><?xml version="1.0" encoding="UTF-8" standalone="yes"?>
<Relationships xmlns="http://schemas.openxmlformats.org/package/2006/relationships"><Relationship Id="rId1" Type="http://schemas.openxmlformats.org/officeDocument/2006/relationships/customXmlProps" Target="itemProps158.xml"/></Relationships>
</file>

<file path=customXml/_rels/item159.xml.rels><?xml version="1.0" encoding="UTF-8" standalone="yes"?>
<Relationships xmlns="http://schemas.openxmlformats.org/package/2006/relationships"><Relationship Id="rId1" Type="http://schemas.openxmlformats.org/officeDocument/2006/relationships/customXmlProps" Target="itemProps159.xml"/></Relationships>
</file>

<file path=customXml/_rels/item160.xml.rels><?xml version="1.0" encoding="UTF-8" standalone="yes"?>
<Relationships xmlns="http://schemas.openxmlformats.org/package/2006/relationships"><Relationship Id="rId1" Type="http://schemas.openxmlformats.org/officeDocument/2006/relationships/customXmlProps" Target="itemProps160.xml"/></Relationships>
</file>

<file path=customXml/_rels/item161.xml.rels><?xml version="1.0" encoding="UTF-8" standalone="yes"?>
<Relationships xmlns="http://schemas.openxmlformats.org/package/2006/relationships"><Relationship Id="rId1" Type="http://schemas.openxmlformats.org/officeDocument/2006/relationships/customXmlProps" Target="itemProps161.xml"/></Relationships>
</file>

<file path=customXml/_rels/item162.xml.rels><?xml version="1.0" encoding="UTF-8" standalone="yes"?>
<Relationships xmlns="http://schemas.openxmlformats.org/package/2006/relationships"><Relationship Id="rId1" Type="http://schemas.openxmlformats.org/officeDocument/2006/relationships/customXmlProps" Target="itemProps162.xml"/></Relationships>
</file>

<file path=customXml/_rels/item163.xml.rels><?xml version="1.0" encoding="UTF-8" standalone="yes"?>
<Relationships xmlns="http://schemas.openxmlformats.org/package/2006/relationships"><Relationship Id="rId1" Type="http://schemas.openxmlformats.org/officeDocument/2006/relationships/customXmlProps" Target="itemProps163.xml"/></Relationships>
</file>

<file path=customXml/_rels/item164.xml.rels><?xml version="1.0" encoding="UTF-8" standalone="yes"?>
<Relationships xmlns="http://schemas.openxmlformats.org/package/2006/relationships"><Relationship Id="rId1" Type="http://schemas.openxmlformats.org/officeDocument/2006/relationships/customXmlProps" Target="itemProps164.xml"/></Relationships>
</file>

<file path=customXml/_rels/item165.xml.rels><?xml version="1.0" encoding="UTF-8" standalone="yes"?>
<Relationships xmlns="http://schemas.openxmlformats.org/package/2006/relationships"><Relationship Id="rId1" Type="http://schemas.openxmlformats.org/officeDocument/2006/relationships/customXmlProps" Target="itemProps165.xml"/></Relationships>
</file>

<file path=customXml/_rels/item166.xml.rels><?xml version="1.0" encoding="UTF-8" standalone="yes"?>
<Relationships xmlns="http://schemas.openxmlformats.org/package/2006/relationships"><Relationship Id="rId1" Type="http://schemas.openxmlformats.org/officeDocument/2006/relationships/customXmlProps" Target="itemProps166.xml"/></Relationships>
</file>

<file path=customXml/_rels/item167.xml.rels><?xml version="1.0" encoding="UTF-8" standalone="yes"?>
<Relationships xmlns="http://schemas.openxmlformats.org/package/2006/relationships"><Relationship Id="rId1" Type="http://schemas.openxmlformats.org/officeDocument/2006/relationships/customXmlProps" Target="itemProps167.xml"/></Relationships>
</file>

<file path=customXml/_rels/item168.xml.rels><?xml version="1.0" encoding="UTF-8" standalone="yes"?>
<Relationships xmlns="http://schemas.openxmlformats.org/package/2006/relationships"><Relationship Id="rId1" Type="http://schemas.openxmlformats.org/officeDocument/2006/relationships/customXmlProps" Target="itemProps168.xml"/></Relationships>
</file>

<file path=customXml/_rels/item169.xml.rels><?xml version="1.0" encoding="UTF-8" standalone="yes"?>
<Relationships xmlns="http://schemas.openxmlformats.org/package/2006/relationships"><Relationship Id="rId1" Type="http://schemas.openxmlformats.org/officeDocument/2006/relationships/customXmlProps" Target="itemProps169.xml"/></Relationships>
</file>

<file path=customXml/_rels/item170.xml.rels><?xml version="1.0" encoding="UTF-8" standalone="yes"?>
<Relationships xmlns="http://schemas.openxmlformats.org/package/2006/relationships"><Relationship Id="rId1" Type="http://schemas.openxmlformats.org/officeDocument/2006/relationships/customXmlProps" Target="itemProps170.xml"/></Relationships>
</file>

<file path=customXml/_rels/item171.xml.rels><?xml version="1.0" encoding="UTF-8" standalone="yes"?>
<Relationships xmlns="http://schemas.openxmlformats.org/package/2006/relationships"><Relationship Id="rId1" Type="http://schemas.openxmlformats.org/officeDocument/2006/relationships/customXmlProps" Target="itemProps171.xml"/></Relationships>
</file>

<file path=customXml/_rels/item172.xml.rels><?xml version="1.0" encoding="UTF-8" standalone="yes"?>
<Relationships xmlns="http://schemas.openxmlformats.org/package/2006/relationships"><Relationship Id="rId1" Type="http://schemas.openxmlformats.org/officeDocument/2006/relationships/customXmlProps" Target="itemProps172.xml"/></Relationships>
</file>

<file path=customXml/_rels/item173.xml.rels><?xml version="1.0" encoding="UTF-8" standalone="yes"?>
<Relationships xmlns="http://schemas.openxmlformats.org/package/2006/relationships"><Relationship Id="rId1" Type="http://schemas.openxmlformats.org/officeDocument/2006/relationships/customXmlProps" Target="itemProps173.xml"/></Relationships>
</file>

<file path=customXml/_rels/item174.xml.rels><?xml version="1.0" encoding="UTF-8" standalone="yes"?>
<Relationships xmlns="http://schemas.openxmlformats.org/package/2006/relationships"><Relationship Id="rId1" Type="http://schemas.openxmlformats.org/officeDocument/2006/relationships/customXmlProps" Target="itemProps174.xml"/></Relationships>
</file>

<file path=customXml/_rels/item175.xml.rels><?xml version="1.0" encoding="UTF-8" standalone="yes"?>
<Relationships xmlns="http://schemas.openxmlformats.org/package/2006/relationships"><Relationship Id="rId1" Type="http://schemas.openxmlformats.org/officeDocument/2006/relationships/customXmlProps" Target="itemProps175.xml"/></Relationships>
</file>

<file path=customXml/_rels/item176.xml.rels><?xml version="1.0" encoding="UTF-8" standalone="yes"?>
<Relationships xmlns="http://schemas.openxmlformats.org/package/2006/relationships"><Relationship Id="rId1" Type="http://schemas.openxmlformats.org/officeDocument/2006/relationships/customXmlProps" Target="itemProps176.xml"/></Relationships>
</file>

<file path=customXml/_rels/item177.xml.rels><?xml version="1.0" encoding="UTF-8" standalone="yes"?>
<Relationships xmlns="http://schemas.openxmlformats.org/package/2006/relationships"><Relationship Id="rId1" Type="http://schemas.openxmlformats.org/officeDocument/2006/relationships/customXmlProps" Target="itemProps177.xml"/></Relationships>
</file>

<file path=customXml/_rels/item178.xml.rels><?xml version="1.0" encoding="UTF-8" standalone="yes"?>
<Relationships xmlns="http://schemas.openxmlformats.org/package/2006/relationships"><Relationship Id="rId1" Type="http://schemas.openxmlformats.org/officeDocument/2006/relationships/customXmlProps" Target="itemProps178.xml"/></Relationships>
</file>

<file path=customXml/_rels/item179.xml.rels><?xml version="1.0" encoding="UTF-8" standalone="yes"?>
<Relationships xmlns="http://schemas.openxmlformats.org/package/2006/relationships"><Relationship Id="rId1" Type="http://schemas.openxmlformats.org/officeDocument/2006/relationships/customXmlProps" Target="itemProps179.xml"/></Relationships>
</file>

<file path=customXml/_rels/item180.xml.rels><?xml version="1.0" encoding="UTF-8" standalone="yes"?>
<Relationships xmlns="http://schemas.openxmlformats.org/package/2006/relationships"><Relationship Id="rId1" Type="http://schemas.openxmlformats.org/officeDocument/2006/relationships/customXmlProps" Target="itemProps180.xml"/></Relationships>
</file>

<file path=customXml/_rels/item181.xml.rels><?xml version="1.0" encoding="UTF-8" standalone="yes"?>
<Relationships xmlns="http://schemas.openxmlformats.org/package/2006/relationships"><Relationship Id="rId1" Type="http://schemas.openxmlformats.org/officeDocument/2006/relationships/customXmlProps" Target="itemProps181.xml"/></Relationships>
</file>

<file path=customXml/_rels/item182.xml.rels><?xml version="1.0" encoding="UTF-8" standalone="yes"?>
<Relationships xmlns="http://schemas.openxmlformats.org/package/2006/relationships"><Relationship Id="rId1" Type="http://schemas.openxmlformats.org/officeDocument/2006/relationships/customXmlProps" Target="itemProps182.xml"/></Relationships>
</file>

<file path=customXml/_rels/item183.xml.rels><?xml version="1.0" encoding="UTF-8" standalone="yes"?>
<Relationships xmlns="http://schemas.openxmlformats.org/package/2006/relationships"><Relationship Id="rId1" Type="http://schemas.openxmlformats.org/officeDocument/2006/relationships/customXmlProps" Target="itemProps183.xml"/></Relationships>
</file>

<file path=customXml/_rels/item184.xml.rels><?xml version="1.0" encoding="UTF-8" standalone="yes"?>
<Relationships xmlns="http://schemas.openxmlformats.org/package/2006/relationships"><Relationship Id="rId1" Type="http://schemas.openxmlformats.org/officeDocument/2006/relationships/customXmlProps" Target="itemProps184.xml"/></Relationships>
</file>

<file path=customXml/_rels/item185.xml.rels><?xml version="1.0" encoding="UTF-8" standalone="yes"?>
<Relationships xmlns="http://schemas.openxmlformats.org/package/2006/relationships"><Relationship Id="rId1" Type="http://schemas.openxmlformats.org/officeDocument/2006/relationships/customXmlProps" Target="itemProps185.xml"/></Relationships>
</file>

<file path=customXml/_rels/item186.xml.rels><?xml version="1.0" encoding="UTF-8" standalone="yes"?>
<Relationships xmlns="http://schemas.openxmlformats.org/package/2006/relationships"><Relationship Id="rId1" Type="http://schemas.openxmlformats.org/officeDocument/2006/relationships/customXmlProps" Target="itemProps186.xml"/></Relationships>
</file>

<file path=customXml/_rels/item187.xml.rels><?xml version="1.0" encoding="UTF-8" standalone="yes"?>
<Relationships xmlns="http://schemas.openxmlformats.org/package/2006/relationships"><Relationship Id="rId1" Type="http://schemas.openxmlformats.org/officeDocument/2006/relationships/customXmlProps" Target="itemProps187.xml"/></Relationships>
</file>

<file path=customXml/_rels/item188.xml.rels><?xml version="1.0" encoding="UTF-8" standalone="yes"?>
<Relationships xmlns="http://schemas.openxmlformats.org/package/2006/relationships"><Relationship Id="rId1" Type="http://schemas.openxmlformats.org/officeDocument/2006/relationships/customXmlProps" Target="itemProps188.xml"/></Relationships>
</file>

<file path=customXml/_rels/item189.xml.rels><?xml version="1.0" encoding="UTF-8" standalone="yes"?>
<Relationships xmlns="http://schemas.openxmlformats.org/package/2006/relationships"><Relationship Id="rId1" Type="http://schemas.openxmlformats.org/officeDocument/2006/relationships/customXmlProps" Target="itemProps189.xml"/></Relationships>
</file>

<file path=customXml/_rels/item190.xml.rels><?xml version="1.0" encoding="UTF-8" standalone="yes"?>
<Relationships xmlns="http://schemas.openxmlformats.org/package/2006/relationships"><Relationship Id="rId1" Type="http://schemas.openxmlformats.org/officeDocument/2006/relationships/customXmlProps" Target="itemProps190.xml"/></Relationships>
</file>

<file path=customXml/_rels/item191.xml.rels><?xml version="1.0" encoding="UTF-8" standalone="yes"?>
<Relationships xmlns="http://schemas.openxmlformats.org/package/2006/relationships"><Relationship Id="rId1" Type="http://schemas.openxmlformats.org/officeDocument/2006/relationships/customXmlProps" Target="itemProps191.xml"/></Relationships>
</file>

<file path=customXml/_rels/item192.xml.rels><?xml version="1.0" encoding="UTF-8" standalone="yes"?>
<Relationships xmlns="http://schemas.openxmlformats.org/package/2006/relationships"><Relationship Id="rId1" Type="http://schemas.openxmlformats.org/officeDocument/2006/relationships/customXmlProps" Target="itemProps192.xml"/></Relationships>
</file>

<file path=customXml/_rels/item193.xml.rels><?xml version="1.0" encoding="UTF-8" standalone="yes"?>
<Relationships xmlns="http://schemas.openxmlformats.org/package/2006/relationships"><Relationship Id="rId1" Type="http://schemas.openxmlformats.org/officeDocument/2006/relationships/customXmlProps" Target="itemProps193.xml"/></Relationships>
</file>

<file path=customXml/_rels/item194.xml.rels><?xml version="1.0" encoding="UTF-8" standalone="yes"?>
<Relationships xmlns="http://schemas.openxmlformats.org/package/2006/relationships"><Relationship Id="rId1" Type="http://schemas.openxmlformats.org/officeDocument/2006/relationships/customXmlProps" Target="itemProps194.xml"/></Relationships>
</file>

<file path=customXml/_rels/item195.xml.rels><?xml version="1.0" encoding="UTF-8" standalone="yes"?>
<Relationships xmlns="http://schemas.openxmlformats.org/package/2006/relationships"><Relationship Id="rId1" Type="http://schemas.openxmlformats.org/officeDocument/2006/relationships/customXmlProps" Target="itemProps195.xml"/></Relationships>
</file>

<file path=customXml/_rels/item196.xml.rels><?xml version="1.0" encoding="UTF-8" standalone="yes"?>
<Relationships xmlns="http://schemas.openxmlformats.org/package/2006/relationships"><Relationship Id="rId1" Type="http://schemas.openxmlformats.org/officeDocument/2006/relationships/customXmlProps" Target="itemProps196.xml"/></Relationships>
</file>

<file path=customXml/_rels/item197.xml.rels><?xml version="1.0" encoding="UTF-8" standalone="yes"?>
<Relationships xmlns="http://schemas.openxmlformats.org/package/2006/relationships"><Relationship Id="rId1" Type="http://schemas.openxmlformats.org/officeDocument/2006/relationships/customXmlProps" Target="itemProps197.xml"/></Relationships>
</file>

<file path=customXml/_rels/item198.xml.rels><?xml version="1.0" encoding="UTF-8" standalone="yes"?>
<Relationships xmlns="http://schemas.openxmlformats.org/package/2006/relationships"><Relationship Id="rId1" Type="http://schemas.openxmlformats.org/officeDocument/2006/relationships/customXmlProps" Target="itemProps198.xml"/></Relationships>
</file>

<file path=customXml/_rels/item199.xml.rels><?xml version="1.0" encoding="UTF-8" standalone="yes"?>
<Relationships xmlns="http://schemas.openxmlformats.org/package/2006/relationships"><Relationship Id="rId1" Type="http://schemas.openxmlformats.org/officeDocument/2006/relationships/customXmlProps" Target="itemProps199.xml"/></Relationships>
</file>

<file path=customXml/_rels/item200.xml.rels><?xml version="1.0" encoding="UTF-8" standalone="yes"?>
<Relationships xmlns="http://schemas.openxmlformats.org/package/2006/relationships"><Relationship Id="rId1" Type="http://schemas.openxmlformats.org/officeDocument/2006/relationships/customXmlProps" Target="itemProps200.xml"/></Relationships>
</file>

<file path=customXml/_rels/item201.xml.rels><?xml version="1.0" encoding="UTF-8" standalone="yes"?>
<Relationships xmlns="http://schemas.openxmlformats.org/package/2006/relationships"><Relationship Id="rId1" Type="http://schemas.openxmlformats.org/officeDocument/2006/relationships/customXmlProps" Target="itemProps201.xml"/></Relationships>
</file>

<file path=customXml/_rels/item202.xml.rels><?xml version="1.0" encoding="UTF-8" standalone="yes"?>
<Relationships xmlns="http://schemas.openxmlformats.org/package/2006/relationships"><Relationship Id="rId1" Type="http://schemas.openxmlformats.org/officeDocument/2006/relationships/customXmlProps" Target="itemProps202.xml"/></Relationships>
</file>

<file path=customXml/_rels/item203.xml.rels><?xml version="1.0" encoding="UTF-8" standalone="yes"?>
<Relationships xmlns="http://schemas.openxmlformats.org/package/2006/relationships"><Relationship Id="rId1" Type="http://schemas.openxmlformats.org/officeDocument/2006/relationships/customXmlProps" Target="itemProps203.xml"/></Relationships>
</file>

<file path=customXml/_rels/item204.xml.rels><?xml version="1.0" encoding="UTF-8" standalone="yes"?>
<Relationships xmlns="http://schemas.openxmlformats.org/package/2006/relationships"><Relationship Id="rId1" Type="http://schemas.openxmlformats.org/officeDocument/2006/relationships/customXmlProps" Target="itemProps204.xml"/></Relationships>
</file>

<file path=customXml/_rels/item205.xml.rels><?xml version="1.0" encoding="UTF-8" standalone="yes"?>
<Relationships xmlns="http://schemas.openxmlformats.org/package/2006/relationships"><Relationship Id="rId1" Type="http://schemas.openxmlformats.org/officeDocument/2006/relationships/customXmlProps" Target="itemProps205.xml"/></Relationships>
</file>

<file path=customXml/_rels/item206.xml.rels><?xml version="1.0" encoding="UTF-8" standalone="yes"?>
<Relationships xmlns="http://schemas.openxmlformats.org/package/2006/relationships"><Relationship Id="rId1" Type="http://schemas.openxmlformats.org/officeDocument/2006/relationships/customXmlProps" Target="itemProps206.xml"/></Relationships>
</file>

<file path=customXml/_rels/item207.xml.rels><?xml version="1.0" encoding="UTF-8" standalone="yes"?>
<Relationships xmlns="http://schemas.openxmlformats.org/package/2006/relationships"><Relationship Id="rId1" Type="http://schemas.openxmlformats.org/officeDocument/2006/relationships/customXmlProps" Target="itemProps207.xml"/></Relationships>
</file>

<file path=customXml/_rels/item208.xml.rels><?xml version="1.0" encoding="UTF-8" standalone="yes"?>
<Relationships xmlns="http://schemas.openxmlformats.org/package/2006/relationships"><Relationship Id="rId1" Type="http://schemas.openxmlformats.org/officeDocument/2006/relationships/customXmlProps" Target="itemProps208.xml"/></Relationships>
</file>

<file path=customXml/_rels/item209.xml.rels><?xml version="1.0" encoding="UTF-8" standalone="yes"?>
<Relationships xmlns="http://schemas.openxmlformats.org/package/2006/relationships"><Relationship Id="rId1" Type="http://schemas.openxmlformats.org/officeDocument/2006/relationships/customXmlProps" Target="itemProps209.xml"/></Relationships>
</file>

<file path=customXml/_rels/item210.xml.rels><?xml version="1.0" encoding="UTF-8" standalone="yes"?>
<Relationships xmlns="http://schemas.openxmlformats.org/package/2006/relationships"><Relationship Id="rId1" Type="http://schemas.openxmlformats.org/officeDocument/2006/relationships/customXmlProps" Target="itemProps210.xml"/></Relationships>
</file>

<file path=customXml/_rels/item211.xml.rels><?xml version="1.0" encoding="UTF-8" standalone="yes"?>
<Relationships xmlns="http://schemas.openxmlformats.org/package/2006/relationships"><Relationship Id="rId1" Type="http://schemas.openxmlformats.org/officeDocument/2006/relationships/customXmlProps" Target="itemProps211.xml"/></Relationships>
</file>

<file path=customXml/_rels/item212.xml.rels><?xml version="1.0" encoding="UTF-8" standalone="yes"?>
<Relationships xmlns="http://schemas.openxmlformats.org/package/2006/relationships"><Relationship Id="rId1" Type="http://schemas.openxmlformats.org/officeDocument/2006/relationships/customXmlProps" Target="itemProps212.xml"/></Relationships>
</file>

<file path=customXml/_rels/item213.xml.rels><?xml version="1.0" encoding="UTF-8" standalone="yes"?>
<Relationships xmlns="http://schemas.openxmlformats.org/package/2006/relationships"><Relationship Id="rId1" Type="http://schemas.openxmlformats.org/officeDocument/2006/relationships/customXmlProps" Target="itemProps213.xml"/></Relationships>
</file>

<file path=customXml/_rels/item214.xml.rels><?xml version="1.0" encoding="UTF-8" standalone="yes"?>
<Relationships xmlns="http://schemas.openxmlformats.org/package/2006/relationships"><Relationship Id="rId1" Type="http://schemas.openxmlformats.org/officeDocument/2006/relationships/customXmlProps" Target="itemProps214.xml"/></Relationships>
</file>

<file path=customXml/_rels/item215.xml.rels><?xml version="1.0" encoding="UTF-8" standalone="yes"?>
<Relationships xmlns="http://schemas.openxmlformats.org/package/2006/relationships"><Relationship Id="rId1" Type="http://schemas.openxmlformats.org/officeDocument/2006/relationships/customXmlProps" Target="itemProps215.xml"/></Relationships>
</file>

<file path=customXml/_rels/item216.xml.rels><?xml version="1.0" encoding="UTF-8" standalone="yes"?>
<Relationships xmlns="http://schemas.openxmlformats.org/package/2006/relationships"><Relationship Id="rId1" Type="http://schemas.openxmlformats.org/officeDocument/2006/relationships/customXmlProps" Target="itemProps216.xml"/></Relationships>
</file>

<file path=customXml/_rels/item217.xml.rels><?xml version="1.0" encoding="UTF-8" standalone="yes"?>
<Relationships xmlns="http://schemas.openxmlformats.org/package/2006/relationships"><Relationship Id="rId1" Type="http://schemas.openxmlformats.org/officeDocument/2006/relationships/customXmlProps" Target="itemProps217.xml"/></Relationships>
</file>

<file path=customXml/_rels/item218.xml.rels><?xml version="1.0" encoding="UTF-8" standalone="yes"?>
<Relationships xmlns="http://schemas.openxmlformats.org/package/2006/relationships"><Relationship Id="rId1" Type="http://schemas.openxmlformats.org/officeDocument/2006/relationships/customXmlProps" Target="itemProps218.xml"/></Relationships>
</file>

<file path=customXml/_rels/item219.xml.rels><?xml version="1.0" encoding="UTF-8" standalone="yes"?>
<Relationships xmlns="http://schemas.openxmlformats.org/package/2006/relationships"><Relationship Id="rId1" Type="http://schemas.openxmlformats.org/officeDocument/2006/relationships/customXmlProps" Target="itemProps219.xml"/></Relationships>
</file>

<file path=customXml/_rels/item220.xml.rels><?xml version="1.0" encoding="UTF-8" standalone="yes"?>
<Relationships xmlns="http://schemas.openxmlformats.org/package/2006/relationships"><Relationship Id="rId1" Type="http://schemas.openxmlformats.org/officeDocument/2006/relationships/customXmlProps" Target="itemProps220.xml"/></Relationships>
</file>

<file path=customXml/_rels/item221.xml.rels><?xml version="1.0" encoding="UTF-8" standalone="yes"?>
<Relationships xmlns="http://schemas.openxmlformats.org/package/2006/relationships"><Relationship Id="rId1" Type="http://schemas.openxmlformats.org/officeDocument/2006/relationships/customXmlProps" Target="itemProps221.xml"/></Relationships>
</file>

<file path=customXml/_rels/item222.xml.rels><?xml version="1.0" encoding="UTF-8" standalone="yes"?>
<Relationships xmlns="http://schemas.openxmlformats.org/package/2006/relationships"><Relationship Id="rId1" Type="http://schemas.openxmlformats.org/officeDocument/2006/relationships/customXmlProps" Target="itemProps222.xml"/></Relationships>
</file>

<file path=customXml/_rels/item223.xml.rels><?xml version="1.0" encoding="UTF-8" standalone="yes"?>
<Relationships xmlns="http://schemas.openxmlformats.org/package/2006/relationships"><Relationship Id="rId1" Type="http://schemas.openxmlformats.org/officeDocument/2006/relationships/customXmlProps" Target="itemProps223.xml"/></Relationships>
</file>

<file path=customXml/_rels/item224.xml.rels><?xml version="1.0" encoding="UTF-8" standalone="yes"?>
<Relationships xmlns="http://schemas.openxmlformats.org/package/2006/relationships"><Relationship Id="rId1" Type="http://schemas.openxmlformats.org/officeDocument/2006/relationships/customXmlProps" Target="itemProps224.xml"/></Relationships>
</file>

<file path=customXml/_rels/item225.xml.rels><?xml version="1.0" encoding="UTF-8" standalone="yes"?>
<Relationships xmlns="http://schemas.openxmlformats.org/package/2006/relationships"><Relationship Id="rId1" Type="http://schemas.openxmlformats.org/officeDocument/2006/relationships/customXmlProps" Target="itemProps225.xml"/></Relationships>
</file>

<file path=customXml/_rels/item226.xml.rels><?xml version="1.0" encoding="UTF-8" standalone="yes"?>
<Relationships xmlns="http://schemas.openxmlformats.org/package/2006/relationships"><Relationship Id="rId1" Type="http://schemas.openxmlformats.org/officeDocument/2006/relationships/customXmlProps" Target="itemProps226.xml"/></Relationships>
</file>

<file path=customXml/_rels/item227.xml.rels><?xml version="1.0" encoding="UTF-8" standalone="yes"?>
<Relationships xmlns="http://schemas.openxmlformats.org/package/2006/relationships"><Relationship Id="rId1" Type="http://schemas.openxmlformats.org/officeDocument/2006/relationships/customXmlProps" Target="itemProps227.xml"/></Relationships>
</file>

<file path=customXml/_rels/item228.xml.rels><?xml version="1.0" encoding="UTF-8" standalone="yes"?>
<Relationships xmlns="http://schemas.openxmlformats.org/package/2006/relationships"><Relationship Id="rId1" Type="http://schemas.openxmlformats.org/officeDocument/2006/relationships/customXmlProps" Target="itemProps228.xml"/></Relationships>
</file>

<file path=customXml/_rels/item229.xml.rels><?xml version="1.0" encoding="UTF-8" standalone="yes"?>
<Relationships xmlns="http://schemas.openxmlformats.org/package/2006/relationships"><Relationship Id="rId1" Type="http://schemas.openxmlformats.org/officeDocument/2006/relationships/customXmlProps" Target="itemProps229.xml"/></Relationships>
</file>

<file path=customXml/_rels/item230.xml.rels><?xml version="1.0" encoding="UTF-8" standalone="yes"?>
<Relationships xmlns="http://schemas.openxmlformats.org/package/2006/relationships"><Relationship Id="rId1" Type="http://schemas.openxmlformats.org/officeDocument/2006/relationships/customXmlProps" Target="itemProps230.xml"/></Relationships>
</file>

<file path=customXml/_rels/item231.xml.rels><?xml version="1.0" encoding="UTF-8" standalone="yes"?>
<Relationships xmlns="http://schemas.openxmlformats.org/package/2006/relationships"><Relationship Id="rId1" Type="http://schemas.openxmlformats.org/officeDocument/2006/relationships/customXmlProps" Target="itemProps231.xml"/></Relationships>
</file>

<file path=customXml/_rels/item232.xml.rels><?xml version="1.0" encoding="UTF-8" standalone="yes"?>
<Relationships xmlns="http://schemas.openxmlformats.org/package/2006/relationships"><Relationship Id="rId1" Type="http://schemas.openxmlformats.org/officeDocument/2006/relationships/customXmlProps" Target="itemProps232.xml"/></Relationships>
</file>

<file path=customXml/_rels/item233.xml.rels><?xml version="1.0" encoding="UTF-8" standalone="yes"?>
<Relationships xmlns="http://schemas.openxmlformats.org/package/2006/relationships"><Relationship Id="rId1" Type="http://schemas.openxmlformats.org/officeDocument/2006/relationships/customXmlProps" Target="itemProps233.xml"/></Relationships>
</file>

<file path=customXml/_rels/item234.xml.rels><?xml version="1.0" encoding="UTF-8" standalone="yes"?>
<Relationships xmlns="http://schemas.openxmlformats.org/package/2006/relationships"><Relationship Id="rId1" Type="http://schemas.openxmlformats.org/officeDocument/2006/relationships/customXmlProps" Target="itemProps234.xml"/></Relationships>
</file>

<file path=customXml/_rels/item235.xml.rels><?xml version="1.0" encoding="UTF-8" standalone="yes"?>
<Relationships xmlns="http://schemas.openxmlformats.org/package/2006/relationships"><Relationship Id="rId1" Type="http://schemas.openxmlformats.org/officeDocument/2006/relationships/customXmlProps" Target="itemProps235.xml"/></Relationships>
</file>

<file path=customXml/_rels/item236.xml.rels><?xml version="1.0" encoding="UTF-8" standalone="yes"?>
<Relationships xmlns="http://schemas.openxmlformats.org/package/2006/relationships"><Relationship Id="rId1" Type="http://schemas.openxmlformats.org/officeDocument/2006/relationships/customXmlProps" Target="itemProps236.xml"/></Relationships>
</file>

<file path=customXml/_rels/item237.xml.rels><?xml version="1.0" encoding="UTF-8" standalone="yes"?>
<Relationships xmlns="http://schemas.openxmlformats.org/package/2006/relationships"><Relationship Id="rId1" Type="http://schemas.openxmlformats.org/officeDocument/2006/relationships/customXmlProps" Target="itemProps237.xml"/></Relationships>
</file>

<file path=customXml/_rels/item238.xml.rels><?xml version="1.0" encoding="UTF-8" standalone="yes"?>
<Relationships xmlns="http://schemas.openxmlformats.org/package/2006/relationships"><Relationship Id="rId1" Type="http://schemas.openxmlformats.org/officeDocument/2006/relationships/customXmlProps" Target="itemProps238.xml"/></Relationships>
</file>

<file path=customXml/_rels/item239.xml.rels><?xml version="1.0" encoding="UTF-8" standalone="yes"?>
<Relationships xmlns="http://schemas.openxmlformats.org/package/2006/relationships"><Relationship Id="rId1" Type="http://schemas.openxmlformats.org/officeDocument/2006/relationships/customXmlProps" Target="itemProps239.xml"/></Relationships>
</file>

<file path=customXml/_rels/item240.xml.rels><?xml version="1.0" encoding="UTF-8" standalone="yes"?>
<Relationships xmlns="http://schemas.openxmlformats.org/package/2006/relationships"><Relationship Id="rId1" Type="http://schemas.openxmlformats.org/officeDocument/2006/relationships/customXmlProps" Target="itemProps240.xml"/></Relationships>
</file>

<file path=customXml/_rels/item241.xml.rels><?xml version="1.0" encoding="UTF-8" standalone="yes"?>
<Relationships xmlns="http://schemas.openxmlformats.org/package/2006/relationships"><Relationship Id="rId1" Type="http://schemas.openxmlformats.org/officeDocument/2006/relationships/customXmlProps" Target="itemProps241.xml"/></Relationships>
</file>

<file path=customXml/_rels/item242.xml.rels><?xml version="1.0" encoding="UTF-8" standalone="yes"?>
<Relationships xmlns="http://schemas.openxmlformats.org/package/2006/relationships"><Relationship Id="rId1" Type="http://schemas.openxmlformats.org/officeDocument/2006/relationships/customXmlProps" Target="itemProps242.xml"/></Relationships>
</file>

<file path=customXml/_rels/item243.xml.rels><?xml version="1.0" encoding="UTF-8" standalone="yes"?>
<Relationships xmlns="http://schemas.openxmlformats.org/package/2006/relationships"><Relationship Id="rId1" Type="http://schemas.openxmlformats.org/officeDocument/2006/relationships/customXmlProps" Target="itemProps243.xml"/></Relationships>
</file>

<file path=customXml/_rels/item244.xml.rels><?xml version="1.0" encoding="UTF-8" standalone="yes"?>
<Relationships xmlns="http://schemas.openxmlformats.org/package/2006/relationships"><Relationship Id="rId1" Type="http://schemas.openxmlformats.org/officeDocument/2006/relationships/customXmlProps" Target="itemProps244.xml"/></Relationships>
</file>

<file path=customXml/_rels/item245.xml.rels><?xml version="1.0" encoding="UTF-8" standalone="yes"?>
<Relationships xmlns="http://schemas.openxmlformats.org/package/2006/relationships"><Relationship Id="rId1" Type="http://schemas.openxmlformats.org/officeDocument/2006/relationships/customXmlProps" Target="itemProps245.xml"/></Relationships>
</file>

<file path=customXml/_rels/item246.xml.rels><?xml version="1.0" encoding="UTF-8" standalone="yes"?>
<Relationships xmlns="http://schemas.openxmlformats.org/package/2006/relationships"><Relationship Id="rId1" Type="http://schemas.openxmlformats.org/officeDocument/2006/relationships/customXmlProps" Target="itemProps246.xml"/></Relationships>
</file>

<file path=customXml/_rels/item247.xml.rels><?xml version="1.0" encoding="UTF-8" standalone="yes"?>
<Relationships xmlns="http://schemas.openxmlformats.org/package/2006/relationships"><Relationship Id="rId1" Type="http://schemas.openxmlformats.org/officeDocument/2006/relationships/customXmlProps" Target="itemProps247.xml"/></Relationships>
</file>

<file path=customXml/_rels/item248.xml.rels><?xml version="1.0" encoding="UTF-8" standalone="yes"?>
<Relationships xmlns="http://schemas.openxmlformats.org/package/2006/relationships"><Relationship Id="rId1" Type="http://schemas.openxmlformats.org/officeDocument/2006/relationships/customXmlProps" Target="itemProps248.xml"/></Relationships>
</file>

<file path=customXml/_rels/item249.xml.rels><?xml version="1.0" encoding="UTF-8" standalone="yes"?>
<Relationships xmlns="http://schemas.openxmlformats.org/package/2006/relationships"><Relationship Id="rId1" Type="http://schemas.openxmlformats.org/officeDocument/2006/relationships/customXmlProps" Target="itemProps249.xml"/></Relationships>
</file>

<file path=customXml/_rels/item250.xml.rels><?xml version="1.0" encoding="UTF-8" standalone="yes"?>
<Relationships xmlns="http://schemas.openxmlformats.org/package/2006/relationships"><Relationship Id="rId1" Type="http://schemas.openxmlformats.org/officeDocument/2006/relationships/customXmlProps" Target="itemProps250.xml"/></Relationships>
</file>

<file path=customXml/_rels/item251.xml.rels><?xml version="1.0" encoding="UTF-8" standalone="yes"?>
<Relationships xmlns="http://schemas.openxmlformats.org/package/2006/relationships"><Relationship Id="rId1" Type="http://schemas.openxmlformats.org/officeDocument/2006/relationships/customXmlProps" Target="itemProps251.xml"/></Relationships>
</file>

<file path=customXml/_rels/item252.xml.rels><?xml version="1.0" encoding="UTF-8" standalone="yes"?>
<Relationships xmlns="http://schemas.openxmlformats.org/package/2006/relationships"><Relationship Id="rId1" Type="http://schemas.openxmlformats.org/officeDocument/2006/relationships/customXmlProps" Target="itemProps252.xml"/></Relationships>
</file>

<file path=customXml/_rels/item253.xml.rels><?xml version="1.0" encoding="UTF-8" standalone="yes"?>
<Relationships xmlns="http://schemas.openxmlformats.org/package/2006/relationships"><Relationship Id="rId1" Type="http://schemas.openxmlformats.org/officeDocument/2006/relationships/customXmlProps" Target="itemProps253.xml"/></Relationships>
</file>

<file path=customXml/_rels/item254.xml.rels><?xml version="1.0" encoding="UTF-8" standalone="yes"?>
<Relationships xmlns="http://schemas.openxmlformats.org/package/2006/relationships"><Relationship Id="rId1" Type="http://schemas.openxmlformats.org/officeDocument/2006/relationships/customXmlProps" Target="itemProps254.xml"/></Relationships>
</file>

<file path=customXml/_rels/item255.xml.rels><?xml version="1.0" encoding="UTF-8" standalone="yes"?>
<Relationships xmlns="http://schemas.openxmlformats.org/package/2006/relationships"><Relationship Id="rId1" Type="http://schemas.openxmlformats.org/officeDocument/2006/relationships/customXmlProps" Target="itemProps255.xml"/></Relationships>
</file>

<file path=customXml/_rels/item256.xml.rels><?xml version="1.0" encoding="UTF-8" standalone="yes"?>
<Relationships xmlns="http://schemas.openxmlformats.org/package/2006/relationships"><Relationship Id="rId1" Type="http://schemas.openxmlformats.org/officeDocument/2006/relationships/customXmlProps" Target="itemProps256.xml"/></Relationships>
</file>

<file path=customXml/_rels/item257.xml.rels><?xml version="1.0" encoding="UTF-8" standalone="yes"?>
<Relationships xmlns="http://schemas.openxmlformats.org/package/2006/relationships"><Relationship Id="rId1" Type="http://schemas.openxmlformats.org/officeDocument/2006/relationships/customXmlProps" Target="itemProps257.xml"/></Relationships>
</file>

<file path=customXml/_rels/item258.xml.rels><?xml version="1.0" encoding="UTF-8" standalone="yes"?>
<Relationships xmlns="http://schemas.openxmlformats.org/package/2006/relationships"><Relationship Id="rId1" Type="http://schemas.openxmlformats.org/officeDocument/2006/relationships/customXmlProps" Target="itemProps258.xml"/></Relationships>
</file>

<file path=customXml/_rels/item259.xml.rels><?xml version="1.0" encoding="UTF-8" standalone="yes"?>
<Relationships xmlns="http://schemas.openxmlformats.org/package/2006/relationships"><Relationship Id="rId1" Type="http://schemas.openxmlformats.org/officeDocument/2006/relationships/customXmlProps" Target="itemProps259.xml"/></Relationships>
</file>

<file path=customXml/_rels/item260.xml.rels><?xml version="1.0" encoding="UTF-8" standalone="yes"?>
<Relationships xmlns="http://schemas.openxmlformats.org/package/2006/relationships"><Relationship Id="rId1" Type="http://schemas.openxmlformats.org/officeDocument/2006/relationships/customXmlProps" Target="itemProps260.xml"/></Relationships>
</file>

<file path=customXml/item1.xml><?xml version="1.0" encoding="utf-8"?>
<EsriMapsInfo xmlns="ESRI.ArcGIS.Mapping.OfficeIntegration.PowerPointInfo">
  <Version>Version1</Version>
  <RequiresSignIn>False</RequiresSignIn>
</EsriMapsInfo>
</file>

<file path=customXml/item2.xml><?xml version="1.0" encoding="utf-8"?>
<EsriMapsInfo xmlns="ESRI.ArcGIS.Mapping.OfficeIntegration.PowerPointInfo">
  <Version>Version1</Version>
  <RequiresSignIn>False</RequiresSignIn>
</EsriMapsInfo>
</file>

<file path=customXml/item3.xml><?xml version="1.0" encoding="utf-8"?>
<EsriMapsInfo xmlns="ESRI.ArcGIS.Mapping.OfficeIntegration.PowerPointInfo">
  <Version>Version1</Version>
  <RequiresSignIn>False</RequiresSignIn>
</EsriMapsInfo>
</file>

<file path=customXml/item4.xml><?xml version="1.0" encoding="utf-8"?>
<EsriMapsInfo xmlns="ESRI.ArcGIS.Mapping.OfficeIntegration.PowerPointInfo">
  <Version>Version1</Version>
  <RequiresSignIn>False</RequiresSignIn>
</EsriMapsInfo>
</file>

<file path=customXml/item5.xml><?xml version="1.0" encoding="utf-8"?>
<EsriMapsInfo xmlns="ESRI.ArcGIS.Mapping.OfficeIntegration.PowerPointInfo">
  <Version>Version1</Version>
  <RequiresSignIn>False</RequiresSignIn>
</EsriMapsInfo>
</file>

<file path=customXml/item6.xml><?xml version="1.0" encoding="utf-8"?>
<EsriMapsInfo xmlns="ESRI.ArcGIS.Mapping.OfficeIntegration.PowerPointInfo">
  <Version>Version1</Version>
  <RequiresSignIn>False</RequiresSignIn>
</EsriMapsInfo>
</file>

<file path=customXml/item7.xml><?xml version="1.0" encoding="utf-8"?>
<EsriMapsInfo xmlns="ESRI.ArcGIS.Mapping.OfficeIntegration.PowerPointInfo">
  <Version>Version1</Version>
  <RequiresSignIn>False</RequiresSignIn>
</EsriMapsInfo>
</file>

<file path=customXml/item8.xml><?xml version="1.0" encoding="utf-8"?>
<EsriMapsInfo xmlns="ESRI.ArcGIS.Mapping.OfficeIntegration.PowerPointInfo">
  <Version>Version1</Version>
  <RequiresSignIn>False</RequiresSignIn>
</EsriMapsInfo>
</file>

<file path=customXml/item9.xml><?xml version="1.0" encoding="utf-8"?>
<EsriMapsInfo xmlns="ESRI.ArcGIS.Mapping.OfficeIntegration.PowerPointInfo">
  <Version>Version1</Version>
  <RequiresSignIn>False</RequiresSignIn>
</EsriMapsInfo>
</file>

<file path=customXml/item10.xml><?xml version="1.0" encoding="utf-8"?>
<EsriMapsInfo xmlns="ESRI.ArcGIS.Mapping.OfficeIntegration.PowerPointInfo">
  <Version>Version1</Version>
  <RequiresSignIn>False</RequiresSignIn>
</EsriMapsInfo>
</file>

<file path=customXml/item11.xml><?xml version="1.0" encoding="utf-8"?>
<EsriMapsInfo xmlns="ESRI.ArcGIS.Mapping.OfficeIntegration.PowerPointInfo">
  <Version>Version1</Version>
  <RequiresSignIn>False</RequiresSignIn>
</EsriMapsInfo>
</file>

<file path=customXml/item12.xml><?xml version="1.0" encoding="utf-8"?>
<EsriMapsInfo xmlns="ESRI.ArcGIS.Mapping.OfficeIntegration.PowerPointInfo">
  <Version>Version1</Version>
  <RequiresSignIn>False</RequiresSignIn>
</EsriMapsInfo>
</file>

<file path=customXml/item13.xml><?xml version="1.0" encoding="utf-8"?>
<EsriMapsInfo xmlns="ESRI.ArcGIS.Mapping.OfficeIntegration.PowerPointInfo">
  <Version>Version1</Version>
  <RequiresSignIn>False</RequiresSignIn>
</EsriMapsInfo>
</file>

<file path=customXml/item14.xml><?xml version="1.0" encoding="utf-8"?>
<EsriMapsInfo xmlns="ESRI.ArcGIS.Mapping.OfficeIntegration.PowerPointInfo">
  <Version>Version1</Version>
  <RequiresSignIn>False</RequiresSignIn>
</EsriMapsInfo>
</file>

<file path=customXml/item15.xml><?xml version="1.0" encoding="utf-8"?>
<EsriMapsInfo xmlns="ESRI.ArcGIS.Mapping.OfficeIntegration.PowerPointInfo">
  <Version>Version1</Version>
  <RequiresSignIn>False</RequiresSignIn>
</EsriMapsInfo>
</file>

<file path=customXml/item16.xml><?xml version="1.0" encoding="utf-8"?>
<EsriMapsInfo xmlns="ESRI.ArcGIS.Mapping.OfficeIntegration.PowerPointInfo">
  <Version>Version1</Version>
  <RequiresSignIn>False</RequiresSignIn>
</EsriMapsInfo>
</file>

<file path=customXml/item17.xml><?xml version="1.0" encoding="utf-8"?>
<EsriMapsInfo xmlns="ESRI.ArcGIS.Mapping.OfficeIntegration.PowerPointInfo">
  <Version>Version1</Version>
  <RequiresSignIn>False</RequiresSignIn>
</EsriMapsInfo>
</file>

<file path=customXml/item18.xml><?xml version="1.0" encoding="utf-8"?>
<EsriMapsInfo xmlns="ESRI.ArcGIS.Mapping.OfficeIntegration.PowerPointInfo">
  <Version>Version1</Version>
  <RequiresSignIn>False</RequiresSignIn>
</EsriMapsInfo>
</file>

<file path=customXml/item19.xml><?xml version="1.0" encoding="utf-8"?>
<EsriMapsInfo xmlns="ESRI.ArcGIS.Mapping.OfficeIntegration.PowerPointInfo">
  <Version>Version1</Version>
  <RequiresSignIn>False</RequiresSignIn>
</EsriMapsInfo>
</file>

<file path=customXml/item20.xml><?xml version="1.0" encoding="utf-8"?>
<EsriMapsInfo xmlns="ESRI.ArcGIS.Mapping.OfficeIntegration.PowerPointInfo">
  <Version>Version1</Version>
  <RequiresSignIn>False</RequiresSignIn>
</EsriMapsInfo>
</file>

<file path=customXml/item21.xml><?xml version="1.0" encoding="utf-8"?>
<EsriMapsInfo xmlns="ESRI.ArcGIS.Mapping.OfficeIntegration.PowerPointInfo">
  <Version>Version1</Version>
  <RequiresSignIn>False</RequiresSignIn>
</EsriMapsInfo>
</file>

<file path=customXml/item22.xml><?xml version="1.0" encoding="utf-8"?>
<EsriMapsInfo xmlns="ESRI.ArcGIS.Mapping.OfficeIntegration.PowerPointInfo">
  <Version>Version1</Version>
  <RequiresSignIn>False</RequiresSignIn>
</EsriMapsInfo>
</file>

<file path=customXml/item23.xml><?xml version="1.0" encoding="utf-8"?>
<EsriMapsInfo xmlns="ESRI.ArcGIS.Mapping.OfficeIntegration.PowerPointInfo">
  <Version>Version1</Version>
  <RequiresSignIn>False</RequiresSignIn>
</EsriMapsInfo>
</file>

<file path=customXml/item24.xml><?xml version="1.0" encoding="utf-8"?>
<EsriMapsInfo xmlns="ESRI.ArcGIS.Mapping.OfficeIntegration.PowerPointInfo">
  <Version>Version1</Version>
  <RequiresSignIn>False</RequiresSignIn>
</EsriMapsInfo>
</file>

<file path=customXml/item25.xml><?xml version="1.0" encoding="utf-8"?>
<EsriMapsInfo xmlns="ESRI.ArcGIS.Mapping.OfficeIntegration.PowerPointInfo">
  <Version>Version1</Version>
  <RequiresSignIn>False</RequiresSignIn>
</EsriMapsInfo>
</file>

<file path=customXml/item26.xml><?xml version="1.0" encoding="utf-8"?>
<EsriMapsInfo xmlns="ESRI.ArcGIS.Mapping.OfficeIntegration.PowerPointInfo">
  <Version>Version1</Version>
  <RequiresSignIn>False</RequiresSignIn>
</EsriMapsInfo>
</file>

<file path=customXml/item27.xml><?xml version="1.0" encoding="utf-8"?>
<EsriMapsInfo xmlns="ESRI.ArcGIS.Mapping.OfficeIntegration.PowerPointInfo">
  <Version>Version1</Version>
  <RequiresSignIn>False</RequiresSignIn>
</EsriMapsInfo>
</file>

<file path=customXml/item28.xml><?xml version="1.0" encoding="utf-8"?>
<EsriMapsInfo xmlns="ESRI.ArcGIS.Mapping.OfficeIntegration.PowerPointInfo">
  <Version>Version1</Version>
  <RequiresSignIn>False</RequiresSignIn>
</EsriMapsInfo>
</file>

<file path=customXml/item29.xml><?xml version="1.0" encoding="utf-8"?>
<EsriMapsInfo xmlns="ESRI.ArcGIS.Mapping.OfficeIntegration.PowerPointInfo">
  <Version>Version1</Version>
  <RequiresSignIn>False</RequiresSignIn>
</EsriMapsInfo>
</file>

<file path=customXml/item30.xml><?xml version="1.0" encoding="utf-8"?>
<EsriMapsInfo xmlns="ESRI.ArcGIS.Mapping.OfficeIntegration.PowerPointInfo">
  <Version>Version1</Version>
  <RequiresSignIn>False</RequiresSignIn>
</EsriMapsInfo>
</file>

<file path=customXml/item31.xml><?xml version="1.0" encoding="utf-8"?>
<EsriMapsInfo xmlns="ESRI.ArcGIS.Mapping.OfficeIntegration.PowerPointInfo">
  <Version>Version1</Version>
  <RequiresSignIn>False</RequiresSignIn>
</EsriMapsInfo>
</file>

<file path=customXml/item32.xml><?xml version="1.0" encoding="utf-8"?>
<EsriMapsInfo xmlns="ESRI.ArcGIS.Mapping.OfficeIntegration.PowerPointInfo">
  <Version>Version1</Version>
  <RequiresSignIn>False</RequiresSignIn>
</EsriMapsInfo>
</file>

<file path=customXml/item33.xml><?xml version="1.0" encoding="utf-8"?>
<EsriMapsInfo xmlns="ESRI.ArcGIS.Mapping.OfficeIntegration.PowerPointInfo">
  <Version>Version1</Version>
  <RequiresSignIn>False</RequiresSignIn>
</EsriMapsInfo>
</file>

<file path=customXml/item34.xml><?xml version="1.0" encoding="utf-8"?>
<EsriMapsInfo xmlns="ESRI.ArcGIS.Mapping.OfficeIntegration.PowerPointInfo">
  <Version>Version1</Version>
  <RequiresSignIn>False</RequiresSignIn>
</EsriMapsInfo>
</file>

<file path=customXml/item35.xml><?xml version="1.0" encoding="utf-8"?>
<EsriMapsInfo xmlns="ESRI.ArcGIS.Mapping.OfficeIntegration.PowerPointInfo">
  <Version>Version1</Version>
  <RequiresSignIn>False</RequiresSignIn>
</EsriMapsInfo>
</file>

<file path=customXml/item36.xml><?xml version="1.0" encoding="utf-8"?>
<EsriMapsInfo xmlns="ESRI.ArcGIS.Mapping.OfficeIntegration.PowerPointInfo">
  <Version>Version1</Version>
  <RequiresSignIn>False</RequiresSignIn>
</EsriMapsInfo>
</file>

<file path=customXml/item37.xml><?xml version="1.0" encoding="utf-8"?>
<EsriMapsInfo xmlns="ESRI.ArcGIS.Mapping.OfficeIntegration.PowerPointInfo">
  <Version>Version1</Version>
  <RequiresSignIn>False</RequiresSignIn>
</EsriMapsInfo>
</file>

<file path=customXml/item38.xml><?xml version="1.0" encoding="utf-8"?>
<EsriMapsInfo xmlns="ESRI.ArcGIS.Mapping.OfficeIntegration.PowerPointInfo">
  <Version>Version1</Version>
  <RequiresSignIn>False</RequiresSignIn>
</EsriMapsInfo>
</file>

<file path=customXml/item39.xml><?xml version="1.0" encoding="utf-8"?>
<EsriMapsInfo xmlns="ESRI.ArcGIS.Mapping.OfficeIntegration.PowerPointInfo">
  <Version>Version1</Version>
  <RequiresSignIn>False</RequiresSignIn>
</EsriMapsInfo>
</file>

<file path=customXml/item40.xml><?xml version="1.0" encoding="utf-8"?>
<EsriMapsInfo xmlns="ESRI.ArcGIS.Mapping.OfficeIntegration.PowerPointInfo">
  <Version>Version1</Version>
  <RequiresSignIn>False</RequiresSignIn>
</EsriMapsInfo>
</file>

<file path=customXml/item41.xml><?xml version="1.0" encoding="utf-8"?>
<EsriMapsInfo xmlns="ESRI.ArcGIS.Mapping.OfficeIntegration.PowerPointInfo">
  <Version>Version1</Version>
  <RequiresSignIn>False</RequiresSignIn>
</EsriMapsInfo>
</file>

<file path=customXml/item42.xml><?xml version="1.0" encoding="utf-8"?>
<EsriMapsInfo xmlns="ESRI.ArcGIS.Mapping.OfficeIntegration.PowerPointInfo">
  <Version>Version1</Version>
  <RequiresSignIn>False</RequiresSignIn>
</EsriMapsInfo>
</file>

<file path=customXml/item43.xml><?xml version="1.0" encoding="utf-8"?>
<EsriMapsInfo xmlns="ESRI.ArcGIS.Mapping.OfficeIntegration.PowerPointInfo">
  <Version>Version1</Version>
  <RequiresSignIn>False</RequiresSignIn>
</EsriMapsInfo>
</file>

<file path=customXml/item44.xml><?xml version="1.0" encoding="utf-8"?>
<EsriMapsInfo xmlns="ESRI.ArcGIS.Mapping.OfficeIntegration.PowerPointInfo">
  <Version>Version1</Version>
  <RequiresSignIn>False</RequiresSignIn>
</EsriMapsInfo>
</file>

<file path=customXml/item45.xml><?xml version="1.0" encoding="utf-8"?>
<EsriMapsInfo xmlns="ESRI.ArcGIS.Mapping.OfficeIntegration.PowerPointInfo">
  <Version>Version1</Version>
  <RequiresSignIn>False</RequiresSignIn>
</EsriMapsInfo>
</file>

<file path=customXml/item46.xml><?xml version="1.0" encoding="utf-8"?>
<EsriMapsInfo xmlns="ESRI.ArcGIS.Mapping.OfficeIntegration.PowerPointInfo">
  <Version>Version1</Version>
  <RequiresSignIn>False</RequiresSignIn>
</EsriMapsInfo>
</file>

<file path=customXml/item47.xml><?xml version="1.0" encoding="utf-8"?>
<EsriMapsInfo xmlns="ESRI.ArcGIS.Mapping.OfficeIntegration.PowerPointInfo">
  <Version>Version1</Version>
  <RequiresSignIn>False</RequiresSignIn>
</EsriMapsInfo>
</file>

<file path=customXml/item48.xml><?xml version="1.0" encoding="utf-8"?>
<EsriMapsInfo xmlns="ESRI.ArcGIS.Mapping.OfficeIntegration.PowerPointInfo">
  <Version>Version1</Version>
  <RequiresSignIn>False</RequiresSignIn>
</EsriMapsInfo>
</file>

<file path=customXml/item49.xml><?xml version="1.0" encoding="utf-8"?>
<p:properties xmlns:p="http://schemas.microsoft.com/office/2006/metadata/properties" xmlns:xsi="http://www.w3.org/2001/XMLSchema-instance" xmlns:pc="http://schemas.microsoft.com/office/infopath/2007/PartnerControls">
  <documentManagement>
    <lcf76f155ced4ddcb4097134ff3c332f xmlns="259101c1-9551-4334-b989-73056c36b22d">
      <Terms xmlns="http://schemas.microsoft.com/office/infopath/2007/PartnerControls"/>
    </lcf76f155ced4ddcb4097134ff3c332f>
    <TaxCatchAll xmlns="3a1bded6-fae6-4339-abbb-8f6b8b0f3251" xsi:nil="true"/>
    <SharedWithUsers xmlns="3a1bded6-fae6-4339-abbb-8f6b8b0f3251">
      <UserInfo>
        <DisplayName/>
        <AccountId xsi:nil="true"/>
        <AccountType/>
      </UserInfo>
    </SharedWithUsers>
  </documentManagement>
</p:properties>
</file>

<file path=customXml/item50.xml><?xml version="1.0" encoding="utf-8"?>
<EsriMapsInfo xmlns="ESRI.ArcGIS.Mapping.OfficeIntegration.PowerPointInfo">
  <Version>Version1</Version>
  <RequiresSignIn>False</RequiresSignIn>
</EsriMapsInfo>
</file>

<file path=customXml/item51.xml><?xml version="1.0" encoding="utf-8"?>
<EsriMapsInfo xmlns="ESRI.ArcGIS.Mapping.OfficeIntegration.PowerPointInfo">
  <Version>Version1</Version>
  <RequiresSignIn>False</RequiresSignIn>
</EsriMapsInfo>
</file>

<file path=customXml/item52.xml><?xml version="1.0" encoding="utf-8"?>
<EsriMapsInfo xmlns="ESRI.ArcGIS.Mapping.OfficeIntegration.PowerPointInfo">
  <Version>Version1</Version>
  <RequiresSignIn>False</RequiresSignIn>
</EsriMapsInfo>
</file>

<file path=customXml/item53.xml><?xml version="1.0" encoding="utf-8"?>
<EsriMapsInfo xmlns="ESRI.ArcGIS.Mapping.OfficeIntegration.PowerPointInfo">
  <Version>Version1</Version>
  <RequiresSignIn>False</RequiresSignIn>
</EsriMapsInfo>
</file>

<file path=customXml/item54.xml><?xml version="1.0" encoding="utf-8"?>
<EsriMapsInfo xmlns="ESRI.ArcGIS.Mapping.OfficeIntegration.PowerPointInfo">
  <Version>Version1</Version>
  <RequiresSignIn>False</RequiresSignIn>
</EsriMapsInfo>
</file>

<file path=customXml/item55.xml><?xml version="1.0" encoding="utf-8"?>
<EsriMapsInfo xmlns="ESRI.ArcGIS.Mapping.OfficeIntegration.PowerPointInfo">
  <Version>Version1</Version>
  <RequiresSignIn>False</RequiresSignIn>
</EsriMapsInfo>
</file>

<file path=customXml/item56.xml><?xml version="1.0" encoding="utf-8"?>
<EsriMapsInfo xmlns="ESRI.ArcGIS.Mapping.OfficeIntegration.PowerPointInfo">
  <Version>Version1</Version>
  <RequiresSignIn>False</RequiresSignIn>
</EsriMapsInfo>
</file>

<file path=customXml/item57.xml><?xml version="1.0" encoding="utf-8"?>
<EsriMapsInfo xmlns="ESRI.ArcGIS.Mapping.OfficeIntegration.PowerPointInfo">
  <Version>Version1</Version>
  <RequiresSignIn>False</RequiresSignIn>
</EsriMapsInfo>
</file>

<file path=customXml/item58.xml><?xml version="1.0" encoding="utf-8"?>
<EsriMapsInfo xmlns="ESRI.ArcGIS.Mapping.OfficeIntegration.PowerPointInfo">
  <Version>Version1</Version>
  <RequiresSignIn>False</RequiresSignIn>
</EsriMapsInfo>
</file>

<file path=customXml/item59.xml><?xml version="1.0" encoding="utf-8"?>
<EsriMapsInfo xmlns="ESRI.ArcGIS.Mapping.OfficeIntegration.PowerPointInfo">
  <Version>Version1</Version>
  <RequiresSignIn>False</RequiresSignIn>
</EsriMapsInfo>
</file>

<file path=customXml/item60.xml><?xml version="1.0" encoding="utf-8"?>
<EsriMapsInfo xmlns="ESRI.ArcGIS.Mapping.OfficeIntegration.PowerPointInfo">
  <Version>Version1</Version>
  <RequiresSignIn>False</RequiresSignIn>
</EsriMapsInfo>
</file>

<file path=customXml/item61.xml><?xml version="1.0" encoding="utf-8"?>
<EsriMapsInfo xmlns="ESRI.ArcGIS.Mapping.OfficeIntegration.PowerPointInfo">
  <Version>Version1</Version>
  <RequiresSignIn>False</RequiresSignIn>
</EsriMapsInfo>
</file>

<file path=customXml/item62.xml><?xml version="1.0" encoding="utf-8"?>
<EsriMapsInfo xmlns="ESRI.ArcGIS.Mapping.OfficeIntegration.PowerPointInfo">
  <Version>Version1</Version>
  <RequiresSignIn>False</RequiresSignIn>
</EsriMapsInfo>
</file>

<file path=customXml/item63.xml><?xml version="1.0" encoding="utf-8"?>
<EsriMapsInfo xmlns="ESRI.ArcGIS.Mapping.OfficeIntegration.PowerPointInfo">
  <Version>Version1</Version>
  <RequiresSignIn>False</RequiresSignIn>
</EsriMapsInfo>
</file>

<file path=customXml/item64.xml><?xml version="1.0" encoding="utf-8"?>
<EsriMapsInfo xmlns="ESRI.ArcGIS.Mapping.OfficeIntegration.PowerPointInfo">
  <Version>Version1</Version>
  <RequiresSignIn>False</RequiresSignIn>
</EsriMapsInfo>
</file>

<file path=customXml/item65.xml><?xml version="1.0" encoding="utf-8"?>
<EsriMapsInfo xmlns="ESRI.ArcGIS.Mapping.OfficeIntegration.PowerPointInfo">
  <Version>Version1</Version>
  <RequiresSignIn>False</RequiresSignIn>
</EsriMapsInfo>
</file>

<file path=customXml/item66.xml><?xml version="1.0" encoding="utf-8"?>
<EsriMapsInfo xmlns="ESRI.ArcGIS.Mapping.OfficeIntegration.PowerPointInfo">
  <Version>Version1</Version>
  <RequiresSignIn>False</RequiresSignIn>
</EsriMapsInfo>
</file>

<file path=customXml/item67.xml><?xml version="1.0" encoding="utf-8"?>
<EsriMapsInfo xmlns="ESRI.ArcGIS.Mapping.OfficeIntegration.PowerPointInfo">
  <Version>Version1</Version>
  <RequiresSignIn>False</RequiresSignIn>
</EsriMapsInfo>
</file>

<file path=customXml/item68.xml><?xml version="1.0" encoding="utf-8"?>
<EsriMapsInfo xmlns="ESRI.ArcGIS.Mapping.OfficeIntegration.PowerPointInfo">
  <Version>Version1</Version>
  <RequiresSignIn>False</RequiresSignIn>
</EsriMapsInfo>
</file>

<file path=customXml/item69.xml><?xml version="1.0" encoding="utf-8"?>
<EsriMapsInfo xmlns="ESRI.ArcGIS.Mapping.OfficeIntegration.PowerPointInfo">
  <Version>Version1</Version>
  <RequiresSignIn>False</RequiresSignIn>
</EsriMapsInfo>
</file>

<file path=customXml/item70.xml><?xml version="1.0" encoding="utf-8"?>
<EsriMapsInfo xmlns="ESRI.ArcGIS.Mapping.OfficeIntegration.PowerPointInfo">
  <Version>Version1</Version>
  <RequiresSignIn>False</RequiresSignIn>
</EsriMapsInfo>
</file>

<file path=customXml/item71.xml><?xml version="1.0" encoding="utf-8"?>
<EsriMapsInfo xmlns="ESRI.ArcGIS.Mapping.OfficeIntegration.PowerPointInfo">
  <Version>Version1</Version>
  <RequiresSignIn>False</RequiresSignIn>
</EsriMapsInfo>
</file>

<file path=customXml/item72.xml><?xml version="1.0" encoding="utf-8"?>
<EsriMapsInfo xmlns="ESRI.ArcGIS.Mapping.OfficeIntegration.PowerPointInfo">
  <Version>Version1</Version>
  <RequiresSignIn>False</RequiresSignIn>
</EsriMapsInfo>
</file>

<file path=customXml/item73.xml><?xml version="1.0" encoding="utf-8"?>
<EsriMapsInfo xmlns="ESRI.ArcGIS.Mapping.OfficeIntegration.PowerPointInfo">
  <Version>Version1</Version>
  <RequiresSignIn>False</RequiresSignIn>
</EsriMapsInfo>
</file>

<file path=customXml/item74.xml><?xml version="1.0" encoding="utf-8"?>
<EsriMapsInfo xmlns="ESRI.ArcGIS.Mapping.OfficeIntegration.PowerPointInfo">
  <Version>Version1</Version>
  <RequiresSignIn>False</RequiresSignIn>
</EsriMapsInfo>
</file>

<file path=customXml/item75.xml><?xml version="1.0" encoding="utf-8"?>
<EsriMapsInfo xmlns="ESRI.ArcGIS.Mapping.OfficeIntegration.PowerPointInfo">
  <Version>Version1</Version>
  <RequiresSignIn>False</RequiresSignIn>
</EsriMapsInfo>
</file>

<file path=customXml/item76.xml><?xml version="1.0" encoding="utf-8"?>
<EsriMapsInfo xmlns="ESRI.ArcGIS.Mapping.OfficeIntegration.PowerPointInfo">
  <Version>Version1</Version>
  <RequiresSignIn>False</RequiresSignIn>
</EsriMapsInfo>
</file>

<file path=customXml/item77.xml><?xml version="1.0" encoding="utf-8"?>
<EsriMapsInfo xmlns="ESRI.ArcGIS.Mapping.OfficeIntegration.PowerPointInfo">
  <Version>Version1</Version>
  <RequiresSignIn>False</RequiresSignIn>
</EsriMapsInfo>
</file>

<file path=customXml/item78.xml><?xml version="1.0" encoding="utf-8"?>
<EsriMapsInfo xmlns="ESRI.ArcGIS.Mapping.OfficeIntegration.PowerPointInfo">
  <Version>Version1</Version>
  <RequiresSignIn>False</RequiresSignIn>
</EsriMapsInfo>
</file>

<file path=customXml/item79.xml><?xml version="1.0" encoding="utf-8"?>
<EsriMapsInfo xmlns="ESRI.ArcGIS.Mapping.OfficeIntegration.PowerPointInfo">
  <Version>Version1</Version>
  <RequiresSignIn>False</RequiresSignIn>
</EsriMapsInfo>
</file>

<file path=customXml/item80.xml><?xml version="1.0" encoding="utf-8"?>
<EsriMapsInfo xmlns="ESRI.ArcGIS.Mapping.OfficeIntegration.PowerPointInfo">
  <Version>Version1</Version>
  <RequiresSignIn>False</RequiresSignIn>
</EsriMapsInfo>
</file>

<file path=customXml/item81.xml><?xml version="1.0" encoding="utf-8"?>
<EsriMapsInfo xmlns="ESRI.ArcGIS.Mapping.OfficeIntegration.PowerPointInfo">
  <Version>Version1</Version>
  <RequiresSignIn>False</RequiresSignIn>
</EsriMapsInfo>
</file>

<file path=customXml/item82.xml><?xml version="1.0" encoding="utf-8"?>
<EsriMapsInfo xmlns="ESRI.ArcGIS.Mapping.OfficeIntegration.PowerPointInfo">
  <Version>Version1</Version>
  <RequiresSignIn>False</RequiresSignIn>
</EsriMapsInfo>
</file>

<file path=customXml/item83.xml><?xml version="1.0" encoding="utf-8"?>
<EsriMapsInfo xmlns="ESRI.ArcGIS.Mapping.OfficeIntegration.PowerPointInfo">
  <Version>Version1</Version>
  <RequiresSignIn>False</RequiresSignIn>
</EsriMapsInfo>
</file>

<file path=customXml/item84.xml><?xml version="1.0" encoding="utf-8"?>
<EsriMapsInfo xmlns="ESRI.ArcGIS.Mapping.OfficeIntegration.PowerPointInfo">
  <Version>Version1</Version>
  <RequiresSignIn>False</RequiresSignIn>
</EsriMapsInfo>
</file>

<file path=customXml/item85.xml><?xml version="1.0" encoding="utf-8"?>
<EsriMapsInfo xmlns="ESRI.ArcGIS.Mapping.OfficeIntegration.PowerPointInfo">
  <Version>Version1</Version>
  <RequiresSignIn>False</RequiresSignIn>
</EsriMapsInfo>
</file>

<file path=customXml/item86.xml><?xml version="1.0" encoding="utf-8"?>
<EsriMapsInfo xmlns="ESRI.ArcGIS.Mapping.OfficeIntegration.PowerPointInfo">
  <Version>Version1</Version>
  <RequiresSignIn>False</RequiresSignIn>
</EsriMapsInfo>
</file>

<file path=customXml/item87.xml><?xml version="1.0" encoding="utf-8"?>
<EsriMapsInfo xmlns="ESRI.ArcGIS.Mapping.OfficeIntegration.PowerPointInfo">
  <Version>Version1</Version>
  <RequiresSignIn>False</RequiresSignIn>
</EsriMapsInfo>
</file>

<file path=customXml/item88.xml><?xml version="1.0" encoding="utf-8"?>
<EsriMapsInfo xmlns="ESRI.ArcGIS.Mapping.OfficeIntegration.PowerPointInfo">
  <Version>Version1</Version>
  <RequiresSignIn>False</RequiresSignIn>
</EsriMapsInfo>
</file>

<file path=customXml/item89.xml><?xml version="1.0" encoding="utf-8"?>
<EsriMapsInfo xmlns="ESRI.ArcGIS.Mapping.OfficeIntegration.PowerPointInfo">
  <Version>Version1</Version>
  <RequiresSignIn>False</RequiresSignIn>
</EsriMapsInfo>
</file>

<file path=customXml/item90.xml><?xml version="1.0" encoding="utf-8"?>
<EsriMapsInfo xmlns="ESRI.ArcGIS.Mapping.OfficeIntegration.PowerPointInfo">
  <Version>Version1</Version>
  <RequiresSignIn>False</RequiresSignIn>
</EsriMapsInfo>
</file>

<file path=customXml/item91.xml><?xml version="1.0" encoding="utf-8"?>
<EsriMapsInfo xmlns="ESRI.ArcGIS.Mapping.OfficeIntegration.PowerPointInfo">
  <Version>Version1</Version>
  <RequiresSignIn>False</RequiresSignIn>
</EsriMapsInfo>
</file>

<file path=customXml/item92.xml><?xml version="1.0" encoding="utf-8"?>
<EsriMapsInfo xmlns="ESRI.ArcGIS.Mapping.OfficeIntegration.PowerPointInfo">
  <Version>Version1</Version>
  <RequiresSignIn>False</RequiresSignIn>
</EsriMapsInfo>
</file>

<file path=customXml/item93.xml><?xml version="1.0" encoding="utf-8"?>
<EsriMapsInfo xmlns="ESRI.ArcGIS.Mapping.OfficeIntegration.PowerPointInfo">
  <Version>Version1</Version>
  <RequiresSignIn>False</RequiresSignIn>
</EsriMapsInfo>
</file>

<file path=customXml/item94.xml><?xml version="1.0" encoding="utf-8"?>
<EsriMapsInfo xmlns="ESRI.ArcGIS.Mapping.OfficeIntegration.PowerPointInfo">
  <Version>Version1</Version>
  <RequiresSignIn>False</RequiresSignIn>
</EsriMapsInfo>
</file>

<file path=customXml/item95.xml><?xml version="1.0" encoding="utf-8"?>
<EsriMapsInfo xmlns="ESRI.ArcGIS.Mapping.OfficeIntegration.PowerPointInfo">
  <Version>Version1</Version>
  <RequiresSignIn>False</RequiresSignIn>
</EsriMapsInfo>
</file>

<file path=customXml/item96.xml><?xml version="1.0" encoding="utf-8"?>
<EsriMapsInfo xmlns="ESRI.ArcGIS.Mapping.OfficeIntegration.PowerPointInfo">
  <Version>Version1</Version>
  <RequiresSignIn>False</RequiresSignIn>
</EsriMapsInfo>
</file>

<file path=customXml/item97.xml><?xml version="1.0" encoding="utf-8"?>
<EsriMapsInfo xmlns="ESRI.ArcGIS.Mapping.OfficeIntegration.PowerPointInfo">
  <Version>Version1</Version>
  <RequiresSignIn>False</RequiresSignIn>
</EsriMapsInfo>
</file>

<file path=customXml/item98.xml><?xml version="1.0" encoding="utf-8"?>
<EsriMapsInfo xmlns="ESRI.ArcGIS.Mapping.OfficeIntegration.PowerPointInfo">
  <Version>Version1</Version>
  <RequiresSignIn>False</RequiresSignIn>
</EsriMapsInfo>
</file>

<file path=customXml/item99.xml><?xml version="1.0" encoding="utf-8"?>
<EsriMapsInfo xmlns="ESRI.ArcGIS.Mapping.OfficeIntegration.PowerPointInfo">
  <Version>Version1</Version>
  <RequiresSignIn>False</RequiresSignIn>
</EsriMapsInfo>
</file>

<file path=customXml/item100.xml><?xml version="1.0" encoding="utf-8"?>
<EsriMapsInfo xmlns="ESRI.ArcGIS.Mapping.OfficeIntegration.PowerPointInfo">
  <Version>Version1</Version>
  <RequiresSignIn>False</RequiresSignIn>
</EsriMapsInfo>
</file>

<file path=customXml/item101.xml><?xml version="1.0" encoding="utf-8"?>
<EsriMapsInfo xmlns="ESRI.ArcGIS.Mapping.OfficeIntegration.PowerPointInfo">
  <Version>Version1</Version>
  <RequiresSignIn>False</RequiresSignIn>
</EsriMapsInfo>
</file>

<file path=customXml/item102.xml><?xml version="1.0" encoding="utf-8"?>
<EsriMapsInfo xmlns="ESRI.ArcGIS.Mapping.OfficeIntegration.PowerPointInfo">
  <Version>Version1</Version>
  <RequiresSignIn>False</RequiresSignIn>
</EsriMapsInfo>
</file>

<file path=customXml/item103.xml><?xml version="1.0" encoding="utf-8"?>
<EsriMapsInfo xmlns="ESRI.ArcGIS.Mapping.OfficeIntegration.PowerPointInfo">
  <Version>Version1</Version>
  <RequiresSignIn>False</RequiresSignIn>
</EsriMapsInfo>
</file>

<file path=customXml/item104.xml><?xml version="1.0" encoding="utf-8"?>
<EsriMapsInfo xmlns="ESRI.ArcGIS.Mapping.OfficeIntegration.PowerPointInfo">
  <Version>Version1</Version>
  <RequiresSignIn>False</RequiresSignIn>
</EsriMapsInfo>
</file>

<file path=customXml/item105.xml><?xml version="1.0" encoding="utf-8"?>
<EsriMapsInfo xmlns="ESRI.ArcGIS.Mapping.OfficeIntegration.PowerPointInfo">
  <Version>Version1</Version>
  <RequiresSignIn>False</RequiresSignIn>
</EsriMapsInfo>
</file>

<file path=customXml/item106.xml><?xml version="1.0" encoding="utf-8"?>
<EsriMapsInfo xmlns="ESRI.ArcGIS.Mapping.OfficeIntegration.PowerPointInfo">
  <Version>Version1</Version>
  <RequiresSignIn>False</RequiresSignIn>
</EsriMapsInfo>
</file>

<file path=customXml/item107.xml><?xml version="1.0" encoding="utf-8"?>
<EsriMapsInfo xmlns="ESRI.ArcGIS.Mapping.OfficeIntegration.PowerPointInfo">
  <Version>Version1</Version>
  <RequiresSignIn>False</RequiresSignIn>
</EsriMapsInfo>
</file>

<file path=customXml/item108.xml><?xml version="1.0" encoding="utf-8"?>
<EsriMapsInfo xmlns="ESRI.ArcGIS.Mapping.OfficeIntegration.PowerPointInfo">
  <Version>Version1</Version>
  <RequiresSignIn>False</RequiresSignIn>
</EsriMapsInfo>
</file>

<file path=customXml/item109.xml><?xml version="1.0" encoding="utf-8"?>
<EsriMapsInfo xmlns="ESRI.ArcGIS.Mapping.OfficeIntegration.PowerPointInfo">
  <Version>Version1</Version>
  <RequiresSignIn>False</RequiresSignIn>
</EsriMapsInfo>
</file>

<file path=customXml/item110.xml><?xml version="1.0" encoding="utf-8"?>
<EsriMapsInfo xmlns="ESRI.ArcGIS.Mapping.OfficeIntegration.PowerPointInfo">
  <Version>Version1</Version>
  <RequiresSignIn>False</RequiresSignIn>
</EsriMapsInfo>
</file>

<file path=customXml/item111.xml><?xml version="1.0" encoding="utf-8"?>
<EsriMapsInfo xmlns="ESRI.ArcGIS.Mapping.OfficeIntegration.PowerPointInfo">
  <Version>Version1</Version>
  <RequiresSignIn>False</RequiresSignIn>
</EsriMapsInfo>
</file>

<file path=customXml/item112.xml><?xml version="1.0" encoding="utf-8"?>
<EsriMapsInfo xmlns="ESRI.ArcGIS.Mapping.OfficeIntegration.PowerPointInfo">
  <Version>Version1</Version>
  <RequiresSignIn>False</RequiresSignIn>
</EsriMapsInfo>
</file>

<file path=customXml/item113.xml><?xml version="1.0" encoding="utf-8"?>
<EsriMapsInfo xmlns="ESRI.ArcGIS.Mapping.OfficeIntegration.PowerPointInfo">
  <Version>Version1</Version>
  <RequiresSignIn>False</RequiresSignIn>
</EsriMapsInfo>
</file>

<file path=customXml/item114.xml><?xml version="1.0" encoding="utf-8"?>
<EsriMapsInfo xmlns="ESRI.ArcGIS.Mapping.OfficeIntegration.PowerPointInfo">
  <Version>Version1</Version>
  <RequiresSignIn>False</RequiresSignIn>
</EsriMapsInfo>
</file>

<file path=customXml/item115.xml><?xml version="1.0" encoding="utf-8"?>
<EsriMapsInfo xmlns="ESRI.ArcGIS.Mapping.OfficeIntegration.PowerPointInfo">
  <Version>Version1</Version>
  <RequiresSignIn>False</RequiresSignIn>
</EsriMapsInfo>
</file>

<file path=customXml/item116.xml><?xml version="1.0" encoding="utf-8"?>
<EsriMapsInfo xmlns="ESRI.ArcGIS.Mapping.OfficeIntegration.PowerPointInfo">
  <Version>Version1</Version>
  <RequiresSignIn>False</RequiresSignIn>
</EsriMapsInfo>
</file>

<file path=customXml/item117.xml><?xml version="1.0" encoding="utf-8"?>
<EsriMapsInfo xmlns="ESRI.ArcGIS.Mapping.OfficeIntegration.PowerPointInfo">
  <Version>Version1</Version>
  <RequiresSignIn>False</RequiresSignIn>
</EsriMapsInfo>
</file>

<file path=customXml/item118.xml><?xml version="1.0" encoding="utf-8"?>
<EsriMapsInfo xmlns="ESRI.ArcGIS.Mapping.OfficeIntegration.PowerPointInfo">
  <Version>Version1</Version>
  <RequiresSignIn>False</RequiresSignIn>
</EsriMapsInfo>
</file>

<file path=customXml/item119.xml><?xml version="1.0" encoding="utf-8"?>
<EsriMapsInfo xmlns="ESRI.ArcGIS.Mapping.OfficeIntegration.PowerPointInfo">
  <Version>Version1</Version>
  <RequiresSignIn>False</RequiresSignIn>
</EsriMapsInfo>
</file>

<file path=customXml/item120.xml><?xml version="1.0" encoding="utf-8"?>
<EsriMapsInfo xmlns="ESRI.ArcGIS.Mapping.OfficeIntegration.PowerPointInfo">
  <Version>Version1</Version>
  <RequiresSignIn>False</RequiresSignIn>
</EsriMapsInfo>
</file>

<file path=customXml/item121.xml><?xml version="1.0" encoding="utf-8"?>
<EsriMapsInfo xmlns="ESRI.ArcGIS.Mapping.OfficeIntegration.PowerPointInfo">
  <Version>Version1</Version>
  <RequiresSignIn>False</RequiresSignIn>
</EsriMapsInfo>
</file>

<file path=customXml/item122.xml><?xml version="1.0" encoding="utf-8"?>
<EsriMapsInfo xmlns="ESRI.ArcGIS.Mapping.OfficeIntegration.PowerPointInfo">
  <Version>Version1</Version>
  <RequiresSignIn>False</RequiresSignIn>
</EsriMapsInfo>
</file>

<file path=customXml/item123.xml><?xml version="1.0" encoding="utf-8"?>
<EsriMapsInfo xmlns="ESRI.ArcGIS.Mapping.OfficeIntegration.PowerPointInfo">
  <Version>Version1</Version>
  <RequiresSignIn>False</RequiresSignIn>
</EsriMapsInfo>
</file>

<file path=customXml/item124.xml><?xml version="1.0" encoding="utf-8"?>
<EsriMapsInfo xmlns="ESRI.ArcGIS.Mapping.OfficeIntegration.PowerPointInfo">
  <Version>Version1</Version>
  <RequiresSignIn>False</RequiresSignIn>
</EsriMapsInfo>
</file>

<file path=customXml/item125.xml><?xml version="1.0" encoding="utf-8"?>
<EsriMapsInfo xmlns="ESRI.ArcGIS.Mapping.OfficeIntegration.PowerPointInfo">
  <Version>Version1</Version>
  <RequiresSignIn>False</RequiresSignIn>
</EsriMapsInfo>
</file>

<file path=customXml/item126.xml><?xml version="1.0" encoding="utf-8"?>
<EsriMapsInfo xmlns="ESRI.ArcGIS.Mapping.OfficeIntegration.PowerPointInfo">
  <Version>Version1</Version>
  <RequiresSignIn>False</RequiresSignIn>
</EsriMapsInfo>
</file>

<file path=customXml/item127.xml><?xml version="1.0" encoding="utf-8"?>
<EsriMapsInfo xmlns="ESRI.ArcGIS.Mapping.OfficeIntegration.PowerPointInfo">
  <Version>Version1</Version>
  <RequiresSignIn>False</RequiresSignIn>
</EsriMapsInfo>
</file>

<file path=customXml/item128.xml><?xml version="1.0" encoding="utf-8"?>
<EsriMapsInfo xmlns="ESRI.ArcGIS.Mapping.OfficeIntegration.PowerPointInfo">
  <Version>Version1</Version>
  <RequiresSignIn>False</RequiresSignIn>
</EsriMapsInfo>
</file>

<file path=customXml/item129.xml><?xml version="1.0" encoding="utf-8"?>
<EsriMapsInfo xmlns="ESRI.ArcGIS.Mapping.OfficeIntegration.PowerPointInfo">
  <Version>Version1</Version>
  <RequiresSignIn>False</RequiresSignIn>
</EsriMapsInfo>
</file>

<file path=customXml/item130.xml><?xml version="1.0" encoding="utf-8"?>
<EsriMapsInfo xmlns="ESRI.ArcGIS.Mapping.OfficeIntegration.PowerPointInfo">
  <Version>Version1</Version>
  <RequiresSignIn>False</RequiresSignIn>
</EsriMapsInfo>
</file>

<file path=customXml/item131.xml><?xml version="1.0" encoding="utf-8"?>
<EsriMapsInfo xmlns="ESRI.ArcGIS.Mapping.OfficeIntegration.PowerPointInfo">
  <Version>Version1</Version>
  <RequiresSignIn>False</RequiresSignIn>
</EsriMapsInfo>
</file>

<file path=customXml/item132.xml><?xml version="1.0" encoding="utf-8"?>
<EsriMapsInfo xmlns="ESRI.ArcGIS.Mapping.OfficeIntegration.PowerPointInfo">
  <Version>Version1</Version>
  <RequiresSignIn>False</RequiresSignIn>
</EsriMapsInfo>
</file>

<file path=customXml/item133.xml><?xml version="1.0" encoding="utf-8"?>
<EsriMapsInfo xmlns="ESRI.ArcGIS.Mapping.OfficeIntegration.PowerPointInfo">
  <Version>Version1</Version>
  <RequiresSignIn>False</RequiresSignIn>
</EsriMapsInfo>
</file>

<file path=customXml/item134.xml><?xml version="1.0" encoding="utf-8"?>
<EsriMapsInfo xmlns="ESRI.ArcGIS.Mapping.OfficeIntegration.PowerPointInfo">
  <Version>Version1</Version>
  <RequiresSignIn>False</RequiresSignIn>
</EsriMapsInfo>
</file>

<file path=customXml/item135.xml><?xml version="1.0" encoding="utf-8"?>
<EsriMapsInfo xmlns="ESRI.ArcGIS.Mapping.OfficeIntegration.PowerPointInfo">
  <Version>Version1</Version>
  <RequiresSignIn>False</RequiresSignIn>
</EsriMapsInfo>
</file>

<file path=customXml/item136.xml><?xml version="1.0" encoding="utf-8"?>
<EsriMapsInfo xmlns="ESRI.ArcGIS.Mapping.OfficeIntegration.PowerPointInfo">
  <Version>Version1</Version>
  <RequiresSignIn>False</RequiresSignIn>
</EsriMapsInfo>
</file>

<file path=customXml/item137.xml><?xml version="1.0" encoding="utf-8"?>
<ct:contentTypeSchema xmlns:ct="http://schemas.microsoft.com/office/2006/metadata/contentType" xmlns:ma="http://schemas.microsoft.com/office/2006/metadata/properties/metaAttributes" ct:_="" ma:_="" ma:contentTypeName="Document" ma:contentTypeID="0x0101007193871696CE0D4E9777966764AC6492" ma:contentTypeVersion="18" ma:contentTypeDescription="Create a new document." ma:contentTypeScope="" ma:versionID="7ec0389f65529977eaa213a99400326b">
  <xsd:schema xmlns:xsd="http://www.w3.org/2001/XMLSchema" xmlns:xs="http://www.w3.org/2001/XMLSchema" xmlns:p="http://schemas.microsoft.com/office/2006/metadata/properties" xmlns:ns2="259101c1-9551-4334-b989-73056c36b22d" xmlns:ns3="3a1bded6-fae6-4339-abbb-8f6b8b0f3251" targetNamespace="http://schemas.microsoft.com/office/2006/metadata/properties" ma:root="true" ma:fieldsID="b0e5ca86d2d44d5636dc56763c6e1caa" ns2:_="" ns3:_="">
    <xsd:import namespace="259101c1-9551-4334-b989-73056c36b22d"/>
    <xsd:import namespace="3a1bded6-fae6-4339-abbb-8f6b8b0f32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101c1-9551-4334-b989-73056c36b2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7638ff1-0913-4b5c-985b-9e2935e1b0f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1bded6-fae6-4339-abbb-8f6b8b0f3251"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134bc744-dfcd-411e-af6b-20ddb95ce7ca}" ma:internalName="TaxCatchAll" ma:showField="CatchAllData" ma:web="3a1bded6-fae6-4339-abbb-8f6b8b0f325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38.xml><?xml version="1.0" encoding="utf-8"?>
<EsriMapsInfo xmlns="ESRI.ArcGIS.Mapping.OfficeIntegration.PowerPointInfo">
  <Version>Version1</Version>
  <RequiresSignIn>False</RequiresSignIn>
</EsriMapsInfo>
</file>

<file path=customXml/item139.xml><?xml version="1.0" encoding="utf-8"?>
<EsriMapsInfo xmlns="ESRI.ArcGIS.Mapping.OfficeIntegration.PowerPointInfo">
  <Version>Version1</Version>
  <RequiresSignIn>False</RequiresSignIn>
</EsriMapsInfo>
</file>

<file path=customXml/item140.xml><?xml version="1.0" encoding="utf-8"?>
<EsriMapsInfo xmlns="ESRI.ArcGIS.Mapping.OfficeIntegration.PowerPointInfo">
  <Version>Version1</Version>
  <RequiresSignIn>False</RequiresSignIn>
</EsriMapsInfo>
</file>

<file path=customXml/item141.xml><?xml version="1.0" encoding="utf-8"?>
<EsriMapsInfo xmlns="ESRI.ArcGIS.Mapping.OfficeIntegration.PowerPointInfo">
  <Version>Version1</Version>
  <RequiresSignIn>False</RequiresSignIn>
</EsriMapsInfo>
</file>

<file path=customXml/item142.xml><?xml version="1.0" encoding="utf-8"?>
<EsriMapsInfo xmlns="ESRI.ArcGIS.Mapping.OfficeIntegration.PowerPointInfo">
  <Version>Version1</Version>
  <RequiresSignIn>False</RequiresSignIn>
</EsriMapsInfo>
</file>

<file path=customXml/item143.xml><?xml version="1.0" encoding="utf-8"?>
<EsriMapsInfo xmlns="ESRI.ArcGIS.Mapping.OfficeIntegration.PowerPointInfo">
  <Version>Version1</Version>
  <RequiresSignIn>False</RequiresSignIn>
</EsriMapsInfo>
</file>

<file path=customXml/item144.xml><?xml version="1.0" encoding="utf-8"?>
<EsriMapsInfo xmlns="ESRI.ArcGIS.Mapping.OfficeIntegration.PowerPointInfo">
  <Version>Version1</Version>
  <RequiresSignIn>False</RequiresSignIn>
</EsriMapsInfo>
</file>

<file path=customXml/item145.xml><?xml version="1.0" encoding="utf-8"?>
<EsriMapsInfo xmlns="ESRI.ArcGIS.Mapping.OfficeIntegration.PowerPointInfo">
  <Version>Version1</Version>
  <RequiresSignIn>False</RequiresSignIn>
</EsriMapsInfo>
</file>

<file path=customXml/item146.xml><?xml version="1.0" encoding="utf-8"?>
<EsriMapsInfo xmlns="ESRI.ArcGIS.Mapping.OfficeIntegration.PowerPointInfo">
  <Version>Version1</Version>
  <RequiresSignIn>False</RequiresSignIn>
</EsriMapsInfo>
</file>

<file path=customXml/item147.xml><?xml version="1.0" encoding="utf-8"?>
<EsriMapsInfo xmlns="ESRI.ArcGIS.Mapping.OfficeIntegration.PowerPointInfo">
  <Version>Version1</Version>
  <RequiresSignIn>False</RequiresSignIn>
</EsriMapsInfo>
</file>

<file path=customXml/item148.xml><?xml version="1.0" encoding="utf-8"?>
<EsriMapsInfo xmlns="ESRI.ArcGIS.Mapping.OfficeIntegration.PowerPointInfo">
  <Version>Version1</Version>
  <RequiresSignIn>False</RequiresSignIn>
</EsriMapsInfo>
</file>

<file path=customXml/item149.xml><?xml version="1.0" encoding="utf-8"?>
<EsriMapsInfo xmlns="ESRI.ArcGIS.Mapping.OfficeIntegration.PowerPointInfo">
  <Version>Version1</Version>
  <RequiresSignIn>False</RequiresSignIn>
</EsriMapsInfo>
</file>

<file path=customXml/item150.xml><?xml version="1.0" encoding="utf-8"?>
<EsriMapsInfo xmlns="ESRI.ArcGIS.Mapping.OfficeIntegration.PowerPointInfo">
  <Version>Version1</Version>
  <RequiresSignIn>False</RequiresSignIn>
</EsriMapsInfo>
</file>

<file path=customXml/item151.xml><?xml version="1.0" encoding="utf-8"?>
<EsriMapsInfo xmlns="ESRI.ArcGIS.Mapping.OfficeIntegration.PowerPointInfo">
  <Version>Version1</Version>
  <RequiresSignIn>False</RequiresSignIn>
</EsriMapsInfo>
</file>

<file path=customXml/item152.xml><?xml version="1.0" encoding="utf-8"?>
<EsriMapsInfo xmlns="ESRI.ArcGIS.Mapping.OfficeIntegration.PowerPointInfo">
  <Version>Version1</Version>
  <RequiresSignIn>False</RequiresSignIn>
</EsriMapsInfo>
</file>

<file path=customXml/item153.xml><?xml version="1.0" encoding="utf-8"?>
<EsriMapsInfo xmlns="ESRI.ArcGIS.Mapping.OfficeIntegration.PowerPointInfo">
  <Version>Version1</Version>
  <RequiresSignIn>False</RequiresSignIn>
</EsriMapsInfo>
</file>

<file path=customXml/item154.xml><?xml version="1.0" encoding="utf-8"?>
<EsriMapsInfo xmlns="ESRI.ArcGIS.Mapping.OfficeIntegration.PowerPointInfo">
  <Version>Version1</Version>
  <RequiresSignIn>False</RequiresSignIn>
</EsriMapsInfo>
</file>

<file path=customXml/item155.xml><?xml version="1.0" encoding="utf-8"?>
<EsriMapsInfo xmlns="ESRI.ArcGIS.Mapping.OfficeIntegration.PowerPointInfo">
  <Version>Version1</Version>
  <RequiresSignIn>False</RequiresSignIn>
</EsriMapsInfo>
</file>

<file path=customXml/item156.xml><?xml version="1.0" encoding="utf-8"?>
<EsriMapsInfo xmlns="ESRI.ArcGIS.Mapping.OfficeIntegration.PowerPointInfo">
  <Version>Version1</Version>
  <RequiresSignIn>False</RequiresSignIn>
</EsriMapsInfo>
</file>

<file path=customXml/item157.xml><?xml version="1.0" encoding="utf-8"?>
<EsriMapsInfo xmlns="ESRI.ArcGIS.Mapping.OfficeIntegration.PowerPointInfo">
  <Version>Version1</Version>
  <RequiresSignIn>False</RequiresSignIn>
</EsriMapsInfo>
</file>

<file path=customXml/item158.xml><?xml version="1.0" encoding="utf-8"?>
<EsriMapsInfo xmlns="ESRI.ArcGIS.Mapping.OfficeIntegration.PowerPointInfo">
  <Version>Version1</Version>
  <RequiresSignIn>False</RequiresSignIn>
</EsriMapsInfo>
</file>

<file path=customXml/item159.xml><?xml version="1.0" encoding="utf-8"?>
<EsriMapsInfo xmlns="ESRI.ArcGIS.Mapping.OfficeIntegration.PowerPointInfo">
  <Version>Version1</Version>
  <RequiresSignIn>False</RequiresSignIn>
</EsriMapsInfo>
</file>

<file path=customXml/item160.xml><?xml version="1.0" encoding="utf-8"?>
<EsriMapsInfo xmlns="ESRI.ArcGIS.Mapping.OfficeIntegration.PowerPointInfo">
  <Version>Version1</Version>
  <RequiresSignIn>False</RequiresSignIn>
</EsriMapsInfo>
</file>

<file path=customXml/item161.xml><?xml version="1.0" encoding="utf-8"?>
<EsriMapsInfo xmlns="ESRI.ArcGIS.Mapping.OfficeIntegration.PowerPointInfo">
  <Version>Version1</Version>
  <RequiresSignIn>False</RequiresSignIn>
</EsriMapsInfo>
</file>

<file path=customXml/item162.xml><?xml version="1.0" encoding="utf-8"?>
<EsriMapsInfo xmlns="ESRI.ArcGIS.Mapping.OfficeIntegration.PowerPointInfo">
  <Version>Version1</Version>
  <RequiresSignIn>False</RequiresSignIn>
</EsriMapsInfo>
</file>

<file path=customXml/item163.xml><?xml version="1.0" encoding="utf-8"?>
<EsriMapsInfo xmlns="ESRI.ArcGIS.Mapping.OfficeIntegration.PowerPointInfo">
  <Version>Version1</Version>
  <RequiresSignIn>False</RequiresSignIn>
</EsriMapsInfo>
</file>

<file path=customXml/item164.xml><?xml version="1.0" encoding="utf-8"?>
<EsriMapsInfo xmlns="ESRI.ArcGIS.Mapping.OfficeIntegration.PowerPointInfo">
  <Version>Version1</Version>
  <RequiresSignIn>False</RequiresSignIn>
</EsriMapsInfo>
</file>

<file path=customXml/item165.xml><?xml version="1.0" encoding="utf-8"?>
<EsriMapsInfo xmlns="ESRI.ArcGIS.Mapping.OfficeIntegration.PowerPointInfo">
  <Version>Version1</Version>
  <RequiresSignIn>False</RequiresSignIn>
</EsriMapsInfo>
</file>

<file path=customXml/item166.xml><?xml version="1.0" encoding="utf-8"?>
<EsriMapsInfo xmlns="ESRI.ArcGIS.Mapping.OfficeIntegration.PowerPointInfo">
  <Version>Version1</Version>
  <RequiresSignIn>False</RequiresSignIn>
</EsriMapsInfo>
</file>

<file path=customXml/item167.xml><?xml version="1.0" encoding="utf-8"?>
<EsriMapsInfo xmlns="ESRI.ArcGIS.Mapping.OfficeIntegration.PowerPointInfo">
  <Version>Version1</Version>
  <RequiresSignIn>False</RequiresSignIn>
</EsriMapsInfo>
</file>

<file path=customXml/item168.xml><?xml version="1.0" encoding="utf-8"?>
<EsriMapsInfo xmlns="ESRI.ArcGIS.Mapping.OfficeIntegration.PowerPointInfo">
  <Version>Version1</Version>
  <RequiresSignIn>False</RequiresSignIn>
</EsriMapsInfo>
</file>

<file path=customXml/item169.xml><?xml version="1.0" encoding="utf-8"?>
<EsriMapsInfo xmlns="ESRI.ArcGIS.Mapping.OfficeIntegration.PowerPointInfo">
  <Version>Version1</Version>
  <RequiresSignIn>False</RequiresSignIn>
</EsriMapsInfo>
</file>

<file path=customXml/item170.xml><?xml version="1.0" encoding="utf-8"?>
<EsriMapsInfo xmlns="ESRI.ArcGIS.Mapping.OfficeIntegration.PowerPointInfo">
  <Version>Version1</Version>
  <RequiresSignIn>False</RequiresSignIn>
</EsriMapsInfo>
</file>

<file path=customXml/item171.xml><?xml version="1.0" encoding="utf-8"?>
<EsriMapsInfo xmlns="ESRI.ArcGIS.Mapping.OfficeIntegration.PowerPointInfo">
  <Version>Version1</Version>
  <RequiresSignIn>False</RequiresSignIn>
</EsriMapsInfo>
</file>

<file path=customXml/item172.xml><?xml version="1.0" encoding="utf-8"?>
<EsriMapsInfo xmlns="ESRI.ArcGIS.Mapping.OfficeIntegration.PowerPointInfo">
  <Version>Version1</Version>
  <RequiresSignIn>False</RequiresSignIn>
</EsriMapsInfo>
</file>

<file path=customXml/item173.xml><?xml version="1.0" encoding="utf-8"?>
<EsriMapsInfo xmlns="ESRI.ArcGIS.Mapping.OfficeIntegration.PowerPointInfo">
  <Version>Version1</Version>
  <RequiresSignIn>False</RequiresSignIn>
</EsriMapsInfo>
</file>

<file path=customXml/item174.xml><?xml version="1.0" encoding="utf-8"?>
<EsriMapsInfo xmlns="ESRI.ArcGIS.Mapping.OfficeIntegration.PowerPointInfo">
  <Version>Version1</Version>
  <RequiresSignIn>False</RequiresSignIn>
</EsriMapsInfo>
</file>

<file path=customXml/item175.xml><?xml version="1.0" encoding="utf-8"?>
<EsriMapsInfo xmlns="ESRI.ArcGIS.Mapping.OfficeIntegration.PowerPointInfo">
  <Version>Version1</Version>
  <RequiresSignIn>False</RequiresSignIn>
</EsriMapsInfo>
</file>

<file path=customXml/item176.xml><?xml version="1.0" encoding="utf-8"?>
<EsriMapsInfo xmlns="ESRI.ArcGIS.Mapping.OfficeIntegration.PowerPointInfo">
  <Version>Version1</Version>
  <RequiresSignIn>False</RequiresSignIn>
</EsriMapsInfo>
</file>

<file path=customXml/item177.xml><?xml version="1.0" encoding="utf-8"?>
<EsriMapsInfo xmlns="ESRI.ArcGIS.Mapping.OfficeIntegration.PowerPointInfo">
  <Version>Version1</Version>
  <RequiresSignIn>False</RequiresSignIn>
</EsriMapsInfo>
</file>

<file path=customXml/item178.xml><?xml version="1.0" encoding="utf-8"?>
<EsriMapsInfo xmlns="ESRI.ArcGIS.Mapping.OfficeIntegration.PowerPointInfo">
  <Version>Version1</Version>
  <RequiresSignIn>False</RequiresSignIn>
</EsriMapsInfo>
</file>

<file path=customXml/item179.xml><?xml version="1.0" encoding="utf-8"?>
<EsriMapsInfo xmlns="ESRI.ArcGIS.Mapping.OfficeIntegration.PowerPointInfo">
  <Version>Version1</Version>
  <RequiresSignIn>False</RequiresSignIn>
</EsriMapsInfo>
</file>

<file path=customXml/item180.xml><?xml version="1.0" encoding="utf-8"?>
<EsriMapsInfo xmlns="ESRI.ArcGIS.Mapping.OfficeIntegration.PowerPointInfo">
  <Version>Version1</Version>
  <RequiresSignIn>False</RequiresSignIn>
</EsriMapsInfo>
</file>

<file path=customXml/item181.xml><?xml version="1.0" encoding="utf-8"?>
<EsriMapsInfo xmlns="ESRI.ArcGIS.Mapping.OfficeIntegration.PowerPointInfo">
  <Version>Version1</Version>
  <RequiresSignIn>False</RequiresSignIn>
</EsriMapsInfo>
</file>

<file path=customXml/item182.xml><?xml version="1.0" encoding="utf-8"?>
<EsriMapsInfo xmlns="ESRI.ArcGIS.Mapping.OfficeIntegration.PowerPointInfo">
  <Version>Version1</Version>
  <RequiresSignIn>False</RequiresSignIn>
</EsriMapsInfo>
</file>

<file path=customXml/item183.xml><?xml version="1.0" encoding="utf-8"?>
<EsriMapsInfo xmlns="ESRI.ArcGIS.Mapping.OfficeIntegration.PowerPointInfo">
  <Version>Version1</Version>
  <RequiresSignIn>False</RequiresSignIn>
</EsriMapsInfo>
</file>

<file path=customXml/item184.xml><?xml version="1.0" encoding="utf-8"?>
<EsriMapsInfo xmlns="ESRI.ArcGIS.Mapping.OfficeIntegration.PowerPointInfo">
  <Version>Version1</Version>
  <RequiresSignIn>False</RequiresSignIn>
</EsriMapsInfo>
</file>

<file path=customXml/item185.xml><?xml version="1.0" encoding="utf-8"?>
<EsriMapsInfo xmlns="ESRI.ArcGIS.Mapping.OfficeIntegration.PowerPointInfo">
  <Version>Version1</Version>
  <RequiresSignIn>False</RequiresSignIn>
</EsriMapsInfo>
</file>

<file path=customXml/item186.xml><?xml version="1.0" encoding="utf-8"?>
<EsriMapsInfo xmlns="ESRI.ArcGIS.Mapping.OfficeIntegration.PowerPointInfo">
  <Version>Version1</Version>
  <RequiresSignIn>False</RequiresSignIn>
</EsriMapsInfo>
</file>

<file path=customXml/item187.xml><?xml version="1.0" encoding="utf-8"?>
<EsriMapsInfo xmlns="ESRI.ArcGIS.Mapping.OfficeIntegration.PowerPointInfo">
  <Version>Version1</Version>
  <RequiresSignIn>False</RequiresSignIn>
</EsriMapsInfo>
</file>

<file path=customXml/item188.xml><?xml version="1.0" encoding="utf-8"?>
<EsriMapsInfo xmlns="ESRI.ArcGIS.Mapping.OfficeIntegration.PowerPointInfo">
  <Version>Version1</Version>
  <RequiresSignIn>False</RequiresSignIn>
</EsriMapsInfo>
</file>

<file path=customXml/item189.xml><?xml version="1.0" encoding="utf-8"?>
<EsriMapsInfo xmlns="ESRI.ArcGIS.Mapping.OfficeIntegration.PowerPointInfo">
  <Version>Version1</Version>
  <RequiresSignIn>False</RequiresSignIn>
</EsriMapsInfo>
</file>

<file path=customXml/item190.xml><?xml version="1.0" encoding="utf-8"?>
<EsriMapsInfo xmlns="ESRI.ArcGIS.Mapping.OfficeIntegration.PowerPointInfo">
  <Version>Version1</Version>
  <RequiresSignIn>False</RequiresSignIn>
</EsriMapsInfo>
</file>

<file path=customXml/item191.xml><?xml version="1.0" encoding="utf-8"?>
<EsriMapsInfo xmlns="ESRI.ArcGIS.Mapping.OfficeIntegration.PowerPointInfo">
  <Version>Version1</Version>
  <RequiresSignIn>False</RequiresSignIn>
</EsriMapsInfo>
</file>

<file path=customXml/item192.xml><?xml version="1.0" encoding="utf-8"?>
<EsriMapsInfo xmlns="ESRI.ArcGIS.Mapping.OfficeIntegration.PowerPointInfo">
  <Version>Version1</Version>
  <RequiresSignIn>False</RequiresSignIn>
</EsriMapsInfo>
</file>

<file path=customXml/item193.xml><?xml version="1.0" encoding="utf-8"?>
<EsriMapsInfo xmlns="ESRI.ArcGIS.Mapping.OfficeIntegration.PowerPointInfo">
  <Version>Version1</Version>
  <RequiresSignIn>False</RequiresSignIn>
</EsriMapsInfo>
</file>

<file path=customXml/item194.xml><?xml version="1.0" encoding="utf-8"?>
<EsriMapsInfo xmlns="ESRI.ArcGIS.Mapping.OfficeIntegration.PowerPointInfo">
  <Version>Version1</Version>
  <RequiresSignIn>False</RequiresSignIn>
</EsriMapsInfo>
</file>

<file path=customXml/item195.xml><?xml version="1.0" encoding="utf-8"?>
<EsriMapsInfo xmlns="ESRI.ArcGIS.Mapping.OfficeIntegration.PowerPointInfo">
  <Version>Version1</Version>
  <RequiresSignIn>False</RequiresSignIn>
</EsriMapsInfo>
</file>

<file path=customXml/item196.xml><?xml version="1.0" encoding="utf-8"?>
<EsriMapsInfo xmlns="ESRI.ArcGIS.Mapping.OfficeIntegration.PowerPointInfo">
  <Version>Version1</Version>
  <RequiresSignIn>False</RequiresSignIn>
</EsriMapsInfo>
</file>

<file path=customXml/item197.xml><?xml version="1.0" encoding="utf-8"?>
<EsriMapsInfo xmlns="ESRI.ArcGIS.Mapping.OfficeIntegration.PowerPointInfo">
  <Version>Version1</Version>
  <RequiresSignIn>False</RequiresSignIn>
</EsriMapsInfo>
</file>

<file path=customXml/item198.xml><?xml version="1.0" encoding="utf-8"?>
<EsriMapsInfo xmlns="ESRI.ArcGIS.Mapping.OfficeIntegration.PowerPointInfo">
  <Version>Version1</Version>
  <RequiresSignIn>False</RequiresSignIn>
</EsriMapsInfo>
</file>

<file path=customXml/item199.xml><?xml version="1.0" encoding="utf-8"?>
<EsriMapsInfo xmlns="ESRI.ArcGIS.Mapping.OfficeIntegration.PowerPointInfo">
  <Version>Version1</Version>
  <RequiresSignIn>False</RequiresSignIn>
</EsriMapsInfo>
</file>

<file path=customXml/item200.xml><?xml version="1.0" encoding="utf-8"?>
<EsriMapsInfo xmlns="ESRI.ArcGIS.Mapping.OfficeIntegration.PowerPointInfo">
  <Version>Version1</Version>
  <RequiresSignIn>False</RequiresSignIn>
</EsriMapsInfo>
</file>

<file path=customXml/item201.xml><?xml version="1.0" encoding="utf-8"?>
<EsriMapsInfo xmlns="ESRI.ArcGIS.Mapping.OfficeIntegration.PowerPointInfo">
  <Version>Version1</Version>
  <RequiresSignIn>False</RequiresSignIn>
</EsriMapsInfo>
</file>

<file path=customXml/item202.xml><?xml version="1.0" encoding="utf-8"?>
<EsriMapsInfo xmlns="ESRI.ArcGIS.Mapping.OfficeIntegration.PowerPointInfo">
  <Version>Version1</Version>
  <RequiresSignIn>False</RequiresSignIn>
</EsriMapsInfo>
</file>

<file path=customXml/item203.xml><?xml version="1.0" encoding="utf-8"?>
<EsriMapsInfo xmlns="ESRI.ArcGIS.Mapping.OfficeIntegration.PowerPointInfo">
  <Version>Version1</Version>
  <RequiresSignIn>False</RequiresSignIn>
</EsriMapsInfo>
</file>

<file path=customXml/item204.xml><?xml version="1.0" encoding="utf-8"?>
<EsriMapsInfo xmlns="ESRI.ArcGIS.Mapping.OfficeIntegration.PowerPointInfo">
  <Version>Version1</Version>
  <RequiresSignIn>False</RequiresSignIn>
</EsriMapsInfo>
</file>

<file path=customXml/item205.xml><?xml version="1.0" encoding="utf-8"?>
<EsriMapsInfo xmlns="ESRI.ArcGIS.Mapping.OfficeIntegration.PowerPointInfo">
  <Version>Version1</Version>
  <RequiresSignIn>False</RequiresSignIn>
</EsriMapsInfo>
</file>

<file path=customXml/item206.xml><?xml version="1.0" encoding="utf-8"?>
<EsriMapsInfo xmlns="ESRI.ArcGIS.Mapping.OfficeIntegration.PowerPointInfo">
  <Version>Version1</Version>
  <RequiresSignIn>False</RequiresSignIn>
</EsriMapsInfo>
</file>

<file path=customXml/item207.xml><?xml version="1.0" encoding="utf-8"?>
<EsriMapsInfo xmlns="ESRI.ArcGIS.Mapping.OfficeIntegration.PowerPointInfo">
  <Version>Version1</Version>
  <RequiresSignIn>False</RequiresSignIn>
</EsriMapsInfo>
</file>

<file path=customXml/item208.xml><?xml version="1.0" encoding="utf-8"?>
<EsriMapsInfo xmlns="ESRI.ArcGIS.Mapping.OfficeIntegration.PowerPointInfo">
  <Version>Version1</Version>
  <RequiresSignIn>False</RequiresSignIn>
</EsriMapsInfo>
</file>

<file path=customXml/item209.xml><?xml version="1.0" encoding="utf-8"?>
<EsriMapsInfo xmlns="ESRI.ArcGIS.Mapping.OfficeIntegration.PowerPointInfo">
  <Version>Version1</Version>
  <RequiresSignIn>False</RequiresSignIn>
</EsriMapsInfo>
</file>

<file path=customXml/item210.xml><?xml version="1.0" encoding="utf-8"?>
<EsriMapsInfo xmlns="ESRI.ArcGIS.Mapping.OfficeIntegration.PowerPointInfo">
  <Version>Version1</Version>
  <RequiresSignIn>False</RequiresSignIn>
</EsriMapsInfo>
</file>

<file path=customXml/item211.xml><?xml version="1.0" encoding="utf-8"?>
<EsriMapsInfo xmlns="ESRI.ArcGIS.Mapping.OfficeIntegration.PowerPointInfo">
  <Version>Version1</Version>
  <RequiresSignIn>False</RequiresSignIn>
</EsriMapsInfo>
</file>

<file path=customXml/item212.xml><?xml version="1.0" encoding="utf-8"?>
<EsriMapsInfo xmlns="ESRI.ArcGIS.Mapping.OfficeIntegration.PowerPointInfo">
  <Version>Version1</Version>
  <RequiresSignIn>False</RequiresSignIn>
</EsriMapsInfo>
</file>

<file path=customXml/item213.xml><?xml version="1.0" encoding="utf-8"?>
<EsriMapsInfo xmlns="ESRI.ArcGIS.Mapping.OfficeIntegration.PowerPointInfo">
  <Version>Version1</Version>
  <RequiresSignIn>False</RequiresSignIn>
</EsriMapsInfo>
</file>

<file path=customXml/item214.xml><?xml version="1.0" encoding="utf-8"?>
<EsriMapsInfo xmlns="ESRI.ArcGIS.Mapping.OfficeIntegration.PowerPointInfo">
  <Version>Version1</Version>
  <RequiresSignIn>False</RequiresSignIn>
</EsriMapsInfo>
</file>

<file path=customXml/item215.xml><?xml version="1.0" encoding="utf-8"?>
<EsriMapsInfo xmlns="ESRI.ArcGIS.Mapping.OfficeIntegration.PowerPointInfo">
  <Version>Version1</Version>
  <RequiresSignIn>False</RequiresSignIn>
</EsriMapsInfo>
</file>

<file path=customXml/item216.xml><?xml version="1.0" encoding="utf-8"?>
<EsriMapsInfo xmlns="ESRI.ArcGIS.Mapping.OfficeIntegration.PowerPointInfo">
  <Version>Version1</Version>
  <RequiresSignIn>False</RequiresSignIn>
</EsriMapsInfo>
</file>

<file path=customXml/item217.xml><?xml version="1.0" encoding="utf-8"?>
<EsriMapsInfo xmlns="ESRI.ArcGIS.Mapping.OfficeIntegration.PowerPointInfo">
  <Version>Version1</Version>
  <RequiresSignIn>False</RequiresSignIn>
</EsriMapsInfo>
</file>

<file path=customXml/item218.xml><?xml version="1.0" encoding="utf-8"?>
<EsriMapsInfo xmlns="ESRI.ArcGIS.Mapping.OfficeIntegration.PowerPointInfo">
  <Version>Version1</Version>
  <RequiresSignIn>False</RequiresSignIn>
</EsriMapsInfo>
</file>

<file path=customXml/item219.xml><?xml version="1.0" encoding="utf-8"?>
<EsriMapsInfo xmlns="ESRI.ArcGIS.Mapping.OfficeIntegration.PowerPointInfo">
  <Version>Version1</Version>
  <RequiresSignIn>False</RequiresSignIn>
</EsriMapsInfo>
</file>

<file path=customXml/item220.xml><?xml version="1.0" encoding="utf-8"?>
<EsriMapsInfo xmlns="ESRI.ArcGIS.Mapping.OfficeIntegration.PowerPointInfo">
  <Version>Version1</Version>
  <RequiresSignIn>False</RequiresSignIn>
</EsriMapsInfo>
</file>

<file path=customXml/item221.xml><?xml version="1.0" encoding="utf-8"?>
<EsriMapsInfo xmlns="ESRI.ArcGIS.Mapping.OfficeIntegration.PowerPointInfo">
  <Version>Version1</Version>
  <RequiresSignIn>False</RequiresSignIn>
</EsriMapsInfo>
</file>

<file path=customXml/item222.xml><?xml version="1.0" encoding="utf-8"?>
<?mso-contentType ?>
<FormTemplates xmlns="http://schemas.microsoft.com/sharepoint/v3/contenttype/forms">
  <Display>DocumentLibraryForm</Display>
  <Edit>DocumentLibraryForm</Edit>
  <New>DocumentLibraryForm</New>
</FormTemplates>
</file>

<file path=customXml/item223.xml><?xml version="1.0" encoding="utf-8"?>
<EsriMapsInfo xmlns="ESRI.ArcGIS.Mapping.OfficeIntegration.PowerPointInfo">
  <Version>Version1</Version>
  <RequiresSignIn>False</RequiresSignIn>
</EsriMapsInfo>
</file>

<file path=customXml/item224.xml><?xml version="1.0" encoding="utf-8"?>
<EsriMapsInfo xmlns="ESRI.ArcGIS.Mapping.OfficeIntegration.PowerPointInfo">
  <Version>Version1</Version>
  <RequiresSignIn>False</RequiresSignIn>
</EsriMapsInfo>
</file>

<file path=customXml/item225.xml><?xml version="1.0" encoding="utf-8"?>
<EsriMapsInfo xmlns="ESRI.ArcGIS.Mapping.OfficeIntegration.PowerPointInfo">
  <Version>Version1</Version>
  <RequiresSignIn>False</RequiresSignIn>
</EsriMapsInfo>
</file>

<file path=customXml/item226.xml><?xml version="1.0" encoding="utf-8"?>
<EsriMapsInfo xmlns="ESRI.ArcGIS.Mapping.OfficeIntegration.PowerPointInfo">
  <Version>Version1</Version>
  <RequiresSignIn>False</RequiresSignIn>
</EsriMapsInfo>
</file>

<file path=customXml/item227.xml><?xml version="1.0" encoding="utf-8"?>
<EsriMapsInfo xmlns="ESRI.ArcGIS.Mapping.OfficeIntegration.PowerPointInfo">
  <Version>Version1</Version>
  <RequiresSignIn>False</RequiresSignIn>
</EsriMapsInfo>
</file>

<file path=customXml/item228.xml><?xml version="1.0" encoding="utf-8"?>
<EsriMapsInfo xmlns="ESRI.ArcGIS.Mapping.OfficeIntegration.PowerPointInfo">
  <Version>Version1</Version>
  <RequiresSignIn>False</RequiresSignIn>
</EsriMapsInfo>
</file>

<file path=customXml/item229.xml><?xml version="1.0" encoding="utf-8"?>
<EsriMapsInfo xmlns="ESRI.ArcGIS.Mapping.OfficeIntegration.PowerPointInfo">
  <Version>Version1</Version>
  <RequiresSignIn>False</RequiresSignIn>
</EsriMapsInfo>
</file>

<file path=customXml/item230.xml><?xml version="1.0" encoding="utf-8"?>
<EsriMapsInfo xmlns="ESRI.ArcGIS.Mapping.OfficeIntegration.PowerPointInfo">
  <Version>Version1</Version>
  <RequiresSignIn>False</RequiresSignIn>
</EsriMapsInfo>
</file>

<file path=customXml/item231.xml><?xml version="1.0" encoding="utf-8"?>
<EsriMapsInfo xmlns="ESRI.ArcGIS.Mapping.OfficeIntegration.PowerPointInfo">
  <Version>Version1</Version>
  <RequiresSignIn>False</RequiresSignIn>
</EsriMapsInfo>
</file>

<file path=customXml/item232.xml><?xml version="1.0" encoding="utf-8"?>
<EsriMapsInfo xmlns="ESRI.ArcGIS.Mapping.OfficeIntegration.PowerPointInfo">
  <Version>Version1</Version>
  <RequiresSignIn>False</RequiresSignIn>
</EsriMapsInfo>
</file>

<file path=customXml/item233.xml><?xml version="1.0" encoding="utf-8"?>
<EsriMapsInfo xmlns="ESRI.ArcGIS.Mapping.OfficeIntegration.PowerPointInfo">
  <Version>Version1</Version>
  <RequiresSignIn>False</RequiresSignIn>
</EsriMapsInfo>
</file>

<file path=customXml/item234.xml><?xml version="1.0" encoding="utf-8"?>
<EsriMapsInfo xmlns="ESRI.ArcGIS.Mapping.OfficeIntegration.PowerPointInfo">
  <Version>Version1</Version>
  <RequiresSignIn>False</RequiresSignIn>
</EsriMapsInfo>
</file>

<file path=customXml/item235.xml><?xml version="1.0" encoding="utf-8"?>
<EsriMapsInfo xmlns="ESRI.ArcGIS.Mapping.OfficeIntegration.PowerPointInfo">
  <Version>Version1</Version>
  <RequiresSignIn>False</RequiresSignIn>
</EsriMapsInfo>
</file>

<file path=customXml/item236.xml><?xml version="1.0" encoding="utf-8"?>
<EsriMapsInfo xmlns="ESRI.ArcGIS.Mapping.OfficeIntegration.PowerPointInfo">
  <Version>Version1</Version>
  <RequiresSignIn>False</RequiresSignIn>
</EsriMapsInfo>
</file>

<file path=customXml/item237.xml><?xml version="1.0" encoding="utf-8"?>
<EsriMapsInfo xmlns="ESRI.ArcGIS.Mapping.OfficeIntegration.PowerPointInfo">
  <Version>Version1</Version>
  <RequiresSignIn>False</RequiresSignIn>
</EsriMapsInfo>
</file>

<file path=customXml/item238.xml><?xml version="1.0" encoding="utf-8"?>
<EsriMapsInfo xmlns="ESRI.ArcGIS.Mapping.OfficeIntegration.PowerPointInfo">
  <Version>Version1</Version>
  <RequiresSignIn>False</RequiresSignIn>
</EsriMapsInfo>
</file>

<file path=customXml/item239.xml><?xml version="1.0" encoding="utf-8"?>
<EsriMapsInfo xmlns="ESRI.ArcGIS.Mapping.OfficeIntegration.PowerPointInfo">
  <Version>Version1</Version>
  <RequiresSignIn>False</RequiresSignIn>
</EsriMapsInfo>
</file>

<file path=customXml/item240.xml><?xml version="1.0" encoding="utf-8"?>
<EsriMapsInfo xmlns="ESRI.ArcGIS.Mapping.OfficeIntegration.PowerPointInfo">
  <Version>Version1</Version>
  <RequiresSignIn>False</RequiresSignIn>
</EsriMapsInfo>
</file>

<file path=customXml/item241.xml><?xml version="1.0" encoding="utf-8"?>
<EsriMapsInfo xmlns="ESRI.ArcGIS.Mapping.OfficeIntegration.PowerPointInfo">
  <Version>Version1</Version>
  <RequiresSignIn>False</RequiresSignIn>
</EsriMapsInfo>
</file>

<file path=customXml/item242.xml><?xml version="1.0" encoding="utf-8"?>
<EsriMapsInfo xmlns="ESRI.ArcGIS.Mapping.OfficeIntegration.PowerPointInfo">
  <Version>Version1</Version>
  <RequiresSignIn>False</RequiresSignIn>
</EsriMapsInfo>
</file>

<file path=customXml/item243.xml><?xml version="1.0" encoding="utf-8"?>
<EsriMapsInfo xmlns="ESRI.ArcGIS.Mapping.OfficeIntegration.PowerPointInfo">
  <Version>Version1</Version>
  <RequiresSignIn>False</RequiresSignIn>
</EsriMapsInfo>
</file>

<file path=customXml/item244.xml><?xml version="1.0" encoding="utf-8"?>
<EsriMapsInfo xmlns="ESRI.ArcGIS.Mapping.OfficeIntegration.PowerPointInfo">
  <Version>Version1</Version>
  <RequiresSignIn>False</RequiresSignIn>
</EsriMapsInfo>
</file>

<file path=customXml/item245.xml><?xml version="1.0" encoding="utf-8"?>
<EsriMapsInfo xmlns="ESRI.ArcGIS.Mapping.OfficeIntegration.PowerPointInfo">
  <Version>Version1</Version>
  <RequiresSignIn>False</RequiresSignIn>
</EsriMapsInfo>
</file>

<file path=customXml/item246.xml><?xml version="1.0" encoding="utf-8"?>
<EsriMapsInfo xmlns="ESRI.ArcGIS.Mapping.OfficeIntegration.PowerPointInfo">
  <Version>Version1</Version>
  <RequiresSignIn>False</RequiresSignIn>
</EsriMapsInfo>
</file>

<file path=customXml/item247.xml><?xml version="1.0" encoding="utf-8"?>
<EsriMapsInfo xmlns="ESRI.ArcGIS.Mapping.OfficeIntegration.PowerPointInfo">
  <Version>Version1</Version>
  <RequiresSignIn>False</RequiresSignIn>
</EsriMapsInfo>
</file>

<file path=customXml/item248.xml><?xml version="1.0" encoding="utf-8"?>
<EsriMapsInfo xmlns="ESRI.ArcGIS.Mapping.OfficeIntegration.PowerPointInfo">
  <Version>Version1</Version>
  <RequiresSignIn>False</RequiresSignIn>
</EsriMapsInfo>
</file>

<file path=customXml/item249.xml><?xml version="1.0" encoding="utf-8"?>
<EsriMapsInfo xmlns="ESRI.ArcGIS.Mapping.OfficeIntegration.PowerPointInfo">
  <Version>Version1</Version>
  <RequiresSignIn>False</RequiresSignIn>
</EsriMapsInfo>
</file>

<file path=customXml/item250.xml><?xml version="1.0" encoding="utf-8"?>
<EsriMapsInfo xmlns="ESRI.ArcGIS.Mapping.OfficeIntegration.PowerPointInfo">
  <Version>Version1</Version>
  <RequiresSignIn>False</RequiresSignIn>
</EsriMapsInfo>
</file>

<file path=customXml/item251.xml><?xml version="1.0" encoding="utf-8"?>
<EsriMapsInfo xmlns="ESRI.ArcGIS.Mapping.OfficeIntegration.PowerPointInfo">
  <Version>Version1</Version>
  <RequiresSignIn>False</RequiresSignIn>
</EsriMapsInfo>
</file>

<file path=customXml/item252.xml><?xml version="1.0" encoding="utf-8"?>
<EsriMapsInfo xmlns="ESRI.ArcGIS.Mapping.OfficeIntegration.PowerPointInfo">
  <Version>Version1</Version>
  <RequiresSignIn>False</RequiresSignIn>
</EsriMapsInfo>
</file>

<file path=customXml/item253.xml><?xml version="1.0" encoding="utf-8"?>
<EsriMapsInfo xmlns="ESRI.ArcGIS.Mapping.OfficeIntegration.PowerPointInfo">
  <Version>Version1</Version>
  <RequiresSignIn>False</RequiresSignIn>
</EsriMapsInfo>
</file>

<file path=customXml/item254.xml><?xml version="1.0" encoding="utf-8"?>
<EsriMapsInfo xmlns="ESRI.ArcGIS.Mapping.OfficeIntegration.PowerPointInfo">
  <Version>Version1</Version>
  <RequiresSignIn>False</RequiresSignIn>
</EsriMapsInfo>
</file>

<file path=customXml/item255.xml><?xml version="1.0" encoding="utf-8"?>
<EsriMapsInfo xmlns="ESRI.ArcGIS.Mapping.OfficeIntegration.PowerPointInfo">
  <Version>Version1</Version>
  <RequiresSignIn>False</RequiresSignIn>
</EsriMapsInfo>
</file>

<file path=customXml/item256.xml><?xml version="1.0" encoding="utf-8"?>
<EsriMapsInfo xmlns="ESRI.ArcGIS.Mapping.OfficeIntegration.PowerPointInfo">
  <Version>Version1</Version>
  <RequiresSignIn>False</RequiresSignIn>
</EsriMapsInfo>
</file>

<file path=customXml/item257.xml><?xml version="1.0" encoding="utf-8"?>
<EsriMapsInfo xmlns="ESRI.ArcGIS.Mapping.OfficeIntegration.PowerPointInfo">
  <Version>Version1</Version>
  <RequiresSignIn>False</RequiresSignIn>
</EsriMapsInfo>
</file>

<file path=customXml/item258.xml><?xml version="1.0" encoding="utf-8"?>
<EsriMapsInfo xmlns="ESRI.ArcGIS.Mapping.OfficeIntegration.PowerPointInfo">
  <Version>Version1</Version>
  <RequiresSignIn>False</RequiresSignIn>
</EsriMapsInfo>
</file>

<file path=customXml/item259.xml><?xml version="1.0" encoding="utf-8"?>
<EsriMapsInfo xmlns="ESRI.ArcGIS.Mapping.OfficeIntegration.PowerPointInfo">
  <Version>Version1</Version>
  <RequiresSignIn>False</RequiresSignIn>
</EsriMapsInfo>
</file>

<file path=customXml/item260.xml><?xml version="1.0" encoding="utf-8"?>
<EsriMapsInfo xmlns="ESRI.ArcGIS.Mapping.OfficeIntegration.PowerPointInfo">
  <Version>Version1</Version>
  <RequiresSignIn>False</RequiresSignIn>
</EsriMapsInfo>
</file>

<file path=customXml/itemProps1.xml><?xml version="1.0" encoding="utf-8"?>
<ds:datastoreItem xmlns:ds="http://schemas.openxmlformats.org/officeDocument/2006/customXml" ds:itemID="{EC755274-C74B-489E-AE48-5AAF306B45DB}">
  <ds:schemaRefs>
    <ds:schemaRef ds:uri="ESRI.ArcGIS.Mapping.OfficeIntegration.PowerPointInfo"/>
  </ds:schemaRefs>
</ds:datastoreItem>
</file>

<file path=customXml/itemProps2.xml><?xml version="1.0" encoding="utf-8"?>
<ds:datastoreItem xmlns:ds="http://schemas.openxmlformats.org/officeDocument/2006/customXml" ds:itemID="{ADB52DD0-9E04-45CB-871E-22992A4850D4}">
  <ds:schemaRefs>
    <ds:schemaRef ds:uri="ESRI.ArcGIS.Mapping.OfficeIntegration.PowerPointInfo"/>
  </ds:schemaRefs>
</ds:datastoreItem>
</file>

<file path=customXml/itemProps3.xml><?xml version="1.0" encoding="utf-8"?>
<ds:datastoreItem xmlns:ds="http://schemas.openxmlformats.org/officeDocument/2006/customXml" ds:itemID="{E1CDF22C-DD98-4855-BE9F-A00C53BE0D20}">
  <ds:schemaRefs>
    <ds:schemaRef ds:uri="ESRI.ArcGIS.Mapping.OfficeIntegration.PowerPointInfo"/>
  </ds:schemaRefs>
</ds:datastoreItem>
</file>

<file path=customXml/itemProps4.xml><?xml version="1.0" encoding="utf-8"?>
<ds:datastoreItem xmlns:ds="http://schemas.openxmlformats.org/officeDocument/2006/customXml" ds:itemID="{B2430AF9-E538-49E2-82F1-808A5CCFF6BA}">
  <ds:schemaRefs>
    <ds:schemaRef ds:uri="ESRI.ArcGIS.Mapping.OfficeIntegration.PowerPointInfo"/>
  </ds:schemaRefs>
</ds:datastoreItem>
</file>

<file path=customXml/itemProps5.xml><?xml version="1.0" encoding="utf-8"?>
<ds:datastoreItem xmlns:ds="http://schemas.openxmlformats.org/officeDocument/2006/customXml" ds:itemID="{10E8CF89-8610-4EF1-AB2A-88B5F72AC444}">
  <ds:schemaRefs>
    <ds:schemaRef ds:uri="ESRI.ArcGIS.Mapping.OfficeIntegration.PowerPointInfo"/>
  </ds:schemaRefs>
</ds:datastoreItem>
</file>

<file path=customXml/itemProps6.xml><?xml version="1.0" encoding="utf-8"?>
<ds:datastoreItem xmlns:ds="http://schemas.openxmlformats.org/officeDocument/2006/customXml" ds:itemID="{67370217-8500-43AA-9A58-52DA5EA7C365}">
  <ds:schemaRefs>
    <ds:schemaRef ds:uri="ESRI.ArcGIS.Mapping.OfficeIntegration.PowerPointInfo"/>
  </ds:schemaRefs>
</ds:datastoreItem>
</file>

<file path=customXml/itemProps7.xml><?xml version="1.0" encoding="utf-8"?>
<ds:datastoreItem xmlns:ds="http://schemas.openxmlformats.org/officeDocument/2006/customXml" ds:itemID="{4E1B5CEC-2AC2-4C5D-9E88-30D8BFF63091}">
  <ds:schemaRefs>
    <ds:schemaRef ds:uri="ESRI.ArcGIS.Mapping.OfficeIntegration.PowerPointInfo"/>
  </ds:schemaRefs>
</ds:datastoreItem>
</file>

<file path=customXml/itemProps8.xml><?xml version="1.0" encoding="utf-8"?>
<ds:datastoreItem xmlns:ds="http://schemas.openxmlformats.org/officeDocument/2006/customXml" ds:itemID="{42415C4C-043A-4E80-9574-587D26F0010C}">
  <ds:schemaRefs>
    <ds:schemaRef ds:uri="ESRI.ArcGIS.Mapping.OfficeIntegration.PowerPointInfo"/>
  </ds:schemaRefs>
</ds:datastoreItem>
</file>

<file path=customXml/itemProps9.xml><?xml version="1.0" encoding="utf-8"?>
<ds:datastoreItem xmlns:ds="http://schemas.openxmlformats.org/officeDocument/2006/customXml" ds:itemID="{DA70981A-8505-4C3B-9FC2-3E0C6E9F8EEB}">
  <ds:schemaRefs>
    <ds:schemaRef ds:uri="ESRI.ArcGIS.Mapping.OfficeIntegration.PowerPointInfo"/>
  </ds:schemaRefs>
</ds:datastoreItem>
</file>

<file path=customXml/itemProps10.xml><?xml version="1.0" encoding="utf-8"?>
<ds:datastoreItem xmlns:ds="http://schemas.openxmlformats.org/officeDocument/2006/customXml" ds:itemID="{A8663785-C735-406D-B2F4-FDEE64A2F598}">
  <ds:schemaRefs>
    <ds:schemaRef ds:uri="ESRI.ArcGIS.Mapping.OfficeIntegration.PowerPointInfo"/>
  </ds:schemaRefs>
</ds:datastoreItem>
</file>

<file path=customXml/itemProps11.xml><?xml version="1.0" encoding="utf-8"?>
<ds:datastoreItem xmlns:ds="http://schemas.openxmlformats.org/officeDocument/2006/customXml" ds:itemID="{154EFC48-441D-457E-9558-A355A1A9CF97}">
  <ds:schemaRefs>
    <ds:schemaRef ds:uri="ESRI.ArcGIS.Mapping.OfficeIntegration.PowerPointInfo"/>
  </ds:schemaRefs>
</ds:datastoreItem>
</file>

<file path=customXml/itemProps12.xml><?xml version="1.0" encoding="utf-8"?>
<ds:datastoreItem xmlns:ds="http://schemas.openxmlformats.org/officeDocument/2006/customXml" ds:itemID="{6979F61F-CA7F-4009-9C50-6DDC089C1396}">
  <ds:schemaRefs>
    <ds:schemaRef ds:uri="ESRI.ArcGIS.Mapping.OfficeIntegration.PowerPointInfo"/>
  </ds:schemaRefs>
</ds:datastoreItem>
</file>

<file path=customXml/itemProps13.xml><?xml version="1.0" encoding="utf-8"?>
<ds:datastoreItem xmlns:ds="http://schemas.openxmlformats.org/officeDocument/2006/customXml" ds:itemID="{CD0FE31D-0854-447E-B43B-C6FA7725CD48}">
  <ds:schemaRefs>
    <ds:schemaRef ds:uri="ESRI.ArcGIS.Mapping.OfficeIntegration.PowerPointInfo"/>
  </ds:schemaRefs>
</ds:datastoreItem>
</file>

<file path=customXml/itemProps14.xml><?xml version="1.0" encoding="utf-8"?>
<ds:datastoreItem xmlns:ds="http://schemas.openxmlformats.org/officeDocument/2006/customXml" ds:itemID="{99DB3EFA-B31A-40B4-A4B0-5F55ED118A71}">
  <ds:schemaRefs>
    <ds:schemaRef ds:uri="ESRI.ArcGIS.Mapping.OfficeIntegration.PowerPointInfo"/>
  </ds:schemaRefs>
</ds:datastoreItem>
</file>

<file path=customXml/itemProps15.xml><?xml version="1.0" encoding="utf-8"?>
<ds:datastoreItem xmlns:ds="http://schemas.openxmlformats.org/officeDocument/2006/customXml" ds:itemID="{D5EBE3DE-A83F-4E1A-B694-C697A7E63360}">
  <ds:schemaRefs>
    <ds:schemaRef ds:uri="ESRI.ArcGIS.Mapping.OfficeIntegration.PowerPointInfo"/>
  </ds:schemaRefs>
</ds:datastoreItem>
</file>

<file path=customXml/itemProps16.xml><?xml version="1.0" encoding="utf-8"?>
<ds:datastoreItem xmlns:ds="http://schemas.openxmlformats.org/officeDocument/2006/customXml" ds:itemID="{433D4740-A43D-4CB8-BA3D-0F49DBC5D50E}">
  <ds:schemaRefs>
    <ds:schemaRef ds:uri="ESRI.ArcGIS.Mapping.OfficeIntegration.PowerPointInfo"/>
  </ds:schemaRefs>
</ds:datastoreItem>
</file>

<file path=customXml/itemProps17.xml><?xml version="1.0" encoding="utf-8"?>
<ds:datastoreItem xmlns:ds="http://schemas.openxmlformats.org/officeDocument/2006/customXml" ds:itemID="{B4F7F7E9-17EC-4D0C-BD7A-2F573DABA0F6}">
  <ds:schemaRefs>
    <ds:schemaRef ds:uri="ESRI.ArcGIS.Mapping.OfficeIntegration.PowerPointInfo"/>
  </ds:schemaRefs>
</ds:datastoreItem>
</file>

<file path=customXml/itemProps18.xml><?xml version="1.0" encoding="utf-8"?>
<ds:datastoreItem xmlns:ds="http://schemas.openxmlformats.org/officeDocument/2006/customXml" ds:itemID="{562EF35B-7D2F-4A8E-97F2-B3C7A4C790FC}">
  <ds:schemaRefs>
    <ds:schemaRef ds:uri="ESRI.ArcGIS.Mapping.OfficeIntegration.PowerPointInfo"/>
  </ds:schemaRefs>
</ds:datastoreItem>
</file>

<file path=customXml/itemProps19.xml><?xml version="1.0" encoding="utf-8"?>
<ds:datastoreItem xmlns:ds="http://schemas.openxmlformats.org/officeDocument/2006/customXml" ds:itemID="{B65A5A86-864A-43B4-9E3D-723A2D7C0F90}">
  <ds:schemaRefs>
    <ds:schemaRef ds:uri="ESRI.ArcGIS.Mapping.OfficeIntegration.PowerPointInfo"/>
  </ds:schemaRefs>
</ds:datastoreItem>
</file>

<file path=customXml/itemProps20.xml><?xml version="1.0" encoding="utf-8"?>
<ds:datastoreItem xmlns:ds="http://schemas.openxmlformats.org/officeDocument/2006/customXml" ds:itemID="{C30B9037-6F72-487D-9CAE-25C159A3FFCF}">
  <ds:schemaRefs>
    <ds:schemaRef ds:uri="ESRI.ArcGIS.Mapping.OfficeIntegration.PowerPointInfo"/>
  </ds:schemaRefs>
</ds:datastoreItem>
</file>

<file path=customXml/itemProps21.xml><?xml version="1.0" encoding="utf-8"?>
<ds:datastoreItem xmlns:ds="http://schemas.openxmlformats.org/officeDocument/2006/customXml" ds:itemID="{05F7A531-4EDA-4D7F-A61F-9E803C22E0F8}">
  <ds:schemaRefs>
    <ds:schemaRef ds:uri="ESRI.ArcGIS.Mapping.OfficeIntegration.PowerPointInfo"/>
  </ds:schemaRefs>
</ds:datastoreItem>
</file>

<file path=customXml/itemProps22.xml><?xml version="1.0" encoding="utf-8"?>
<ds:datastoreItem xmlns:ds="http://schemas.openxmlformats.org/officeDocument/2006/customXml" ds:itemID="{2A47C47E-C988-4F56-B901-48CC774E183E}">
  <ds:schemaRefs>
    <ds:schemaRef ds:uri="ESRI.ArcGIS.Mapping.OfficeIntegration.PowerPointInfo"/>
  </ds:schemaRefs>
</ds:datastoreItem>
</file>

<file path=customXml/itemProps23.xml><?xml version="1.0" encoding="utf-8"?>
<ds:datastoreItem xmlns:ds="http://schemas.openxmlformats.org/officeDocument/2006/customXml" ds:itemID="{9386EBAF-4A84-4C31-A4B1-1EE34AE4960C}">
  <ds:schemaRefs>
    <ds:schemaRef ds:uri="ESRI.ArcGIS.Mapping.OfficeIntegration.PowerPointInfo"/>
  </ds:schemaRefs>
</ds:datastoreItem>
</file>

<file path=customXml/itemProps24.xml><?xml version="1.0" encoding="utf-8"?>
<ds:datastoreItem xmlns:ds="http://schemas.openxmlformats.org/officeDocument/2006/customXml" ds:itemID="{89FB32CC-5F98-4588-A54F-FAC01D801D7A}">
  <ds:schemaRefs>
    <ds:schemaRef ds:uri="ESRI.ArcGIS.Mapping.OfficeIntegration.PowerPointInfo"/>
  </ds:schemaRefs>
</ds:datastoreItem>
</file>

<file path=customXml/itemProps25.xml><?xml version="1.0" encoding="utf-8"?>
<ds:datastoreItem xmlns:ds="http://schemas.openxmlformats.org/officeDocument/2006/customXml" ds:itemID="{D5D1DB6F-FB0F-4DC2-86A7-A060FD689527}">
  <ds:schemaRefs>
    <ds:schemaRef ds:uri="ESRI.ArcGIS.Mapping.OfficeIntegration.PowerPointInfo"/>
  </ds:schemaRefs>
</ds:datastoreItem>
</file>

<file path=customXml/itemProps26.xml><?xml version="1.0" encoding="utf-8"?>
<ds:datastoreItem xmlns:ds="http://schemas.openxmlformats.org/officeDocument/2006/customXml" ds:itemID="{A369CF41-F567-494E-8AD7-0FAD25DB3A0B}">
  <ds:schemaRefs>
    <ds:schemaRef ds:uri="ESRI.ArcGIS.Mapping.OfficeIntegration.PowerPointInfo"/>
  </ds:schemaRefs>
</ds:datastoreItem>
</file>

<file path=customXml/itemProps27.xml><?xml version="1.0" encoding="utf-8"?>
<ds:datastoreItem xmlns:ds="http://schemas.openxmlformats.org/officeDocument/2006/customXml" ds:itemID="{7B3EEC18-AC4D-415E-974C-7B5C12FDA457}">
  <ds:schemaRefs>
    <ds:schemaRef ds:uri="ESRI.ArcGIS.Mapping.OfficeIntegration.PowerPointInfo"/>
  </ds:schemaRefs>
</ds:datastoreItem>
</file>

<file path=customXml/itemProps28.xml><?xml version="1.0" encoding="utf-8"?>
<ds:datastoreItem xmlns:ds="http://schemas.openxmlformats.org/officeDocument/2006/customXml" ds:itemID="{AE83E052-3AF4-4025-8A97-80ACB91207C0}">
  <ds:schemaRefs>
    <ds:schemaRef ds:uri="ESRI.ArcGIS.Mapping.OfficeIntegration.PowerPointInfo"/>
  </ds:schemaRefs>
</ds:datastoreItem>
</file>

<file path=customXml/itemProps29.xml><?xml version="1.0" encoding="utf-8"?>
<ds:datastoreItem xmlns:ds="http://schemas.openxmlformats.org/officeDocument/2006/customXml" ds:itemID="{187ECA46-028E-46AC-937A-60EF838D5D48}">
  <ds:schemaRefs>
    <ds:schemaRef ds:uri="ESRI.ArcGIS.Mapping.OfficeIntegration.PowerPointInfo"/>
  </ds:schemaRefs>
</ds:datastoreItem>
</file>

<file path=customXml/itemProps30.xml><?xml version="1.0" encoding="utf-8"?>
<ds:datastoreItem xmlns:ds="http://schemas.openxmlformats.org/officeDocument/2006/customXml" ds:itemID="{1CADFD80-7B51-43A1-AD02-8D5C7A9077F4}">
  <ds:schemaRefs>
    <ds:schemaRef ds:uri="ESRI.ArcGIS.Mapping.OfficeIntegration.PowerPointInfo"/>
  </ds:schemaRefs>
</ds:datastoreItem>
</file>

<file path=customXml/itemProps31.xml><?xml version="1.0" encoding="utf-8"?>
<ds:datastoreItem xmlns:ds="http://schemas.openxmlformats.org/officeDocument/2006/customXml" ds:itemID="{10941E01-303E-4BE4-9E1E-D3A5C32448CC}">
  <ds:schemaRefs>
    <ds:schemaRef ds:uri="ESRI.ArcGIS.Mapping.OfficeIntegration.PowerPointInfo"/>
  </ds:schemaRefs>
</ds:datastoreItem>
</file>

<file path=customXml/itemProps32.xml><?xml version="1.0" encoding="utf-8"?>
<ds:datastoreItem xmlns:ds="http://schemas.openxmlformats.org/officeDocument/2006/customXml" ds:itemID="{A13A8C4E-77BE-4099-B7CD-91F76ED57A19}">
  <ds:schemaRefs>
    <ds:schemaRef ds:uri="ESRI.ArcGIS.Mapping.OfficeIntegration.PowerPointInfo"/>
  </ds:schemaRefs>
</ds:datastoreItem>
</file>

<file path=customXml/itemProps33.xml><?xml version="1.0" encoding="utf-8"?>
<ds:datastoreItem xmlns:ds="http://schemas.openxmlformats.org/officeDocument/2006/customXml" ds:itemID="{AB32FE6E-523A-4CFB-AB5D-D5A2DB2870FC}">
  <ds:schemaRefs>
    <ds:schemaRef ds:uri="ESRI.ArcGIS.Mapping.OfficeIntegration.PowerPointInfo"/>
  </ds:schemaRefs>
</ds:datastoreItem>
</file>

<file path=customXml/itemProps34.xml><?xml version="1.0" encoding="utf-8"?>
<ds:datastoreItem xmlns:ds="http://schemas.openxmlformats.org/officeDocument/2006/customXml" ds:itemID="{9086F19D-EA15-4246-811C-1115A422C551}">
  <ds:schemaRefs>
    <ds:schemaRef ds:uri="ESRI.ArcGIS.Mapping.OfficeIntegration.PowerPointInfo"/>
  </ds:schemaRefs>
</ds:datastoreItem>
</file>

<file path=customXml/itemProps35.xml><?xml version="1.0" encoding="utf-8"?>
<ds:datastoreItem xmlns:ds="http://schemas.openxmlformats.org/officeDocument/2006/customXml" ds:itemID="{7E78B368-4D75-43BA-9150-C2EA24ED7069}">
  <ds:schemaRefs>
    <ds:schemaRef ds:uri="ESRI.ArcGIS.Mapping.OfficeIntegration.PowerPointInfo"/>
  </ds:schemaRefs>
</ds:datastoreItem>
</file>

<file path=customXml/itemProps36.xml><?xml version="1.0" encoding="utf-8"?>
<ds:datastoreItem xmlns:ds="http://schemas.openxmlformats.org/officeDocument/2006/customXml" ds:itemID="{812960E9-2AF7-4EED-ADA7-2F6B39554481}">
  <ds:schemaRefs>
    <ds:schemaRef ds:uri="ESRI.ArcGIS.Mapping.OfficeIntegration.PowerPointInfo"/>
  </ds:schemaRefs>
</ds:datastoreItem>
</file>

<file path=customXml/itemProps37.xml><?xml version="1.0" encoding="utf-8"?>
<ds:datastoreItem xmlns:ds="http://schemas.openxmlformats.org/officeDocument/2006/customXml" ds:itemID="{FF8D8F7D-F3C1-4DF6-B790-A542B6FE7F93}">
  <ds:schemaRefs>
    <ds:schemaRef ds:uri="ESRI.ArcGIS.Mapping.OfficeIntegration.PowerPointInfo"/>
  </ds:schemaRefs>
</ds:datastoreItem>
</file>

<file path=customXml/itemProps38.xml><?xml version="1.0" encoding="utf-8"?>
<ds:datastoreItem xmlns:ds="http://schemas.openxmlformats.org/officeDocument/2006/customXml" ds:itemID="{D7BE1653-29D1-4700-8264-8A985FBEDBF2}">
  <ds:schemaRefs>
    <ds:schemaRef ds:uri="ESRI.ArcGIS.Mapping.OfficeIntegration.PowerPointInfo"/>
  </ds:schemaRefs>
</ds:datastoreItem>
</file>

<file path=customXml/itemProps39.xml><?xml version="1.0" encoding="utf-8"?>
<ds:datastoreItem xmlns:ds="http://schemas.openxmlformats.org/officeDocument/2006/customXml" ds:itemID="{30B94CC8-5A7C-45CC-8B09-CED605450348}">
  <ds:schemaRefs>
    <ds:schemaRef ds:uri="ESRI.ArcGIS.Mapping.OfficeIntegration.PowerPointInfo"/>
  </ds:schemaRefs>
</ds:datastoreItem>
</file>

<file path=customXml/itemProps40.xml><?xml version="1.0" encoding="utf-8"?>
<ds:datastoreItem xmlns:ds="http://schemas.openxmlformats.org/officeDocument/2006/customXml" ds:itemID="{32392A0C-BB47-49CB-9D04-F617BDB68486}">
  <ds:schemaRefs>
    <ds:schemaRef ds:uri="ESRI.ArcGIS.Mapping.OfficeIntegration.PowerPointInfo"/>
  </ds:schemaRefs>
</ds:datastoreItem>
</file>

<file path=customXml/itemProps41.xml><?xml version="1.0" encoding="utf-8"?>
<ds:datastoreItem xmlns:ds="http://schemas.openxmlformats.org/officeDocument/2006/customXml" ds:itemID="{A7FEC5C6-64B3-4F04-A3D2-95FEB78031C2}">
  <ds:schemaRefs>
    <ds:schemaRef ds:uri="ESRI.ArcGIS.Mapping.OfficeIntegration.PowerPointInfo"/>
  </ds:schemaRefs>
</ds:datastoreItem>
</file>

<file path=customXml/itemProps42.xml><?xml version="1.0" encoding="utf-8"?>
<ds:datastoreItem xmlns:ds="http://schemas.openxmlformats.org/officeDocument/2006/customXml" ds:itemID="{616DDB8B-7995-44AF-84C9-82718F56A881}">
  <ds:schemaRefs>
    <ds:schemaRef ds:uri="ESRI.ArcGIS.Mapping.OfficeIntegration.PowerPointInfo"/>
  </ds:schemaRefs>
</ds:datastoreItem>
</file>

<file path=customXml/itemProps43.xml><?xml version="1.0" encoding="utf-8"?>
<ds:datastoreItem xmlns:ds="http://schemas.openxmlformats.org/officeDocument/2006/customXml" ds:itemID="{11EAA0AB-0190-4360-B414-0DC77D541953}">
  <ds:schemaRefs>
    <ds:schemaRef ds:uri="ESRI.ArcGIS.Mapping.OfficeIntegration.PowerPointInfo"/>
  </ds:schemaRefs>
</ds:datastoreItem>
</file>

<file path=customXml/itemProps44.xml><?xml version="1.0" encoding="utf-8"?>
<ds:datastoreItem xmlns:ds="http://schemas.openxmlformats.org/officeDocument/2006/customXml" ds:itemID="{F617453B-EEEE-4708-AEFF-568C56612F5E}">
  <ds:schemaRefs>
    <ds:schemaRef ds:uri="ESRI.ArcGIS.Mapping.OfficeIntegration.PowerPointInfo"/>
  </ds:schemaRefs>
</ds:datastoreItem>
</file>

<file path=customXml/itemProps45.xml><?xml version="1.0" encoding="utf-8"?>
<ds:datastoreItem xmlns:ds="http://schemas.openxmlformats.org/officeDocument/2006/customXml" ds:itemID="{96B04945-32D8-4CB9-AF9D-A872701BC9FE}">
  <ds:schemaRefs>
    <ds:schemaRef ds:uri="ESRI.ArcGIS.Mapping.OfficeIntegration.PowerPointInfo"/>
  </ds:schemaRefs>
</ds:datastoreItem>
</file>

<file path=customXml/itemProps46.xml><?xml version="1.0" encoding="utf-8"?>
<ds:datastoreItem xmlns:ds="http://schemas.openxmlformats.org/officeDocument/2006/customXml" ds:itemID="{92B0D295-E29D-4811-BF59-545D210E3033}">
  <ds:schemaRefs>
    <ds:schemaRef ds:uri="ESRI.ArcGIS.Mapping.OfficeIntegration.PowerPointInfo"/>
  </ds:schemaRefs>
</ds:datastoreItem>
</file>

<file path=customXml/itemProps47.xml><?xml version="1.0" encoding="utf-8"?>
<ds:datastoreItem xmlns:ds="http://schemas.openxmlformats.org/officeDocument/2006/customXml" ds:itemID="{4C46DB25-DB3B-402B-8106-49746D2BF60B}">
  <ds:schemaRefs>
    <ds:schemaRef ds:uri="ESRI.ArcGIS.Mapping.OfficeIntegration.PowerPointInfo"/>
  </ds:schemaRefs>
</ds:datastoreItem>
</file>

<file path=customXml/itemProps48.xml><?xml version="1.0" encoding="utf-8"?>
<ds:datastoreItem xmlns:ds="http://schemas.openxmlformats.org/officeDocument/2006/customXml" ds:itemID="{33ED3650-7E35-4C5F-B6DE-E40FD89432FE}">
  <ds:schemaRefs>
    <ds:schemaRef ds:uri="ESRI.ArcGIS.Mapping.OfficeIntegration.PowerPointInfo"/>
  </ds:schemaRefs>
</ds:datastoreItem>
</file>

<file path=customXml/itemProps49.xml><?xml version="1.0" encoding="utf-8"?>
<ds:datastoreItem xmlns:ds="http://schemas.openxmlformats.org/officeDocument/2006/customXml" ds:itemID="{82B365B6-C402-460B-9983-A7EE7289A44B}">
  <ds:schemaRefs>
    <ds:schemaRef ds:uri="259101c1-9551-4334-b989-73056c36b22d"/>
    <ds:schemaRef ds:uri="3a1bded6-fae6-4339-abbb-8f6b8b0f325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50.xml><?xml version="1.0" encoding="utf-8"?>
<ds:datastoreItem xmlns:ds="http://schemas.openxmlformats.org/officeDocument/2006/customXml" ds:itemID="{C1FB25AD-D122-4330-966A-71A0620021FC}">
  <ds:schemaRefs>
    <ds:schemaRef ds:uri="ESRI.ArcGIS.Mapping.OfficeIntegration.PowerPointInfo"/>
  </ds:schemaRefs>
</ds:datastoreItem>
</file>

<file path=customXml/itemProps51.xml><?xml version="1.0" encoding="utf-8"?>
<ds:datastoreItem xmlns:ds="http://schemas.openxmlformats.org/officeDocument/2006/customXml" ds:itemID="{4E798188-6C15-48C5-A61D-009A570A1946}">
  <ds:schemaRefs>
    <ds:schemaRef ds:uri="ESRI.ArcGIS.Mapping.OfficeIntegration.PowerPointInfo"/>
  </ds:schemaRefs>
</ds:datastoreItem>
</file>

<file path=customXml/itemProps52.xml><?xml version="1.0" encoding="utf-8"?>
<ds:datastoreItem xmlns:ds="http://schemas.openxmlformats.org/officeDocument/2006/customXml" ds:itemID="{D8E69DC8-705A-4B67-9B66-A787E10BE4D9}">
  <ds:schemaRefs>
    <ds:schemaRef ds:uri="ESRI.ArcGIS.Mapping.OfficeIntegration.PowerPointInfo"/>
  </ds:schemaRefs>
</ds:datastoreItem>
</file>

<file path=customXml/itemProps53.xml><?xml version="1.0" encoding="utf-8"?>
<ds:datastoreItem xmlns:ds="http://schemas.openxmlformats.org/officeDocument/2006/customXml" ds:itemID="{7633C54E-A9B8-4048-8D9E-6EE42897DDB8}">
  <ds:schemaRefs>
    <ds:schemaRef ds:uri="ESRI.ArcGIS.Mapping.OfficeIntegration.PowerPointInfo"/>
  </ds:schemaRefs>
</ds:datastoreItem>
</file>

<file path=customXml/itemProps54.xml><?xml version="1.0" encoding="utf-8"?>
<ds:datastoreItem xmlns:ds="http://schemas.openxmlformats.org/officeDocument/2006/customXml" ds:itemID="{368B1F31-F08B-437A-96CC-4E3E066EF16C}">
  <ds:schemaRefs>
    <ds:schemaRef ds:uri="ESRI.ArcGIS.Mapping.OfficeIntegration.PowerPointInfo"/>
  </ds:schemaRefs>
</ds:datastoreItem>
</file>

<file path=customXml/itemProps55.xml><?xml version="1.0" encoding="utf-8"?>
<ds:datastoreItem xmlns:ds="http://schemas.openxmlformats.org/officeDocument/2006/customXml" ds:itemID="{F2A2C587-E342-4475-ACD4-AC9AFCA08F78}">
  <ds:schemaRefs>
    <ds:schemaRef ds:uri="ESRI.ArcGIS.Mapping.OfficeIntegration.PowerPointInfo"/>
  </ds:schemaRefs>
</ds:datastoreItem>
</file>

<file path=customXml/itemProps56.xml><?xml version="1.0" encoding="utf-8"?>
<ds:datastoreItem xmlns:ds="http://schemas.openxmlformats.org/officeDocument/2006/customXml" ds:itemID="{82315561-0D31-4451-B187-2513D75D41B7}">
  <ds:schemaRefs>
    <ds:schemaRef ds:uri="ESRI.ArcGIS.Mapping.OfficeIntegration.PowerPointInfo"/>
  </ds:schemaRefs>
</ds:datastoreItem>
</file>

<file path=customXml/itemProps57.xml><?xml version="1.0" encoding="utf-8"?>
<ds:datastoreItem xmlns:ds="http://schemas.openxmlformats.org/officeDocument/2006/customXml" ds:itemID="{166EB381-5111-448C-8DEB-E1128E5ACA50}">
  <ds:schemaRefs>
    <ds:schemaRef ds:uri="ESRI.ArcGIS.Mapping.OfficeIntegration.PowerPointInfo"/>
  </ds:schemaRefs>
</ds:datastoreItem>
</file>

<file path=customXml/itemProps58.xml><?xml version="1.0" encoding="utf-8"?>
<ds:datastoreItem xmlns:ds="http://schemas.openxmlformats.org/officeDocument/2006/customXml" ds:itemID="{9F739E6B-7B50-4B18-BDE9-9C351A050A4E}">
  <ds:schemaRefs>
    <ds:schemaRef ds:uri="ESRI.ArcGIS.Mapping.OfficeIntegration.PowerPointInfo"/>
  </ds:schemaRefs>
</ds:datastoreItem>
</file>

<file path=customXml/itemProps59.xml><?xml version="1.0" encoding="utf-8"?>
<ds:datastoreItem xmlns:ds="http://schemas.openxmlformats.org/officeDocument/2006/customXml" ds:itemID="{74D01E3D-C731-4DFD-AE4F-595A3907642C}">
  <ds:schemaRefs>
    <ds:schemaRef ds:uri="ESRI.ArcGIS.Mapping.OfficeIntegration.PowerPointInfo"/>
  </ds:schemaRefs>
</ds:datastoreItem>
</file>

<file path=customXml/itemProps60.xml><?xml version="1.0" encoding="utf-8"?>
<ds:datastoreItem xmlns:ds="http://schemas.openxmlformats.org/officeDocument/2006/customXml" ds:itemID="{C9BFF7FF-1E18-49AE-BC83-1D3045C6D087}">
  <ds:schemaRefs>
    <ds:schemaRef ds:uri="ESRI.ArcGIS.Mapping.OfficeIntegration.PowerPointInfo"/>
  </ds:schemaRefs>
</ds:datastoreItem>
</file>

<file path=customXml/itemProps61.xml><?xml version="1.0" encoding="utf-8"?>
<ds:datastoreItem xmlns:ds="http://schemas.openxmlformats.org/officeDocument/2006/customXml" ds:itemID="{1A5B68A4-5198-42C2-AA27-796FD2DE11AC}">
  <ds:schemaRefs>
    <ds:schemaRef ds:uri="ESRI.ArcGIS.Mapping.OfficeIntegration.PowerPointInfo"/>
  </ds:schemaRefs>
</ds:datastoreItem>
</file>

<file path=customXml/itemProps62.xml><?xml version="1.0" encoding="utf-8"?>
<ds:datastoreItem xmlns:ds="http://schemas.openxmlformats.org/officeDocument/2006/customXml" ds:itemID="{E825D8C7-0A3D-407D-A658-829C67D05AA9}">
  <ds:schemaRefs>
    <ds:schemaRef ds:uri="ESRI.ArcGIS.Mapping.OfficeIntegration.PowerPointInfo"/>
  </ds:schemaRefs>
</ds:datastoreItem>
</file>

<file path=customXml/itemProps63.xml><?xml version="1.0" encoding="utf-8"?>
<ds:datastoreItem xmlns:ds="http://schemas.openxmlformats.org/officeDocument/2006/customXml" ds:itemID="{7EFA337D-25D3-40F2-B26B-DDD15D272BD4}">
  <ds:schemaRefs>
    <ds:schemaRef ds:uri="ESRI.ArcGIS.Mapping.OfficeIntegration.PowerPointInfo"/>
  </ds:schemaRefs>
</ds:datastoreItem>
</file>

<file path=customXml/itemProps64.xml><?xml version="1.0" encoding="utf-8"?>
<ds:datastoreItem xmlns:ds="http://schemas.openxmlformats.org/officeDocument/2006/customXml" ds:itemID="{44958F8E-A7C3-42BF-AA06-10D1990424C6}">
  <ds:schemaRefs>
    <ds:schemaRef ds:uri="ESRI.ArcGIS.Mapping.OfficeIntegration.PowerPointInfo"/>
  </ds:schemaRefs>
</ds:datastoreItem>
</file>

<file path=customXml/itemProps65.xml><?xml version="1.0" encoding="utf-8"?>
<ds:datastoreItem xmlns:ds="http://schemas.openxmlformats.org/officeDocument/2006/customXml" ds:itemID="{B04DF874-4B6C-40E3-8754-A472D5BDF8AE}">
  <ds:schemaRefs>
    <ds:schemaRef ds:uri="ESRI.ArcGIS.Mapping.OfficeIntegration.PowerPointInfo"/>
  </ds:schemaRefs>
</ds:datastoreItem>
</file>

<file path=customXml/itemProps66.xml><?xml version="1.0" encoding="utf-8"?>
<ds:datastoreItem xmlns:ds="http://schemas.openxmlformats.org/officeDocument/2006/customXml" ds:itemID="{0812CAEA-4927-44B8-AFA6-67D2880A569B}">
  <ds:schemaRefs>
    <ds:schemaRef ds:uri="ESRI.ArcGIS.Mapping.OfficeIntegration.PowerPointInfo"/>
  </ds:schemaRefs>
</ds:datastoreItem>
</file>

<file path=customXml/itemProps67.xml><?xml version="1.0" encoding="utf-8"?>
<ds:datastoreItem xmlns:ds="http://schemas.openxmlformats.org/officeDocument/2006/customXml" ds:itemID="{8624B969-212E-442A-8C8C-B8A3E361AF45}">
  <ds:schemaRefs>
    <ds:schemaRef ds:uri="ESRI.ArcGIS.Mapping.OfficeIntegration.PowerPointInfo"/>
  </ds:schemaRefs>
</ds:datastoreItem>
</file>

<file path=customXml/itemProps68.xml><?xml version="1.0" encoding="utf-8"?>
<ds:datastoreItem xmlns:ds="http://schemas.openxmlformats.org/officeDocument/2006/customXml" ds:itemID="{EDF30E45-2A45-4CB3-BD66-2D25402DA857}">
  <ds:schemaRefs>
    <ds:schemaRef ds:uri="ESRI.ArcGIS.Mapping.OfficeIntegration.PowerPointInfo"/>
  </ds:schemaRefs>
</ds:datastoreItem>
</file>

<file path=customXml/itemProps69.xml><?xml version="1.0" encoding="utf-8"?>
<ds:datastoreItem xmlns:ds="http://schemas.openxmlformats.org/officeDocument/2006/customXml" ds:itemID="{8DF94704-FE8F-4BCC-A48C-D2A4E15B62FA}">
  <ds:schemaRefs>
    <ds:schemaRef ds:uri="ESRI.ArcGIS.Mapping.OfficeIntegration.PowerPointInfo"/>
  </ds:schemaRefs>
</ds:datastoreItem>
</file>

<file path=customXml/itemProps70.xml><?xml version="1.0" encoding="utf-8"?>
<ds:datastoreItem xmlns:ds="http://schemas.openxmlformats.org/officeDocument/2006/customXml" ds:itemID="{2300D02B-02E0-490C-9D74-E01BEA0EC2F8}">
  <ds:schemaRefs>
    <ds:schemaRef ds:uri="ESRI.ArcGIS.Mapping.OfficeIntegration.PowerPointInfo"/>
  </ds:schemaRefs>
</ds:datastoreItem>
</file>

<file path=customXml/itemProps71.xml><?xml version="1.0" encoding="utf-8"?>
<ds:datastoreItem xmlns:ds="http://schemas.openxmlformats.org/officeDocument/2006/customXml" ds:itemID="{5DF21AD3-52AF-4536-A6F7-7504B8C4FB94}">
  <ds:schemaRefs>
    <ds:schemaRef ds:uri="ESRI.ArcGIS.Mapping.OfficeIntegration.PowerPointInfo"/>
  </ds:schemaRefs>
</ds:datastoreItem>
</file>

<file path=customXml/itemProps72.xml><?xml version="1.0" encoding="utf-8"?>
<ds:datastoreItem xmlns:ds="http://schemas.openxmlformats.org/officeDocument/2006/customXml" ds:itemID="{3D596447-4AEA-4FD9-A910-E076ED104951}">
  <ds:schemaRefs>
    <ds:schemaRef ds:uri="ESRI.ArcGIS.Mapping.OfficeIntegration.PowerPointInfo"/>
  </ds:schemaRefs>
</ds:datastoreItem>
</file>

<file path=customXml/itemProps73.xml><?xml version="1.0" encoding="utf-8"?>
<ds:datastoreItem xmlns:ds="http://schemas.openxmlformats.org/officeDocument/2006/customXml" ds:itemID="{0BD0A0FB-AEF1-4217-9A2E-55EA0D8285BD}">
  <ds:schemaRefs>
    <ds:schemaRef ds:uri="ESRI.ArcGIS.Mapping.OfficeIntegration.PowerPointInfo"/>
  </ds:schemaRefs>
</ds:datastoreItem>
</file>

<file path=customXml/itemProps74.xml><?xml version="1.0" encoding="utf-8"?>
<ds:datastoreItem xmlns:ds="http://schemas.openxmlformats.org/officeDocument/2006/customXml" ds:itemID="{B67C8D94-A2DC-47EB-A73D-B65801C2629C}">
  <ds:schemaRefs>
    <ds:schemaRef ds:uri="ESRI.ArcGIS.Mapping.OfficeIntegration.PowerPointInfo"/>
  </ds:schemaRefs>
</ds:datastoreItem>
</file>

<file path=customXml/itemProps75.xml><?xml version="1.0" encoding="utf-8"?>
<ds:datastoreItem xmlns:ds="http://schemas.openxmlformats.org/officeDocument/2006/customXml" ds:itemID="{18495339-525E-4D61-880E-AEAB89C28C9F}">
  <ds:schemaRefs>
    <ds:schemaRef ds:uri="ESRI.ArcGIS.Mapping.OfficeIntegration.PowerPointInfo"/>
  </ds:schemaRefs>
</ds:datastoreItem>
</file>

<file path=customXml/itemProps76.xml><?xml version="1.0" encoding="utf-8"?>
<ds:datastoreItem xmlns:ds="http://schemas.openxmlformats.org/officeDocument/2006/customXml" ds:itemID="{49C04A82-B303-4D99-9D19-67AC22428BE5}">
  <ds:schemaRefs>
    <ds:schemaRef ds:uri="ESRI.ArcGIS.Mapping.OfficeIntegration.PowerPointInfo"/>
  </ds:schemaRefs>
</ds:datastoreItem>
</file>

<file path=customXml/itemProps77.xml><?xml version="1.0" encoding="utf-8"?>
<ds:datastoreItem xmlns:ds="http://schemas.openxmlformats.org/officeDocument/2006/customXml" ds:itemID="{853F7EBD-E830-42F3-91C5-9535CB595E15}">
  <ds:schemaRefs>
    <ds:schemaRef ds:uri="ESRI.ArcGIS.Mapping.OfficeIntegration.PowerPointInfo"/>
  </ds:schemaRefs>
</ds:datastoreItem>
</file>

<file path=customXml/itemProps78.xml><?xml version="1.0" encoding="utf-8"?>
<ds:datastoreItem xmlns:ds="http://schemas.openxmlformats.org/officeDocument/2006/customXml" ds:itemID="{E6CD1430-D803-4945-95F8-E6238F64D650}">
  <ds:schemaRefs>
    <ds:schemaRef ds:uri="ESRI.ArcGIS.Mapping.OfficeIntegration.PowerPointInfo"/>
  </ds:schemaRefs>
</ds:datastoreItem>
</file>

<file path=customXml/itemProps79.xml><?xml version="1.0" encoding="utf-8"?>
<ds:datastoreItem xmlns:ds="http://schemas.openxmlformats.org/officeDocument/2006/customXml" ds:itemID="{3C88FCA9-78B0-413F-9CF9-7BAADA078ECC}">
  <ds:schemaRefs>
    <ds:schemaRef ds:uri="ESRI.ArcGIS.Mapping.OfficeIntegration.PowerPointInfo"/>
  </ds:schemaRefs>
</ds:datastoreItem>
</file>

<file path=customXml/itemProps80.xml><?xml version="1.0" encoding="utf-8"?>
<ds:datastoreItem xmlns:ds="http://schemas.openxmlformats.org/officeDocument/2006/customXml" ds:itemID="{7ACD95EC-A4C4-401C-9B10-27DC0CD40ABE}">
  <ds:schemaRefs>
    <ds:schemaRef ds:uri="ESRI.ArcGIS.Mapping.OfficeIntegration.PowerPointInfo"/>
  </ds:schemaRefs>
</ds:datastoreItem>
</file>

<file path=customXml/itemProps81.xml><?xml version="1.0" encoding="utf-8"?>
<ds:datastoreItem xmlns:ds="http://schemas.openxmlformats.org/officeDocument/2006/customXml" ds:itemID="{68804C5C-4C5B-445B-9BE7-D5B7AF28A65C}">
  <ds:schemaRefs>
    <ds:schemaRef ds:uri="ESRI.ArcGIS.Mapping.OfficeIntegration.PowerPointInfo"/>
  </ds:schemaRefs>
</ds:datastoreItem>
</file>

<file path=customXml/itemProps82.xml><?xml version="1.0" encoding="utf-8"?>
<ds:datastoreItem xmlns:ds="http://schemas.openxmlformats.org/officeDocument/2006/customXml" ds:itemID="{BF7372A7-E167-4F2F-A83B-5619F658FC43}">
  <ds:schemaRefs>
    <ds:schemaRef ds:uri="ESRI.ArcGIS.Mapping.OfficeIntegration.PowerPointInfo"/>
  </ds:schemaRefs>
</ds:datastoreItem>
</file>

<file path=customXml/itemProps83.xml><?xml version="1.0" encoding="utf-8"?>
<ds:datastoreItem xmlns:ds="http://schemas.openxmlformats.org/officeDocument/2006/customXml" ds:itemID="{2F0B5AEB-FC3F-4638-A996-5232B58CA18F}">
  <ds:schemaRefs>
    <ds:schemaRef ds:uri="ESRI.ArcGIS.Mapping.OfficeIntegration.PowerPointInfo"/>
  </ds:schemaRefs>
</ds:datastoreItem>
</file>

<file path=customXml/itemProps84.xml><?xml version="1.0" encoding="utf-8"?>
<ds:datastoreItem xmlns:ds="http://schemas.openxmlformats.org/officeDocument/2006/customXml" ds:itemID="{37C5D48B-573A-41DA-8937-333E22BADECA}">
  <ds:schemaRefs>
    <ds:schemaRef ds:uri="ESRI.ArcGIS.Mapping.OfficeIntegration.PowerPointInfo"/>
  </ds:schemaRefs>
</ds:datastoreItem>
</file>

<file path=customXml/itemProps85.xml><?xml version="1.0" encoding="utf-8"?>
<ds:datastoreItem xmlns:ds="http://schemas.openxmlformats.org/officeDocument/2006/customXml" ds:itemID="{C524090E-CE3F-4AD2-936E-C6E37634B75E}">
  <ds:schemaRefs>
    <ds:schemaRef ds:uri="ESRI.ArcGIS.Mapping.OfficeIntegration.PowerPointInfo"/>
  </ds:schemaRefs>
</ds:datastoreItem>
</file>

<file path=customXml/itemProps86.xml><?xml version="1.0" encoding="utf-8"?>
<ds:datastoreItem xmlns:ds="http://schemas.openxmlformats.org/officeDocument/2006/customXml" ds:itemID="{107074B1-1637-4C3C-AA67-56DF0D1AC2CB}">
  <ds:schemaRefs>
    <ds:schemaRef ds:uri="ESRI.ArcGIS.Mapping.OfficeIntegration.PowerPointInfo"/>
  </ds:schemaRefs>
</ds:datastoreItem>
</file>

<file path=customXml/itemProps87.xml><?xml version="1.0" encoding="utf-8"?>
<ds:datastoreItem xmlns:ds="http://schemas.openxmlformats.org/officeDocument/2006/customXml" ds:itemID="{A3F8F417-A43C-4F05-B0A7-DBF382026F61}">
  <ds:schemaRefs>
    <ds:schemaRef ds:uri="ESRI.ArcGIS.Mapping.OfficeIntegration.PowerPointInfo"/>
  </ds:schemaRefs>
</ds:datastoreItem>
</file>

<file path=customXml/itemProps88.xml><?xml version="1.0" encoding="utf-8"?>
<ds:datastoreItem xmlns:ds="http://schemas.openxmlformats.org/officeDocument/2006/customXml" ds:itemID="{FBEC50F2-712D-42AE-8929-88958CA02CAB}">
  <ds:schemaRefs>
    <ds:schemaRef ds:uri="ESRI.ArcGIS.Mapping.OfficeIntegration.PowerPointInfo"/>
  </ds:schemaRefs>
</ds:datastoreItem>
</file>

<file path=customXml/itemProps89.xml><?xml version="1.0" encoding="utf-8"?>
<ds:datastoreItem xmlns:ds="http://schemas.openxmlformats.org/officeDocument/2006/customXml" ds:itemID="{3D3F135D-E93F-4F16-945C-14F17FFC23CD}">
  <ds:schemaRefs>
    <ds:schemaRef ds:uri="ESRI.ArcGIS.Mapping.OfficeIntegration.PowerPointInfo"/>
  </ds:schemaRefs>
</ds:datastoreItem>
</file>

<file path=customXml/itemProps90.xml><?xml version="1.0" encoding="utf-8"?>
<ds:datastoreItem xmlns:ds="http://schemas.openxmlformats.org/officeDocument/2006/customXml" ds:itemID="{985967D9-E22A-4BC5-B941-C7269C966684}">
  <ds:schemaRefs>
    <ds:schemaRef ds:uri="ESRI.ArcGIS.Mapping.OfficeIntegration.PowerPointInfo"/>
  </ds:schemaRefs>
</ds:datastoreItem>
</file>

<file path=customXml/itemProps91.xml><?xml version="1.0" encoding="utf-8"?>
<ds:datastoreItem xmlns:ds="http://schemas.openxmlformats.org/officeDocument/2006/customXml" ds:itemID="{A1671194-72F5-43EF-9ADA-67CA7DE53B83}">
  <ds:schemaRefs>
    <ds:schemaRef ds:uri="ESRI.ArcGIS.Mapping.OfficeIntegration.PowerPointInfo"/>
  </ds:schemaRefs>
</ds:datastoreItem>
</file>

<file path=customXml/itemProps92.xml><?xml version="1.0" encoding="utf-8"?>
<ds:datastoreItem xmlns:ds="http://schemas.openxmlformats.org/officeDocument/2006/customXml" ds:itemID="{AD63FE2D-0BCF-4FBF-A134-885F71896F77}">
  <ds:schemaRefs>
    <ds:schemaRef ds:uri="ESRI.ArcGIS.Mapping.OfficeIntegration.PowerPointInfo"/>
  </ds:schemaRefs>
</ds:datastoreItem>
</file>

<file path=customXml/itemProps93.xml><?xml version="1.0" encoding="utf-8"?>
<ds:datastoreItem xmlns:ds="http://schemas.openxmlformats.org/officeDocument/2006/customXml" ds:itemID="{62E3004F-3218-43B9-BF2E-72DBD3C65429}">
  <ds:schemaRefs>
    <ds:schemaRef ds:uri="ESRI.ArcGIS.Mapping.OfficeIntegration.PowerPointInfo"/>
  </ds:schemaRefs>
</ds:datastoreItem>
</file>

<file path=customXml/itemProps94.xml><?xml version="1.0" encoding="utf-8"?>
<ds:datastoreItem xmlns:ds="http://schemas.openxmlformats.org/officeDocument/2006/customXml" ds:itemID="{1AEB1A2A-9C8D-4CC5-B1F5-972899944A1F}">
  <ds:schemaRefs>
    <ds:schemaRef ds:uri="ESRI.ArcGIS.Mapping.OfficeIntegration.PowerPointInfo"/>
  </ds:schemaRefs>
</ds:datastoreItem>
</file>

<file path=customXml/itemProps95.xml><?xml version="1.0" encoding="utf-8"?>
<ds:datastoreItem xmlns:ds="http://schemas.openxmlformats.org/officeDocument/2006/customXml" ds:itemID="{B878CEF6-CD4D-48BB-965B-07318C00A475}">
  <ds:schemaRefs>
    <ds:schemaRef ds:uri="ESRI.ArcGIS.Mapping.OfficeIntegration.PowerPointInfo"/>
  </ds:schemaRefs>
</ds:datastoreItem>
</file>

<file path=customXml/itemProps96.xml><?xml version="1.0" encoding="utf-8"?>
<ds:datastoreItem xmlns:ds="http://schemas.openxmlformats.org/officeDocument/2006/customXml" ds:itemID="{FC67C532-7689-4A0C-89FF-300AFA7601F9}">
  <ds:schemaRefs>
    <ds:schemaRef ds:uri="ESRI.ArcGIS.Mapping.OfficeIntegration.PowerPointInfo"/>
  </ds:schemaRefs>
</ds:datastoreItem>
</file>

<file path=customXml/itemProps97.xml><?xml version="1.0" encoding="utf-8"?>
<ds:datastoreItem xmlns:ds="http://schemas.openxmlformats.org/officeDocument/2006/customXml" ds:itemID="{C35AE0FD-45DB-4BCE-9045-B4FA99AE5638}">
  <ds:schemaRefs>
    <ds:schemaRef ds:uri="ESRI.ArcGIS.Mapping.OfficeIntegration.PowerPointInfo"/>
  </ds:schemaRefs>
</ds:datastoreItem>
</file>

<file path=customXml/itemProps98.xml><?xml version="1.0" encoding="utf-8"?>
<ds:datastoreItem xmlns:ds="http://schemas.openxmlformats.org/officeDocument/2006/customXml" ds:itemID="{FC2AE1AA-A0E5-4F70-9AD1-1B06894E88D9}">
  <ds:schemaRefs>
    <ds:schemaRef ds:uri="ESRI.ArcGIS.Mapping.OfficeIntegration.PowerPointInfo"/>
  </ds:schemaRefs>
</ds:datastoreItem>
</file>

<file path=customXml/itemProps99.xml><?xml version="1.0" encoding="utf-8"?>
<ds:datastoreItem xmlns:ds="http://schemas.openxmlformats.org/officeDocument/2006/customXml" ds:itemID="{3FD124FB-198F-47F2-9830-576A9FB04B68}">
  <ds:schemaRefs>
    <ds:schemaRef ds:uri="ESRI.ArcGIS.Mapping.OfficeIntegration.PowerPointInfo"/>
  </ds:schemaRefs>
</ds:datastoreItem>
</file>

<file path=customXml/itemProps100.xml><?xml version="1.0" encoding="utf-8"?>
<ds:datastoreItem xmlns:ds="http://schemas.openxmlformats.org/officeDocument/2006/customXml" ds:itemID="{290490BB-A751-408D-9267-2FFE4334242B}">
  <ds:schemaRefs>
    <ds:schemaRef ds:uri="ESRI.ArcGIS.Mapping.OfficeIntegration.PowerPointInfo"/>
  </ds:schemaRefs>
</ds:datastoreItem>
</file>

<file path=customXml/itemProps101.xml><?xml version="1.0" encoding="utf-8"?>
<ds:datastoreItem xmlns:ds="http://schemas.openxmlformats.org/officeDocument/2006/customXml" ds:itemID="{BE6579B1-24CC-4F65-A4F1-3A2AA8392D44}">
  <ds:schemaRefs>
    <ds:schemaRef ds:uri="ESRI.ArcGIS.Mapping.OfficeIntegration.PowerPointInfo"/>
  </ds:schemaRefs>
</ds:datastoreItem>
</file>

<file path=customXml/itemProps102.xml><?xml version="1.0" encoding="utf-8"?>
<ds:datastoreItem xmlns:ds="http://schemas.openxmlformats.org/officeDocument/2006/customXml" ds:itemID="{1AB74E94-2EC7-4371-9285-56E53949B282}">
  <ds:schemaRefs>
    <ds:schemaRef ds:uri="ESRI.ArcGIS.Mapping.OfficeIntegration.PowerPointInfo"/>
  </ds:schemaRefs>
</ds:datastoreItem>
</file>

<file path=customXml/itemProps103.xml><?xml version="1.0" encoding="utf-8"?>
<ds:datastoreItem xmlns:ds="http://schemas.openxmlformats.org/officeDocument/2006/customXml" ds:itemID="{B7A9D8F2-140A-41B7-97F1-0FA85187D308}">
  <ds:schemaRefs>
    <ds:schemaRef ds:uri="ESRI.ArcGIS.Mapping.OfficeIntegration.PowerPointInfo"/>
  </ds:schemaRefs>
</ds:datastoreItem>
</file>

<file path=customXml/itemProps104.xml><?xml version="1.0" encoding="utf-8"?>
<ds:datastoreItem xmlns:ds="http://schemas.openxmlformats.org/officeDocument/2006/customXml" ds:itemID="{6A3F7BAE-EB8B-4E2E-AB63-D5F1095C0351}">
  <ds:schemaRefs>
    <ds:schemaRef ds:uri="ESRI.ArcGIS.Mapping.OfficeIntegration.PowerPointInfo"/>
  </ds:schemaRefs>
</ds:datastoreItem>
</file>

<file path=customXml/itemProps105.xml><?xml version="1.0" encoding="utf-8"?>
<ds:datastoreItem xmlns:ds="http://schemas.openxmlformats.org/officeDocument/2006/customXml" ds:itemID="{DEE728F0-65A3-4295-9F0B-23AE1B57061D}">
  <ds:schemaRefs>
    <ds:schemaRef ds:uri="ESRI.ArcGIS.Mapping.OfficeIntegration.PowerPointInfo"/>
  </ds:schemaRefs>
</ds:datastoreItem>
</file>

<file path=customXml/itemProps106.xml><?xml version="1.0" encoding="utf-8"?>
<ds:datastoreItem xmlns:ds="http://schemas.openxmlformats.org/officeDocument/2006/customXml" ds:itemID="{2B95EAC0-A32E-496A-874D-D0D77D2EF37B}">
  <ds:schemaRefs>
    <ds:schemaRef ds:uri="ESRI.ArcGIS.Mapping.OfficeIntegration.PowerPointInfo"/>
  </ds:schemaRefs>
</ds:datastoreItem>
</file>

<file path=customXml/itemProps107.xml><?xml version="1.0" encoding="utf-8"?>
<ds:datastoreItem xmlns:ds="http://schemas.openxmlformats.org/officeDocument/2006/customXml" ds:itemID="{872D5DEB-5ED0-499A-A619-1C3D626DEA58}">
  <ds:schemaRefs>
    <ds:schemaRef ds:uri="ESRI.ArcGIS.Mapping.OfficeIntegration.PowerPointInfo"/>
  </ds:schemaRefs>
</ds:datastoreItem>
</file>

<file path=customXml/itemProps108.xml><?xml version="1.0" encoding="utf-8"?>
<ds:datastoreItem xmlns:ds="http://schemas.openxmlformats.org/officeDocument/2006/customXml" ds:itemID="{1E31F4E7-921C-4150-B52B-B3FC34D88EA9}">
  <ds:schemaRefs>
    <ds:schemaRef ds:uri="ESRI.ArcGIS.Mapping.OfficeIntegration.PowerPointInfo"/>
  </ds:schemaRefs>
</ds:datastoreItem>
</file>

<file path=customXml/itemProps109.xml><?xml version="1.0" encoding="utf-8"?>
<ds:datastoreItem xmlns:ds="http://schemas.openxmlformats.org/officeDocument/2006/customXml" ds:itemID="{BFDB141E-C384-499F-8283-2CB355D8F0C7}">
  <ds:schemaRefs>
    <ds:schemaRef ds:uri="ESRI.ArcGIS.Mapping.OfficeIntegration.PowerPointInfo"/>
  </ds:schemaRefs>
</ds:datastoreItem>
</file>

<file path=customXml/itemProps110.xml><?xml version="1.0" encoding="utf-8"?>
<ds:datastoreItem xmlns:ds="http://schemas.openxmlformats.org/officeDocument/2006/customXml" ds:itemID="{BDBDF21B-91CB-4E16-9EC3-49BBC0AD18C4}">
  <ds:schemaRefs>
    <ds:schemaRef ds:uri="ESRI.ArcGIS.Mapping.OfficeIntegration.PowerPointInfo"/>
  </ds:schemaRefs>
</ds:datastoreItem>
</file>

<file path=customXml/itemProps111.xml><?xml version="1.0" encoding="utf-8"?>
<ds:datastoreItem xmlns:ds="http://schemas.openxmlformats.org/officeDocument/2006/customXml" ds:itemID="{56FC506F-3B84-4AD7-B12F-D12A38015E65}">
  <ds:schemaRefs>
    <ds:schemaRef ds:uri="ESRI.ArcGIS.Mapping.OfficeIntegration.PowerPointInfo"/>
  </ds:schemaRefs>
</ds:datastoreItem>
</file>

<file path=customXml/itemProps112.xml><?xml version="1.0" encoding="utf-8"?>
<ds:datastoreItem xmlns:ds="http://schemas.openxmlformats.org/officeDocument/2006/customXml" ds:itemID="{9F848CCF-E28E-4B7C-A90B-50FE30EBBEBC}">
  <ds:schemaRefs>
    <ds:schemaRef ds:uri="ESRI.ArcGIS.Mapping.OfficeIntegration.PowerPointInfo"/>
  </ds:schemaRefs>
</ds:datastoreItem>
</file>

<file path=customXml/itemProps113.xml><?xml version="1.0" encoding="utf-8"?>
<ds:datastoreItem xmlns:ds="http://schemas.openxmlformats.org/officeDocument/2006/customXml" ds:itemID="{CCFF8874-747B-4364-9C5A-070C4401F5D8}">
  <ds:schemaRefs>
    <ds:schemaRef ds:uri="ESRI.ArcGIS.Mapping.OfficeIntegration.PowerPointInfo"/>
  </ds:schemaRefs>
</ds:datastoreItem>
</file>

<file path=customXml/itemProps114.xml><?xml version="1.0" encoding="utf-8"?>
<ds:datastoreItem xmlns:ds="http://schemas.openxmlformats.org/officeDocument/2006/customXml" ds:itemID="{290284CE-07C1-4D0A-9048-2E80DD89178D}">
  <ds:schemaRefs>
    <ds:schemaRef ds:uri="ESRI.ArcGIS.Mapping.OfficeIntegration.PowerPointInfo"/>
  </ds:schemaRefs>
</ds:datastoreItem>
</file>

<file path=customXml/itemProps115.xml><?xml version="1.0" encoding="utf-8"?>
<ds:datastoreItem xmlns:ds="http://schemas.openxmlformats.org/officeDocument/2006/customXml" ds:itemID="{234BED29-3560-4631-A62E-2586177F4E04}">
  <ds:schemaRefs>
    <ds:schemaRef ds:uri="ESRI.ArcGIS.Mapping.OfficeIntegration.PowerPointInfo"/>
  </ds:schemaRefs>
</ds:datastoreItem>
</file>

<file path=customXml/itemProps116.xml><?xml version="1.0" encoding="utf-8"?>
<ds:datastoreItem xmlns:ds="http://schemas.openxmlformats.org/officeDocument/2006/customXml" ds:itemID="{BD59F8D3-427C-4E50-9EF7-F30B263EFDC5}">
  <ds:schemaRefs>
    <ds:schemaRef ds:uri="ESRI.ArcGIS.Mapping.OfficeIntegration.PowerPointInfo"/>
  </ds:schemaRefs>
</ds:datastoreItem>
</file>

<file path=customXml/itemProps117.xml><?xml version="1.0" encoding="utf-8"?>
<ds:datastoreItem xmlns:ds="http://schemas.openxmlformats.org/officeDocument/2006/customXml" ds:itemID="{FFCA6ADE-3A65-4D51-AECF-1E2A2FEDFD59}">
  <ds:schemaRefs>
    <ds:schemaRef ds:uri="ESRI.ArcGIS.Mapping.OfficeIntegration.PowerPointInfo"/>
  </ds:schemaRefs>
</ds:datastoreItem>
</file>

<file path=customXml/itemProps118.xml><?xml version="1.0" encoding="utf-8"?>
<ds:datastoreItem xmlns:ds="http://schemas.openxmlformats.org/officeDocument/2006/customXml" ds:itemID="{65A90D91-58F4-4CE1-9CB9-4BFCB2557514}">
  <ds:schemaRefs>
    <ds:schemaRef ds:uri="ESRI.ArcGIS.Mapping.OfficeIntegration.PowerPointInfo"/>
  </ds:schemaRefs>
</ds:datastoreItem>
</file>

<file path=customXml/itemProps119.xml><?xml version="1.0" encoding="utf-8"?>
<ds:datastoreItem xmlns:ds="http://schemas.openxmlformats.org/officeDocument/2006/customXml" ds:itemID="{EF40BFB1-004D-425B-A598-9EBB145E5CFC}">
  <ds:schemaRefs>
    <ds:schemaRef ds:uri="ESRI.ArcGIS.Mapping.OfficeIntegration.PowerPointInfo"/>
  </ds:schemaRefs>
</ds:datastoreItem>
</file>

<file path=customXml/itemProps120.xml><?xml version="1.0" encoding="utf-8"?>
<ds:datastoreItem xmlns:ds="http://schemas.openxmlformats.org/officeDocument/2006/customXml" ds:itemID="{91E4B8DD-1A17-49EE-AB8F-507D4BBEF531}">
  <ds:schemaRefs>
    <ds:schemaRef ds:uri="ESRI.ArcGIS.Mapping.OfficeIntegration.PowerPointInfo"/>
  </ds:schemaRefs>
</ds:datastoreItem>
</file>

<file path=customXml/itemProps121.xml><?xml version="1.0" encoding="utf-8"?>
<ds:datastoreItem xmlns:ds="http://schemas.openxmlformats.org/officeDocument/2006/customXml" ds:itemID="{8A2A1928-A30D-4340-B0AF-F16565A56449}">
  <ds:schemaRefs>
    <ds:schemaRef ds:uri="ESRI.ArcGIS.Mapping.OfficeIntegration.PowerPointInfo"/>
  </ds:schemaRefs>
</ds:datastoreItem>
</file>

<file path=customXml/itemProps122.xml><?xml version="1.0" encoding="utf-8"?>
<ds:datastoreItem xmlns:ds="http://schemas.openxmlformats.org/officeDocument/2006/customXml" ds:itemID="{78C5C405-7939-40E5-B765-F1DAAE87DD3F}">
  <ds:schemaRefs>
    <ds:schemaRef ds:uri="ESRI.ArcGIS.Mapping.OfficeIntegration.PowerPointInfo"/>
  </ds:schemaRefs>
</ds:datastoreItem>
</file>

<file path=customXml/itemProps123.xml><?xml version="1.0" encoding="utf-8"?>
<ds:datastoreItem xmlns:ds="http://schemas.openxmlformats.org/officeDocument/2006/customXml" ds:itemID="{722969D7-4ACD-4172-B4FF-B7B4DFBA6469}">
  <ds:schemaRefs>
    <ds:schemaRef ds:uri="ESRI.ArcGIS.Mapping.OfficeIntegration.PowerPointInfo"/>
  </ds:schemaRefs>
</ds:datastoreItem>
</file>

<file path=customXml/itemProps124.xml><?xml version="1.0" encoding="utf-8"?>
<ds:datastoreItem xmlns:ds="http://schemas.openxmlformats.org/officeDocument/2006/customXml" ds:itemID="{7E8B34C4-D20F-4C18-B683-E90437A0187F}">
  <ds:schemaRefs>
    <ds:schemaRef ds:uri="ESRI.ArcGIS.Mapping.OfficeIntegration.PowerPointInfo"/>
  </ds:schemaRefs>
</ds:datastoreItem>
</file>

<file path=customXml/itemProps125.xml><?xml version="1.0" encoding="utf-8"?>
<ds:datastoreItem xmlns:ds="http://schemas.openxmlformats.org/officeDocument/2006/customXml" ds:itemID="{8CC92306-26F6-4518-9136-CE5AA46955D8}">
  <ds:schemaRefs>
    <ds:schemaRef ds:uri="ESRI.ArcGIS.Mapping.OfficeIntegration.PowerPointInfo"/>
  </ds:schemaRefs>
</ds:datastoreItem>
</file>

<file path=customXml/itemProps126.xml><?xml version="1.0" encoding="utf-8"?>
<ds:datastoreItem xmlns:ds="http://schemas.openxmlformats.org/officeDocument/2006/customXml" ds:itemID="{7F556780-0293-4884-9A9E-F88B8857D6EE}">
  <ds:schemaRefs>
    <ds:schemaRef ds:uri="ESRI.ArcGIS.Mapping.OfficeIntegration.PowerPointInfo"/>
  </ds:schemaRefs>
</ds:datastoreItem>
</file>

<file path=customXml/itemProps127.xml><?xml version="1.0" encoding="utf-8"?>
<ds:datastoreItem xmlns:ds="http://schemas.openxmlformats.org/officeDocument/2006/customXml" ds:itemID="{D6545809-488C-4CC0-B32B-C68698399AE8}">
  <ds:schemaRefs>
    <ds:schemaRef ds:uri="ESRI.ArcGIS.Mapping.OfficeIntegration.PowerPointInfo"/>
  </ds:schemaRefs>
</ds:datastoreItem>
</file>

<file path=customXml/itemProps128.xml><?xml version="1.0" encoding="utf-8"?>
<ds:datastoreItem xmlns:ds="http://schemas.openxmlformats.org/officeDocument/2006/customXml" ds:itemID="{D0678AF4-CEE2-44A0-8852-A13FBBBDE879}">
  <ds:schemaRefs>
    <ds:schemaRef ds:uri="ESRI.ArcGIS.Mapping.OfficeIntegration.PowerPointInfo"/>
  </ds:schemaRefs>
</ds:datastoreItem>
</file>

<file path=customXml/itemProps129.xml><?xml version="1.0" encoding="utf-8"?>
<ds:datastoreItem xmlns:ds="http://schemas.openxmlformats.org/officeDocument/2006/customXml" ds:itemID="{34C7AF53-26B3-48C0-8D6C-349D1700906C}">
  <ds:schemaRefs>
    <ds:schemaRef ds:uri="ESRI.ArcGIS.Mapping.OfficeIntegration.PowerPointInfo"/>
  </ds:schemaRefs>
</ds:datastoreItem>
</file>

<file path=customXml/itemProps130.xml><?xml version="1.0" encoding="utf-8"?>
<ds:datastoreItem xmlns:ds="http://schemas.openxmlformats.org/officeDocument/2006/customXml" ds:itemID="{42EF1377-E396-4655-B707-B566ADF99115}">
  <ds:schemaRefs>
    <ds:schemaRef ds:uri="ESRI.ArcGIS.Mapping.OfficeIntegration.PowerPointInfo"/>
  </ds:schemaRefs>
</ds:datastoreItem>
</file>

<file path=customXml/itemProps131.xml><?xml version="1.0" encoding="utf-8"?>
<ds:datastoreItem xmlns:ds="http://schemas.openxmlformats.org/officeDocument/2006/customXml" ds:itemID="{7075B20E-9F31-4F15-BCB5-5B7D1CB87944}">
  <ds:schemaRefs>
    <ds:schemaRef ds:uri="ESRI.ArcGIS.Mapping.OfficeIntegration.PowerPointInfo"/>
  </ds:schemaRefs>
</ds:datastoreItem>
</file>

<file path=customXml/itemProps132.xml><?xml version="1.0" encoding="utf-8"?>
<ds:datastoreItem xmlns:ds="http://schemas.openxmlformats.org/officeDocument/2006/customXml" ds:itemID="{156DB699-44DF-46BA-8FA5-D4625A571AA4}">
  <ds:schemaRefs>
    <ds:schemaRef ds:uri="ESRI.ArcGIS.Mapping.OfficeIntegration.PowerPointInfo"/>
  </ds:schemaRefs>
</ds:datastoreItem>
</file>

<file path=customXml/itemProps133.xml><?xml version="1.0" encoding="utf-8"?>
<ds:datastoreItem xmlns:ds="http://schemas.openxmlformats.org/officeDocument/2006/customXml" ds:itemID="{D59537DD-631C-4F42-9668-50919CF7C5CC}">
  <ds:schemaRefs>
    <ds:schemaRef ds:uri="ESRI.ArcGIS.Mapping.OfficeIntegration.PowerPointInfo"/>
  </ds:schemaRefs>
</ds:datastoreItem>
</file>

<file path=customXml/itemProps134.xml><?xml version="1.0" encoding="utf-8"?>
<ds:datastoreItem xmlns:ds="http://schemas.openxmlformats.org/officeDocument/2006/customXml" ds:itemID="{4065D909-D32A-43E1-81BE-BE0821CE03C5}">
  <ds:schemaRefs>
    <ds:schemaRef ds:uri="ESRI.ArcGIS.Mapping.OfficeIntegration.PowerPointInfo"/>
  </ds:schemaRefs>
</ds:datastoreItem>
</file>

<file path=customXml/itemProps135.xml><?xml version="1.0" encoding="utf-8"?>
<ds:datastoreItem xmlns:ds="http://schemas.openxmlformats.org/officeDocument/2006/customXml" ds:itemID="{23E22DA2-F89A-4C77-BF25-B97372DE3A0E}">
  <ds:schemaRefs>
    <ds:schemaRef ds:uri="ESRI.ArcGIS.Mapping.OfficeIntegration.PowerPointInfo"/>
  </ds:schemaRefs>
</ds:datastoreItem>
</file>

<file path=customXml/itemProps136.xml><?xml version="1.0" encoding="utf-8"?>
<ds:datastoreItem xmlns:ds="http://schemas.openxmlformats.org/officeDocument/2006/customXml" ds:itemID="{0C77B484-2DDC-4823-86B2-B6B750EB21CC}">
  <ds:schemaRefs>
    <ds:schemaRef ds:uri="ESRI.ArcGIS.Mapping.OfficeIntegration.PowerPointInfo"/>
  </ds:schemaRefs>
</ds:datastoreItem>
</file>

<file path=customXml/itemProps137.xml><?xml version="1.0" encoding="utf-8"?>
<ds:datastoreItem xmlns:ds="http://schemas.openxmlformats.org/officeDocument/2006/customXml" ds:itemID="{17CA8D01-163C-487E-A13E-1AEA007243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9101c1-9551-4334-b989-73056c36b22d"/>
    <ds:schemaRef ds:uri="3a1bded6-fae6-4339-abbb-8f6b8b0f32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38.xml><?xml version="1.0" encoding="utf-8"?>
<ds:datastoreItem xmlns:ds="http://schemas.openxmlformats.org/officeDocument/2006/customXml" ds:itemID="{F254457C-F500-40A7-919A-6949B289892F}">
  <ds:schemaRefs>
    <ds:schemaRef ds:uri="ESRI.ArcGIS.Mapping.OfficeIntegration.PowerPointInfo"/>
  </ds:schemaRefs>
</ds:datastoreItem>
</file>

<file path=customXml/itemProps139.xml><?xml version="1.0" encoding="utf-8"?>
<ds:datastoreItem xmlns:ds="http://schemas.openxmlformats.org/officeDocument/2006/customXml" ds:itemID="{46D93242-D2B1-4847-82AC-5AB2666C9E57}">
  <ds:schemaRefs>
    <ds:schemaRef ds:uri="ESRI.ArcGIS.Mapping.OfficeIntegration.PowerPointInfo"/>
  </ds:schemaRefs>
</ds:datastoreItem>
</file>

<file path=customXml/itemProps140.xml><?xml version="1.0" encoding="utf-8"?>
<ds:datastoreItem xmlns:ds="http://schemas.openxmlformats.org/officeDocument/2006/customXml" ds:itemID="{FAE9D676-A7AE-4FB9-ACED-89A69BADD7A8}">
  <ds:schemaRefs>
    <ds:schemaRef ds:uri="ESRI.ArcGIS.Mapping.OfficeIntegration.PowerPointInfo"/>
  </ds:schemaRefs>
</ds:datastoreItem>
</file>

<file path=customXml/itemProps141.xml><?xml version="1.0" encoding="utf-8"?>
<ds:datastoreItem xmlns:ds="http://schemas.openxmlformats.org/officeDocument/2006/customXml" ds:itemID="{6E31E011-9A2F-4F65-95A4-A7961B046ABC}">
  <ds:schemaRefs>
    <ds:schemaRef ds:uri="ESRI.ArcGIS.Mapping.OfficeIntegration.PowerPointInfo"/>
  </ds:schemaRefs>
</ds:datastoreItem>
</file>

<file path=customXml/itemProps142.xml><?xml version="1.0" encoding="utf-8"?>
<ds:datastoreItem xmlns:ds="http://schemas.openxmlformats.org/officeDocument/2006/customXml" ds:itemID="{02A03397-9914-45E5-A210-D92092E2009D}">
  <ds:schemaRefs>
    <ds:schemaRef ds:uri="ESRI.ArcGIS.Mapping.OfficeIntegration.PowerPointInfo"/>
  </ds:schemaRefs>
</ds:datastoreItem>
</file>

<file path=customXml/itemProps143.xml><?xml version="1.0" encoding="utf-8"?>
<ds:datastoreItem xmlns:ds="http://schemas.openxmlformats.org/officeDocument/2006/customXml" ds:itemID="{A624EA18-BC4A-45C0-A846-F91F171770D3}">
  <ds:schemaRefs>
    <ds:schemaRef ds:uri="ESRI.ArcGIS.Mapping.OfficeIntegration.PowerPointInfo"/>
  </ds:schemaRefs>
</ds:datastoreItem>
</file>

<file path=customXml/itemProps144.xml><?xml version="1.0" encoding="utf-8"?>
<ds:datastoreItem xmlns:ds="http://schemas.openxmlformats.org/officeDocument/2006/customXml" ds:itemID="{C12F5AA7-316C-4231-98AC-33848C794702}">
  <ds:schemaRefs>
    <ds:schemaRef ds:uri="ESRI.ArcGIS.Mapping.OfficeIntegration.PowerPointInfo"/>
  </ds:schemaRefs>
</ds:datastoreItem>
</file>

<file path=customXml/itemProps145.xml><?xml version="1.0" encoding="utf-8"?>
<ds:datastoreItem xmlns:ds="http://schemas.openxmlformats.org/officeDocument/2006/customXml" ds:itemID="{D5BA7F09-41E8-4E05-AEFE-7ACD29EEFA5F}">
  <ds:schemaRefs>
    <ds:schemaRef ds:uri="ESRI.ArcGIS.Mapping.OfficeIntegration.PowerPointInfo"/>
  </ds:schemaRefs>
</ds:datastoreItem>
</file>

<file path=customXml/itemProps146.xml><?xml version="1.0" encoding="utf-8"?>
<ds:datastoreItem xmlns:ds="http://schemas.openxmlformats.org/officeDocument/2006/customXml" ds:itemID="{C2723B08-1A2B-444A-93D5-712AE119A187}">
  <ds:schemaRefs>
    <ds:schemaRef ds:uri="ESRI.ArcGIS.Mapping.OfficeIntegration.PowerPointInfo"/>
  </ds:schemaRefs>
</ds:datastoreItem>
</file>

<file path=customXml/itemProps147.xml><?xml version="1.0" encoding="utf-8"?>
<ds:datastoreItem xmlns:ds="http://schemas.openxmlformats.org/officeDocument/2006/customXml" ds:itemID="{51652064-A5AB-4A45-A73E-3C8295340C46}">
  <ds:schemaRefs>
    <ds:schemaRef ds:uri="ESRI.ArcGIS.Mapping.OfficeIntegration.PowerPointInfo"/>
  </ds:schemaRefs>
</ds:datastoreItem>
</file>

<file path=customXml/itemProps148.xml><?xml version="1.0" encoding="utf-8"?>
<ds:datastoreItem xmlns:ds="http://schemas.openxmlformats.org/officeDocument/2006/customXml" ds:itemID="{ECA0BEA1-6A83-40C0-B81D-2E4FFA9E135B}">
  <ds:schemaRefs>
    <ds:schemaRef ds:uri="ESRI.ArcGIS.Mapping.OfficeIntegration.PowerPointInfo"/>
  </ds:schemaRefs>
</ds:datastoreItem>
</file>

<file path=customXml/itemProps149.xml><?xml version="1.0" encoding="utf-8"?>
<ds:datastoreItem xmlns:ds="http://schemas.openxmlformats.org/officeDocument/2006/customXml" ds:itemID="{7E59AFB4-9AEC-44A6-AFF5-934051851E32}">
  <ds:schemaRefs>
    <ds:schemaRef ds:uri="ESRI.ArcGIS.Mapping.OfficeIntegration.PowerPointInfo"/>
  </ds:schemaRefs>
</ds:datastoreItem>
</file>

<file path=customXml/itemProps150.xml><?xml version="1.0" encoding="utf-8"?>
<ds:datastoreItem xmlns:ds="http://schemas.openxmlformats.org/officeDocument/2006/customXml" ds:itemID="{1D072343-8946-4F7F-BDB0-D91DA0273906}">
  <ds:schemaRefs>
    <ds:schemaRef ds:uri="ESRI.ArcGIS.Mapping.OfficeIntegration.PowerPointInfo"/>
  </ds:schemaRefs>
</ds:datastoreItem>
</file>

<file path=customXml/itemProps151.xml><?xml version="1.0" encoding="utf-8"?>
<ds:datastoreItem xmlns:ds="http://schemas.openxmlformats.org/officeDocument/2006/customXml" ds:itemID="{FAE9855F-3B32-4BF4-85CC-24D188F698DA}">
  <ds:schemaRefs>
    <ds:schemaRef ds:uri="ESRI.ArcGIS.Mapping.OfficeIntegration.PowerPointInfo"/>
  </ds:schemaRefs>
</ds:datastoreItem>
</file>

<file path=customXml/itemProps152.xml><?xml version="1.0" encoding="utf-8"?>
<ds:datastoreItem xmlns:ds="http://schemas.openxmlformats.org/officeDocument/2006/customXml" ds:itemID="{B309C77D-6497-4E88-97F2-EBEC76F0479A}">
  <ds:schemaRefs>
    <ds:schemaRef ds:uri="ESRI.ArcGIS.Mapping.OfficeIntegration.PowerPointInfo"/>
  </ds:schemaRefs>
</ds:datastoreItem>
</file>

<file path=customXml/itemProps153.xml><?xml version="1.0" encoding="utf-8"?>
<ds:datastoreItem xmlns:ds="http://schemas.openxmlformats.org/officeDocument/2006/customXml" ds:itemID="{9C7147F3-09DA-497A-97E8-BF2548239619}">
  <ds:schemaRefs>
    <ds:schemaRef ds:uri="ESRI.ArcGIS.Mapping.OfficeIntegration.PowerPointInfo"/>
  </ds:schemaRefs>
</ds:datastoreItem>
</file>

<file path=customXml/itemProps154.xml><?xml version="1.0" encoding="utf-8"?>
<ds:datastoreItem xmlns:ds="http://schemas.openxmlformats.org/officeDocument/2006/customXml" ds:itemID="{A873B173-4CBC-44B0-BDBE-C1A0748146F7}">
  <ds:schemaRefs>
    <ds:schemaRef ds:uri="ESRI.ArcGIS.Mapping.OfficeIntegration.PowerPointInfo"/>
  </ds:schemaRefs>
</ds:datastoreItem>
</file>

<file path=customXml/itemProps155.xml><?xml version="1.0" encoding="utf-8"?>
<ds:datastoreItem xmlns:ds="http://schemas.openxmlformats.org/officeDocument/2006/customXml" ds:itemID="{371504C8-CAFB-47E3-A963-9C63E087870F}">
  <ds:schemaRefs>
    <ds:schemaRef ds:uri="ESRI.ArcGIS.Mapping.OfficeIntegration.PowerPointInfo"/>
  </ds:schemaRefs>
</ds:datastoreItem>
</file>

<file path=customXml/itemProps156.xml><?xml version="1.0" encoding="utf-8"?>
<ds:datastoreItem xmlns:ds="http://schemas.openxmlformats.org/officeDocument/2006/customXml" ds:itemID="{E5BDC79B-70E8-4D6F-9AF5-0F560BC49A68}">
  <ds:schemaRefs>
    <ds:schemaRef ds:uri="ESRI.ArcGIS.Mapping.OfficeIntegration.PowerPointInfo"/>
  </ds:schemaRefs>
</ds:datastoreItem>
</file>

<file path=customXml/itemProps157.xml><?xml version="1.0" encoding="utf-8"?>
<ds:datastoreItem xmlns:ds="http://schemas.openxmlformats.org/officeDocument/2006/customXml" ds:itemID="{E8A2013E-D9E4-43A4-88A6-D46AA533004A}">
  <ds:schemaRefs>
    <ds:schemaRef ds:uri="ESRI.ArcGIS.Mapping.OfficeIntegration.PowerPointInfo"/>
  </ds:schemaRefs>
</ds:datastoreItem>
</file>

<file path=customXml/itemProps158.xml><?xml version="1.0" encoding="utf-8"?>
<ds:datastoreItem xmlns:ds="http://schemas.openxmlformats.org/officeDocument/2006/customXml" ds:itemID="{75DB0C73-C958-4EBC-94E6-D83C7EDA859A}">
  <ds:schemaRefs>
    <ds:schemaRef ds:uri="ESRI.ArcGIS.Mapping.OfficeIntegration.PowerPointInfo"/>
  </ds:schemaRefs>
</ds:datastoreItem>
</file>

<file path=customXml/itemProps159.xml><?xml version="1.0" encoding="utf-8"?>
<ds:datastoreItem xmlns:ds="http://schemas.openxmlformats.org/officeDocument/2006/customXml" ds:itemID="{6CADF65C-2160-4285-8260-9AAD6B2F7D9E}">
  <ds:schemaRefs>
    <ds:schemaRef ds:uri="ESRI.ArcGIS.Mapping.OfficeIntegration.PowerPointInfo"/>
  </ds:schemaRefs>
</ds:datastoreItem>
</file>

<file path=customXml/itemProps160.xml><?xml version="1.0" encoding="utf-8"?>
<ds:datastoreItem xmlns:ds="http://schemas.openxmlformats.org/officeDocument/2006/customXml" ds:itemID="{2C98D77E-182A-4D83-A057-6820DEDFDE1C}">
  <ds:schemaRefs>
    <ds:schemaRef ds:uri="ESRI.ArcGIS.Mapping.OfficeIntegration.PowerPointInfo"/>
  </ds:schemaRefs>
</ds:datastoreItem>
</file>

<file path=customXml/itemProps161.xml><?xml version="1.0" encoding="utf-8"?>
<ds:datastoreItem xmlns:ds="http://schemas.openxmlformats.org/officeDocument/2006/customXml" ds:itemID="{E00659C5-82DE-43D3-912C-4B2662CA2ACF}">
  <ds:schemaRefs>
    <ds:schemaRef ds:uri="ESRI.ArcGIS.Mapping.OfficeIntegration.PowerPointInfo"/>
  </ds:schemaRefs>
</ds:datastoreItem>
</file>

<file path=customXml/itemProps162.xml><?xml version="1.0" encoding="utf-8"?>
<ds:datastoreItem xmlns:ds="http://schemas.openxmlformats.org/officeDocument/2006/customXml" ds:itemID="{DE887154-6F0F-4124-A49D-42A37F13CC53}">
  <ds:schemaRefs>
    <ds:schemaRef ds:uri="ESRI.ArcGIS.Mapping.OfficeIntegration.PowerPointInfo"/>
  </ds:schemaRefs>
</ds:datastoreItem>
</file>

<file path=customXml/itemProps163.xml><?xml version="1.0" encoding="utf-8"?>
<ds:datastoreItem xmlns:ds="http://schemas.openxmlformats.org/officeDocument/2006/customXml" ds:itemID="{29D0F9AC-8FAE-482E-B23E-5243D600EFE1}">
  <ds:schemaRefs>
    <ds:schemaRef ds:uri="ESRI.ArcGIS.Mapping.OfficeIntegration.PowerPointInfo"/>
  </ds:schemaRefs>
</ds:datastoreItem>
</file>

<file path=customXml/itemProps164.xml><?xml version="1.0" encoding="utf-8"?>
<ds:datastoreItem xmlns:ds="http://schemas.openxmlformats.org/officeDocument/2006/customXml" ds:itemID="{E80E84F4-6238-4945-9399-17804FFC2A3C}">
  <ds:schemaRefs>
    <ds:schemaRef ds:uri="ESRI.ArcGIS.Mapping.OfficeIntegration.PowerPointInfo"/>
  </ds:schemaRefs>
</ds:datastoreItem>
</file>

<file path=customXml/itemProps165.xml><?xml version="1.0" encoding="utf-8"?>
<ds:datastoreItem xmlns:ds="http://schemas.openxmlformats.org/officeDocument/2006/customXml" ds:itemID="{AE563D94-39A5-4D5A-8127-CD203F20CD4A}">
  <ds:schemaRefs>
    <ds:schemaRef ds:uri="ESRI.ArcGIS.Mapping.OfficeIntegration.PowerPointInfo"/>
  </ds:schemaRefs>
</ds:datastoreItem>
</file>

<file path=customXml/itemProps166.xml><?xml version="1.0" encoding="utf-8"?>
<ds:datastoreItem xmlns:ds="http://schemas.openxmlformats.org/officeDocument/2006/customXml" ds:itemID="{583B983F-4865-4E49-A663-C9564BA07920}">
  <ds:schemaRefs>
    <ds:schemaRef ds:uri="ESRI.ArcGIS.Mapping.OfficeIntegration.PowerPointInfo"/>
  </ds:schemaRefs>
</ds:datastoreItem>
</file>

<file path=customXml/itemProps167.xml><?xml version="1.0" encoding="utf-8"?>
<ds:datastoreItem xmlns:ds="http://schemas.openxmlformats.org/officeDocument/2006/customXml" ds:itemID="{62CF21BE-394D-49AF-9C1E-E6CB86142477}">
  <ds:schemaRefs>
    <ds:schemaRef ds:uri="ESRI.ArcGIS.Mapping.OfficeIntegration.PowerPointInfo"/>
  </ds:schemaRefs>
</ds:datastoreItem>
</file>

<file path=customXml/itemProps168.xml><?xml version="1.0" encoding="utf-8"?>
<ds:datastoreItem xmlns:ds="http://schemas.openxmlformats.org/officeDocument/2006/customXml" ds:itemID="{5827F54F-3FF1-4027-9B7B-6DF233554340}">
  <ds:schemaRefs>
    <ds:schemaRef ds:uri="ESRI.ArcGIS.Mapping.OfficeIntegration.PowerPointInfo"/>
  </ds:schemaRefs>
</ds:datastoreItem>
</file>

<file path=customXml/itemProps169.xml><?xml version="1.0" encoding="utf-8"?>
<ds:datastoreItem xmlns:ds="http://schemas.openxmlformats.org/officeDocument/2006/customXml" ds:itemID="{B8F7C0E6-928C-44CB-AF49-086071F41DD9}">
  <ds:schemaRefs>
    <ds:schemaRef ds:uri="ESRI.ArcGIS.Mapping.OfficeIntegration.PowerPointInfo"/>
  </ds:schemaRefs>
</ds:datastoreItem>
</file>

<file path=customXml/itemProps170.xml><?xml version="1.0" encoding="utf-8"?>
<ds:datastoreItem xmlns:ds="http://schemas.openxmlformats.org/officeDocument/2006/customXml" ds:itemID="{99B2F230-AD9B-44B3-8590-7F1E9423F349}">
  <ds:schemaRefs>
    <ds:schemaRef ds:uri="ESRI.ArcGIS.Mapping.OfficeIntegration.PowerPointInfo"/>
  </ds:schemaRefs>
</ds:datastoreItem>
</file>

<file path=customXml/itemProps171.xml><?xml version="1.0" encoding="utf-8"?>
<ds:datastoreItem xmlns:ds="http://schemas.openxmlformats.org/officeDocument/2006/customXml" ds:itemID="{CC06F8BC-1AFB-49C5-B98B-FC2546D61B98}">
  <ds:schemaRefs>
    <ds:schemaRef ds:uri="ESRI.ArcGIS.Mapping.OfficeIntegration.PowerPointInfo"/>
  </ds:schemaRefs>
</ds:datastoreItem>
</file>

<file path=customXml/itemProps172.xml><?xml version="1.0" encoding="utf-8"?>
<ds:datastoreItem xmlns:ds="http://schemas.openxmlformats.org/officeDocument/2006/customXml" ds:itemID="{7FA56232-EE5E-4675-98B3-54375CA085AD}">
  <ds:schemaRefs>
    <ds:schemaRef ds:uri="ESRI.ArcGIS.Mapping.OfficeIntegration.PowerPointInfo"/>
  </ds:schemaRefs>
</ds:datastoreItem>
</file>

<file path=customXml/itemProps173.xml><?xml version="1.0" encoding="utf-8"?>
<ds:datastoreItem xmlns:ds="http://schemas.openxmlformats.org/officeDocument/2006/customXml" ds:itemID="{8719386B-A0CB-4877-A035-A230E20C916D}">
  <ds:schemaRefs>
    <ds:schemaRef ds:uri="ESRI.ArcGIS.Mapping.OfficeIntegration.PowerPointInfo"/>
  </ds:schemaRefs>
</ds:datastoreItem>
</file>

<file path=customXml/itemProps174.xml><?xml version="1.0" encoding="utf-8"?>
<ds:datastoreItem xmlns:ds="http://schemas.openxmlformats.org/officeDocument/2006/customXml" ds:itemID="{FFC3F137-DA1C-4A4F-98D7-EB930B12974B}">
  <ds:schemaRefs>
    <ds:schemaRef ds:uri="ESRI.ArcGIS.Mapping.OfficeIntegration.PowerPointInfo"/>
  </ds:schemaRefs>
</ds:datastoreItem>
</file>

<file path=customXml/itemProps175.xml><?xml version="1.0" encoding="utf-8"?>
<ds:datastoreItem xmlns:ds="http://schemas.openxmlformats.org/officeDocument/2006/customXml" ds:itemID="{19FD6F8F-8135-4E5E-8A30-67A961A30249}">
  <ds:schemaRefs>
    <ds:schemaRef ds:uri="ESRI.ArcGIS.Mapping.OfficeIntegration.PowerPointInfo"/>
  </ds:schemaRefs>
</ds:datastoreItem>
</file>

<file path=customXml/itemProps176.xml><?xml version="1.0" encoding="utf-8"?>
<ds:datastoreItem xmlns:ds="http://schemas.openxmlformats.org/officeDocument/2006/customXml" ds:itemID="{4AE94AEB-5FA9-476D-89C2-C3F3874CE099}">
  <ds:schemaRefs>
    <ds:schemaRef ds:uri="ESRI.ArcGIS.Mapping.OfficeIntegration.PowerPointInfo"/>
  </ds:schemaRefs>
</ds:datastoreItem>
</file>

<file path=customXml/itemProps177.xml><?xml version="1.0" encoding="utf-8"?>
<ds:datastoreItem xmlns:ds="http://schemas.openxmlformats.org/officeDocument/2006/customXml" ds:itemID="{C93DA635-E4CB-440B-9F60-C0F11BF9FCCA}">
  <ds:schemaRefs>
    <ds:schemaRef ds:uri="ESRI.ArcGIS.Mapping.OfficeIntegration.PowerPointInfo"/>
  </ds:schemaRefs>
</ds:datastoreItem>
</file>

<file path=customXml/itemProps178.xml><?xml version="1.0" encoding="utf-8"?>
<ds:datastoreItem xmlns:ds="http://schemas.openxmlformats.org/officeDocument/2006/customXml" ds:itemID="{49AFB7A3-6EF6-464D-AC4C-25998B2FF7F3}">
  <ds:schemaRefs>
    <ds:schemaRef ds:uri="ESRI.ArcGIS.Mapping.OfficeIntegration.PowerPointInfo"/>
  </ds:schemaRefs>
</ds:datastoreItem>
</file>

<file path=customXml/itemProps179.xml><?xml version="1.0" encoding="utf-8"?>
<ds:datastoreItem xmlns:ds="http://schemas.openxmlformats.org/officeDocument/2006/customXml" ds:itemID="{21949CBE-6BA2-4D9E-9C4F-4F96B432CE4F}">
  <ds:schemaRefs>
    <ds:schemaRef ds:uri="ESRI.ArcGIS.Mapping.OfficeIntegration.PowerPointInfo"/>
  </ds:schemaRefs>
</ds:datastoreItem>
</file>

<file path=customXml/itemProps180.xml><?xml version="1.0" encoding="utf-8"?>
<ds:datastoreItem xmlns:ds="http://schemas.openxmlformats.org/officeDocument/2006/customXml" ds:itemID="{4DCE4AC1-D472-48FB-A768-6153D26DECB0}">
  <ds:schemaRefs>
    <ds:schemaRef ds:uri="ESRI.ArcGIS.Mapping.OfficeIntegration.PowerPointInfo"/>
  </ds:schemaRefs>
</ds:datastoreItem>
</file>

<file path=customXml/itemProps181.xml><?xml version="1.0" encoding="utf-8"?>
<ds:datastoreItem xmlns:ds="http://schemas.openxmlformats.org/officeDocument/2006/customXml" ds:itemID="{82D6B0E2-4479-4B79-A55A-A73887929968}">
  <ds:schemaRefs>
    <ds:schemaRef ds:uri="ESRI.ArcGIS.Mapping.OfficeIntegration.PowerPointInfo"/>
  </ds:schemaRefs>
</ds:datastoreItem>
</file>

<file path=customXml/itemProps182.xml><?xml version="1.0" encoding="utf-8"?>
<ds:datastoreItem xmlns:ds="http://schemas.openxmlformats.org/officeDocument/2006/customXml" ds:itemID="{8FCC7CC0-27B0-4938-AB77-F0BE0ACB48B2}">
  <ds:schemaRefs>
    <ds:schemaRef ds:uri="ESRI.ArcGIS.Mapping.OfficeIntegration.PowerPointInfo"/>
  </ds:schemaRefs>
</ds:datastoreItem>
</file>

<file path=customXml/itemProps183.xml><?xml version="1.0" encoding="utf-8"?>
<ds:datastoreItem xmlns:ds="http://schemas.openxmlformats.org/officeDocument/2006/customXml" ds:itemID="{470BF832-5F14-4C8B-972C-906ADDF2D966}">
  <ds:schemaRefs>
    <ds:schemaRef ds:uri="ESRI.ArcGIS.Mapping.OfficeIntegration.PowerPointInfo"/>
  </ds:schemaRefs>
</ds:datastoreItem>
</file>

<file path=customXml/itemProps184.xml><?xml version="1.0" encoding="utf-8"?>
<ds:datastoreItem xmlns:ds="http://schemas.openxmlformats.org/officeDocument/2006/customXml" ds:itemID="{4CD28488-EBD4-4003-9E26-344B594C187B}">
  <ds:schemaRefs>
    <ds:schemaRef ds:uri="ESRI.ArcGIS.Mapping.OfficeIntegration.PowerPointInfo"/>
  </ds:schemaRefs>
</ds:datastoreItem>
</file>

<file path=customXml/itemProps185.xml><?xml version="1.0" encoding="utf-8"?>
<ds:datastoreItem xmlns:ds="http://schemas.openxmlformats.org/officeDocument/2006/customXml" ds:itemID="{525A014E-03BB-4B18-BBC4-5B1C2FFE54B4}">
  <ds:schemaRefs>
    <ds:schemaRef ds:uri="ESRI.ArcGIS.Mapping.OfficeIntegration.PowerPointInfo"/>
  </ds:schemaRefs>
</ds:datastoreItem>
</file>

<file path=customXml/itemProps186.xml><?xml version="1.0" encoding="utf-8"?>
<ds:datastoreItem xmlns:ds="http://schemas.openxmlformats.org/officeDocument/2006/customXml" ds:itemID="{419EDB61-E9A7-40B7-8AF6-A8C6F897C9E5}">
  <ds:schemaRefs>
    <ds:schemaRef ds:uri="ESRI.ArcGIS.Mapping.OfficeIntegration.PowerPointInfo"/>
  </ds:schemaRefs>
</ds:datastoreItem>
</file>

<file path=customXml/itemProps187.xml><?xml version="1.0" encoding="utf-8"?>
<ds:datastoreItem xmlns:ds="http://schemas.openxmlformats.org/officeDocument/2006/customXml" ds:itemID="{E8A0D598-FBAB-4DBB-9BD4-BDDFA3520F5C}">
  <ds:schemaRefs>
    <ds:schemaRef ds:uri="ESRI.ArcGIS.Mapping.OfficeIntegration.PowerPointInfo"/>
  </ds:schemaRefs>
</ds:datastoreItem>
</file>

<file path=customXml/itemProps188.xml><?xml version="1.0" encoding="utf-8"?>
<ds:datastoreItem xmlns:ds="http://schemas.openxmlformats.org/officeDocument/2006/customXml" ds:itemID="{418E5CE7-F1D4-4A0C-BFA1-A89F05C63812}">
  <ds:schemaRefs>
    <ds:schemaRef ds:uri="ESRI.ArcGIS.Mapping.OfficeIntegration.PowerPointInfo"/>
  </ds:schemaRefs>
</ds:datastoreItem>
</file>

<file path=customXml/itemProps189.xml><?xml version="1.0" encoding="utf-8"?>
<ds:datastoreItem xmlns:ds="http://schemas.openxmlformats.org/officeDocument/2006/customXml" ds:itemID="{F18ACC43-5D4E-4273-87FC-AC0050830557}">
  <ds:schemaRefs>
    <ds:schemaRef ds:uri="ESRI.ArcGIS.Mapping.OfficeIntegration.PowerPointInfo"/>
  </ds:schemaRefs>
</ds:datastoreItem>
</file>

<file path=customXml/itemProps190.xml><?xml version="1.0" encoding="utf-8"?>
<ds:datastoreItem xmlns:ds="http://schemas.openxmlformats.org/officeDocument/2006/customXml" ds:itemID="{5C320CD4-2890-46A2-8A3A-18D4F92ECF2A}">
  <ds:schemaRefs>
    <ds:schemaRef ds:uri="ESRI.ArcGIS.Mapping.OfficeIntegration.PowerPointInfo"/>
  </ds:schemaRefs>
</ds:datastoreItem>
</file>

<file path=customXml/itemProps191.xml><?xml version="1.0" encoding="utf-8"?>
<ds:datastoreItem xmlns:ds="http://schemas.openxmlformats.org/officeDocument/2006/customXml" ds:itemID="{1917FCAF-B5F3-4DFE-9BB2-D141C968B0C1}">
  <ds:schemaRefs>
    <ds:schemaRef ds:uri="ESRI.ArcGIS.Mapping.OfficeIntegration.PowerPointInfo"/>
  </ds:schemaRefs>
</ds:datastoreItem>
</file>

<file path=customXml/itemProps192.xml><?xml version="1.0" encoding="utf-8"?>
<ds:datastoreItem xmlns:ds="http://schemas.openxmlformats.org/officeDocument/2006/customXml" ds:itemID="{FB65045B-366A-4B41-80F0-2868F6C4F65A}">
  <ds:schemaRefs>
    <ds:schemaRef ds:uri="ESRI.ArcGIS.Mapping.OfficeIntegration.PowerPointInfo"/>
  </ds:schemaRefs>
</ds:datastoreItem>
</file>

<file path=customXml/itemProps193.xml><?xml version="1.0" encoding="utf-8"?>
<ds:datastoreItem xmlns:ds="http://schemas.openxmlformats.org/officeDocument/2006/customXml" ds:itemID="{E50E9140-2C16-4C14-B880-0CA6D9AC3384}">
  <ds:schemaRefs>
    <ds:schemaRef ds:uri="ESRI.ArcGIS.Mapping.OfficeIntegration.PowerPointInfo"/>
  </ds:schemaRefs>
</ds:datastoreItem>
</file>

<file path=customXml/itemProps194.xml><?xml version="1.0" encoding="utf-8"?>
<ds:datastoreItem xmlns:ds="http://schemas.openxmlformats.org/officeDocument/2006/customXml" ds:itemID="{C6482D86-515C-49DD-A15C-2EFCC72ED90D}">
  <ds:schemaRefs>
    <ds:schemaRef ds:uri="ESRI.ArcGIS.Mapping.OfficeIntegration.PowerPointInfo"/>
  </ds:schemaRefs>
</ds:datastoreItem>
</file>

<file path=customXml/itemProps195.xml><?xml version="1.0" encoding="utf-8"?>
<ds:datastoreItem xmlns:ds="http://schemas.openxmlformats.org/officeDocument/2006/customXml" ds:itemID="{9FBE628E-643C-44D5-BDBC-6709F54E192B}">
  <ds:schemaRefs>
    <ds:schemaRef ds:uri="ESRI.ArcGIS.Mapping.OfficeIntegration.PowerPointInfo"/>
  </ds:schemaRefs>
</ds:datastoreItem>
</file>

<file path=customXml/itemProps196.xml><?xml version="1.0" encoding="utf-8"?>
<ds:datastoreItem xmlns:ds="http://schemas.openxmlformats.org/officeDocument/2006/customXml" ds:itemID="{969C3D20-52B4-4B3B-A137-2306E60814F5}">
  <ds:schemaRefs>
    <ds:schemaRef ds:uri="ESRI.ArcGIS.Mapping.OfficeIntegration.PowerPointInfo"/>
  </ds:schemaRefs>
</ds:datastoreItem>
</file>

<file path=customXml/itemProps197.xml><?xml version="1.0" encoding="utf-8"?>
<ds:datastoreItem xmlns:ds="http://schemas.openxmlformats.org/officeDocument/2006/customXml" ds:itemID="{51F5FDD5-7FB3-4CC3-93CE-8C98CA3DF884}">
  <ds:schemaRefs>
    <ds:schemaRef ds:uri="ESRI.ArcGIS.Mapping.OfficeIntegration.PowerPointInfo"/>
  </ds:schemaRefs>
</ds:datastoreItem>
</file>

<file path=customXml/itemProps198.xml><?xml version="1.0" encoding="utf-8"?>
<ds:datastoreItem xmlns:ds="http://schemas.openxmlformats.org/officeDocument/2006/customXml" ds:itemID="{05B5D4DB-B0A4-4AE3-BA61-BA9D705C27DA}">
  <ds:schemaRefs>
    <ds:schemaRef ds:uri="ESRI.ArcGIS.Mapping.OfficeIntegration.PowerPointInfo"/>
  </ds:schemaRefs>
</ds:datastoreItem>
</file>

<file path=customXml/itemProps199.xml><?xml version="1.0" encoding="utf-8"?>
<ds:datastoreItem xmlns:ds="http://schemas.openxmlformats.org/officeDocument/2006/customXml" ds:itemID="{CBEF7337-2514-4D89-B8C4-B52F06A71EF4}">
  <ds:schemaRefs>
    <ds:schemaRef ds:uri="ESRI.ArcGIS.Mapping.OfficeIntegration.PowerPointInfo"/>
  </ds:schemaRefs>
</ds:datastoreItem>
</file>

<file path=customXml/itemProps200.xml><?xml version="1.0" encoding="utf-8"?>
<ds:datastoreItem xmlns:ds="http://schemas.openxmlformats.org/officeDocument/2006/customXml" ds:itemID="{35F512FA-96BD-4B92-976A-E90C74FAA747}">
  <ds:schemaRefs>
    <ds:schemaRef ds:uri="ESRI.ArcGIS.Mapping.OfficeIntegration.PowerPointInfo"/>
  </ds:schemaRefs>
</ds:datastoreItem>
</file>

<file path=customXml/itemProps201.xml><?xml version="1.0" encoding="utf-8"?>
<ds:datastoreItem xmlns:ds="http://schemas.openxmlformats.org/officeDocument/2006/customXml" ds:itemID="{460150F8-86DA-4F45-BA07-CB53C776A4A9}">
  <ds:schemaRefs>
    <ds:schemaRef ds:uri="ESRI.ArcGIS.Mapping.OfficeIntegration.PowerPointInfo"/>
  </ds:schemaRefs>
</ds:datastoreItem>
</file>

<file path=customXml/itemProps202.xml><?xml version="1.0" encoding="utf-8"?>
<ds:datastoreItem xmlns:ds="http://schemas.openxmlformats.org/officeDocument/2006/customXml" ds:itemID="{CE40F88B-F4CD-424B-AAED-9FA5CD35EDC2}">
  <ds:schemaRefs>
    <ds:schemaRef ds:uri="ESRI.ArcGIS.Mapping.OfficeIntegration.PowerPointInfo"/>
  </ds:schemaRefs>
</ds:datastoreItem>
</file>

<file path=customXml/itemProps203.xml><?xml version="1.0" encoding="utf-8"?>
<ds:datastoreItem xmlns:ds="http://schemas.openxmlformats.org/officeDocument/2006/customXml" ds:itemID="{6A7B46D5-9AC5-4C64-8B0A-614311AB09F1}">
  <ds:schemaRefs>
    <ds:schemaRef ds:uri="ESRI.ArcGIS.Mapping.OfficeIntegration.PowerPointInfo"/>
  </ds:schemaRefs>
</ds:datastoreItem>
</file>

<file path=customXml/itemProps204.xml><?xml version="1.0" encoding="utf-8"?>
<ds:datastoreItem xmlns:ds="http://schemas.openxmlformats.org/officeDocument/2006/customXml" ds:itemID="{B73B527C-E664-4B78-AC71-7D7BB42E73DA}">
  <ds:schemaRefs>
    <ds:schemaRef ds:uri="ESRI.ArcGIS.Mapping.OfficeIntegration.PowerPointInfo"/>
  </ds:schemaRefs>
</ds:datastoreItem>
</file>

<file path=customXml/itemProps205.xml><?xml version="1.0" encoding="utf-8"?>
<ds:datastoreItem xmlns:ds="http://schemas.openxmlformats.org/officeDocument/2006/customXml" ds:itemID="{EB3FAF66-576E-455A-99F1-7B16D8EFB884}">
  <ds:schemaRefs>
    <ds:schemaRef ds:uri="ESRI.ArcGIS.Mapping.OfficeIntegration.PowerPointInfo"/>
  </ds:schemaRefs>
</ds:datastoreItem>
</file>

<file path=customXml/itemProps206.xml><?xml version="1.0" encoding="utf-8"?>
<ds:datastoreItem xmlns:ds="http://schemas.openxmlformats.org/officeDocument/2006/customXml" ds:itemID="{DBF48524-C7FB-4BEC-82D6-35A611621B19}">
  <ds:schemaRefs>
    <ds:schemaRef ds:uri="ESRI.ArcGIS.Mapping.OfficeIntegration.PowerPointInfo"/>
  </ds:schemaRefs>
</ds:datastoreItem>
</file>

<file path=customXml/itemProps207.xml><?xml version="1.0" encoding="utf-8"?>
<ds:datastoreItem xmlns:ds="http://schemas.openxmlformats.org/officeDocument/2006/customXml" ds:itemID="{5983B2DC-70FA-49FB-9331-34BCEECC74DD}">
  <ds:schemaRefs>
    <ds:schemaRef ds:uri="ESRI.ArcGIS.Mapping.OfficeIntegration.PowerPointInfo"/>
  </ds:schemaRefs>
</ds:datastoreItem>
</file>

<file path=customXml/itemProps208.xml><?xml version="1.0" encoding="utf-8"?>
<ds:datastoreItem xmlns:ds="http://schemas.openxmlformats.org/officeDocument/2006/customXml" ds:itemID="{E545BDBD-CF87-4503-BEAD-1D30B596D809}">
  <ds:schemaRefs>
    <ds:schemaRef ds:uri="ESRI.ArcGIS.Mapping.OfficeIntegration.PowerPointInfo"/>
  </ds:schemaRefs>
</ds:datastoreItem>
</file>

<file path=customXml/itemProps209.xml><?xml version="1.0" encoding="utf-8"?>
<ds:datastoreItem xmlns:ds="http://schemas.openxmlformats.org/officeDocument/2006/customXml" ds:itemID="{CF356956-6EDD-4B70-A195-8A3214744C40}">
  <ds:schemaRefs>
    <ds:schemaRef ds:uri="ESRI.ArcGIS.Mapping.OfficeIntegration.PowerPointInfo"/>
  </ds:schemaRefs>
</ds:datastoreItem>
</file>

<file path=customXml/itemProps210.xml><?xml version="1.0" encoding="utf-8"?>
<ds:datastoreItem xmlns:ds="http://schemas.openxmlformats.org/officeDocument/2006/customXml" ds:itemID="{3E5B150C-7275-4302-A390-D19DB0696562}">
  <ds:schemaRefs>
    <ds:schemaRef ds:uri="ESRI.ArcGIS.Mapping.OfficeIntegration.PowerPointInfo"/>
  </ds:schemaRefs>
</ds:datastoreItem>
</file>

<file path=customXml/itemProps211.xml><?xml version="1.0" encoding="utf-8"?>
<ds:datastoreItem xmlns:ds="http://schemas.openxmlformats.org/officeDocument/2006/customXml" ds:itemID="{2D13770E-2A21-42ED-9AF9-A451EB626401}">
  <ds:schemaRefs>
    <ds:schemaRef ds:uri="ESRI.ArcGIS.Mapping.OfficeIntegration.PowerPointInfo"/>
  </ds:schemaRefs>
</ds:datastoreItem>
</file>

<file path=customXml/itemProps212.xml><?xml version="1.0" encoding="utf-8"?>
<ds:datastoreItem xmlns:ds="http://schemas.openxmlformats.org/officeDocument/2006/customXml" ds:itemID="{FE5A1183-70C8-426A-AF51-609CA2707366}">
  <ds:schemaRefs>
    <ds:schemaRef ds:uri="ESRI.ArcGIS.Mapping.OfficeIntegration.PowerPointInfo"/>
  </ds:schemaRefs>
</ds:datastoreItem>
</file>

<file path=customXml/itemProps213.xml><?xml version="1.0" encoding="utf-8"?>
<ds:datastoreItem xmlns:ds="http://schemas.openxmlformats.org/officeDocument/2006/customXml" ds:itemID="{AA868038-B968-449F-8EC3-A2A02F27D2FE}">
  <ds:schemaRefs>
    <ds:schemaRef ds:uri="ESRI.ArcGIS.Mapping.OfficeIntegration.PowerPointInfo"/>
  </ds:schemaRefs>
</ds:datastoreItem>
</file>

<file path=customXml/itemProps214.xml><?xml version="1.0" encoding="utf-8"?>
<ds:datastoreItem xmlns:ds="http://schemas.openxmlformats.org/officeDocument/2006/customXml" ds:itemID="{57F23682-9EC3-4207-8CA2-3E86C1EEDD34}">
  <ds:schemaRefs>
    <ds:schemaRef ds:uri="ESRI.ArcGIS.Mapping.OfficeIntegration.PowerPointInfo"/>
  </ds:schemaRefs>
</ds:datastoreItem>
</file>

<file path=customXml/itemProps215.xml><?xml version="1.0" encoding="utf-8"?>
<ds:datastoreItem xmlns:ds="http://schemas.openxmlformats.org/officeDocument/2006/customXml" ds:itemID="{73A133A3-4B57-4630-9C6D-85D9886CE778}">
  <ds:schemaRefs>
    <ds:schemaRef ds:uri="ESRI.ArcGIS.Mapping.OfficeIntegration.PowerPointInfo"/>
  </ds:schemaRefs>
</ds:datastoreItem>
</file>

<file path=customXml/itemProps216.xml><?xml version="1.0" encoding="utf-8"?>
<ds:datastoreItem xmlns:ds="http://schemas.openxmlformats.org/officeDocument/2006/customXml" ds:itemID="{E60C2916-B6FD-4205-AF75-E08C59D4423E}">
  <ds:schemaRefs>
    <ds:schemaRef ds:uri="ESRI.ArcGIS.Mapping.OfficeIntegration.PowerPointInfo"/>
  </ds:schemaRefs>
</ds:datastoreItem>
</file>

<file path=customXml/itemProps217.xml><?xml version="1.0" encoding="utf-8"?>
<ds:datastoreItem xmlns:ds="http://schemas.openxmlformats.org/officeDocument/2006/customXml" ds:itemID="{32ADB216-C233-4C05-B52F-FF98B9DDB1E4}">
  <ds:schemaRefs>
    <ds:schemaRef ds:uri="ESRI.ArcGIS.Mapping.OfficeIntegration.PowerPointInfo"/>
  </ds:schemaRefs>
</ds:datastoreItem>
</file>

<file path=customXml/itemProps218.xml><?xml version="1.0" encoding="utf-8"?>
<ds:datastoreItem xmlns:ds="http://schemas.openxmlformats.org/officeDocument/2006/customXml" ds:itemID="{BBBBA9D9-B118-4D6C-BC7D-EDA6FE923CF1}">
  <ds:schemaRefs>
    <ds:schemaRef ds:uri="ESRI.ArcGIS.Mapping.OfficeIntegration.PowerPointInfo"/>
  </ds:schemaRefs>
</ds:datastoreItem>
</file>

<file path=customXml/itemProps219.xml><?xml version="1.0" encoding="utf-8"?>
<ds:datastoreItem xmlns:ds="http://schemas.openxmlformats.org/officeDocument/2006/customXml" ds:itemID="{BF994712-3C75-4830-8FEB-3B193F67DA83}">
  <ds:schemaRefs>
    <ds:schemaRef ds:uri="ESRI.ArcGIS.Mapping.OfficeIntegration.PowerPointInfo"/>
  </ds:schemaRefs>
</ds:datastoreItem>
</file>

<file path=customXml/itemProps220.xml><?xml version="1.0" encoding="utf-8"?>
<ds:datastoreItem xmlns:ds="http://schemas.openxmlformats.org/officeDocument/2006/customXml" ds:itemID="{0729B87E-FF4B-414E-97A4-99EADBDC3800}">
  <ds:schemaRefs>
    <ds:schemaRef ds:uri="ESRI.ArcGIS.Mapping.OfficeIntegration.PowerPointInfo"/>
  </ds:schemaRefs>
</ds:datastoreItem>
</file>

<file path=customXml/itemProps221.xml><?xml version="1.0" encoding="utf-8"?>
<ds:datastoreItem xmlns:ds="http://schemas.openxmlformats.org/officeDocument/2006/customXml" ds:itemID="{4AE28F27-E399-4FDC-84BB-A2294C8FED39}">
  <ds:schemaRefs>
    <ds:schemaRef ds:uri="ESRI.ArcGIS.Mapping.OfficeIntegration.PowerPointInfo"/>
  </ds:schemaRefs>
</ds:datastoreItem>
</file>

<file path=customXml/itemProps222.xml><?xml version="1.0" encoding="utf-8"?>
<ds:datastoreItem xmlns:ds="http://schemas.openxmlformats.org/officeDocument/2006/customXml" ds:itemID="{E9969CCA-95A6-48EA-8156-79847644055D}">
  <ds:schemaRefs>
    <ds:schemaRef ds:uri="http://schemas.microsoft.com/sharepoint/v3/contenttype/forms"/>
  </ds:schemaRefs>
</ds:datastoreItem>
</file>

<file path=customXml/itemProps223.xml><?xml version="1.0" encoding="utf-8"?>
<ds:datastoreItem xmlns:ds="http://schemas.openxmlformats.org/officeDocument/2006/customXml" ds:itemID="{36A45DC4-A954-43F0-B71B-E81CF5B54382}">
  <ds:schemaRefs>
    <ds:schemaRef ds:uri="ESRI.ArcGIS.Mapping.OfficeIntegration.PowerPointInfo"/>
  </ds:schemaRefs>
</ds:datastoreItem>
</file>

<file path=customXml/itemProps224.xml><?xml version="1.0" encoding="utf-8"?>
<ds:datastoreItem xmlns:ds="http://schemas.openxmlformats.org/officeDocument/2006/customXml" ds:itemID="{27F8FD31-B3F8-4F38-918F-909C1A5D7CCA}">
  <ds:schemaRefs>
    <ds:schemaRef ds:uri="ESRI.ArcGIS.Mapping.OfficeIntegration.PowerPointInfo"/>
  </ds:schemaRefs>
</ds:datastoreItem>
</file>

<file path=customXml/itemProps225.xml><?xml version="1.0" encoding="utf-8"?>
<ds:datastoreItem xmlns:ds="http://schemas.openxmlformats.org/officeDocument/2006/customXml" ds:itemID="{C87103F0-DF70-4B1B-A887-82392C25621A}">
  <ds:schemaRefs>
    <ds:schemaRef ds:uri="ESRI.ArcGIS.Mapping.OfficeIntegration.PowerPointInfo"/>
  </ds:schemaRefs>
</ds:datastoreItem>
</file>

<file path=customXml/itemProps226.xml><?xml version="1.0" encoding="utf-8"?>
<ds:datastoreItem xmlns:ds="http://schemas.openxmlformats.org/officeDocument/2006/customXml" ds:itemID="{C8103242-FA50-40C8-AF65-33F20EBF938E}">
  <ds:schemaRefs>
    <ds:schemaRef ds:uri="ESRI.ArcGIS.Mapping.OfficeIntegration.PowerPointInfo"/>
  </ds:schemaRefs>
</ds:datastoreItem>
</file>

<file path=customXml/itemProps227.xml><?xml version="1.0" encoding="utf-8"?>
<ds:datastoreItem xmlns:ds="http://schemas.openxmlformats.org/officeDocument/2006/customXml" ds:itemID="{35A72E71-6130-47B3-9E24-ED0EEB554E2B}">
  <ds:schemaRefs>
    <ds:schemaRef ds:uri="ESRI.ArcGIS.Mapping.OfficeIntegration.PowerPointInfo"/>
  </ds:schemaRefs>
</ds:datastoreItem>
</file>

<file path=customXml/itemProps228.xml><?xml version="1.0" encoding="utf-8"?>
<ds:datastoreItem xmlns:ds="http://schemas.openxmlformats.org/officeDocument/2006/customXml" ds:itemID="{93176E84-A72C-4F4F-8FB4-ABF5C06DFBE4}">
  <ds:schemaRefs>
    <ds:schemaRef ds:uri="ESRI.ArcGIS.Mapping.OfficeIntegration.PowerPointInfo"/>
  </ds:schemaRefs>
</ds:datastoreItem>
</file>

<file path=customXml/itemProps229.xml><?xml version="1.0" encoding="utf-8"?>
<ds:datastoreItem xmlns:ds="http://schemas.openxmlformats.org/officeDocument/2006/customXml" ds:itemID="{64E80C69-3501-49F9-9B73-7CD0786F5989}">
  <ds:schemaRefs>
    <ds:schemaRef ds:uri="ESRI.ArcGIS.Mapping.OfficeIntegration.PowerPointInfo"/>
  </ds:schemaRefs>
</ds:datastoreItem>
</file>

<file path=customXml/itemProps230.xml><?xml version="1.0" encoding="utf-8"?>
<ds:datastoreItem xmlns:ds="http://schemas.openxmlformats.org/officeDocument/2006/customXml" ds:itemID="{7B59BFE8-09FE-43CA-8D54-C63C7A778E23}">
  <ds:schemaRefs>
    <ds:schemaRef ds:uri="ESRI.ArcGIS.Mapping.OfficeIntegration.PowerPointInfo"/>
  </ds:schemaRefs>
</ds:datastoreItem>
</file>

<file path=customXml/itemProps231.xml><?xml version="1.0" encoding="utf-8"?>
<ds:datastoreItem xmlns:ds="http://schemas.openxmlformats.org/officeDocument/2006/customXml" ds:itemID="{56F0E52F-5100-4F17-8B5F-1F7C93FC1E3A}">
  <ds:schemaRefs>
    <ds:schemaRef ds:uri="ESRI.ArcGIS.Mapping.OfficeIntegration.PowerPointInfo"/>
  </ds:schemaRefs>
</ds:datastoreItem>
</file>

<file path=customXml/itemProps232.xml><?xml version="1.0" encoding="utf-8"?>
<ds:datastoreItem xmlns:ds="http://schemas.openxmlformats.org/officeDocument/2006/customXml" ds:itemID="{D4F8B5FF-03CE-4ECD-8762-D36348C6D080}">
  <ds:schemaRefs>
    <ds:schemaRef ds:uri="ESRI.ArcGIS.Mapping.OfficeIntegration.PowerPointInfo"/>
  </ds:schemaRefs>
</ds:datastoreItem>
</file>

<file path=customXml/itemProps233.xml><?xml version="1.0" encoding="utf-8"?>
<ds:datastoreItem xmlns:ds="http://schemas.openxmlformats.org/officeDocument/2006/customXml" ds:itemID="{B3C2F501-3EEE-40AA-B75C-87A2F0C62C8F}">
  <ds:schemaRefs>
    <ds:schemaRef ds:uri="ESRI.ArcGIS.Mapping.OfficeIntegration.PowerPointInfo"/>
  </ds:schemaRefs>
</ds:datastoreItem>
</file>

<file path=customXml/itemProps234.xml><?xml version="1.0" encoding="utf-8"?>
<ds:datastoreItem xmlns:ds="http://schemas.openxmlformats.org/officeDocument/2006/customXml" ds:itemID="{EDD090CC-F7F7-490A-AB69-517FC528C693}">
  <ds:schemaRefs>
    <ds:schemaRef ds:uri="ESRI.ArcGIS.Mapping.OfficeIntegration.PowerPointInfo"/>
  </ds:schemaRefs>
</ds:datastoreItem>
</file>

<file path=customXml/itemProps235.xml><?xml version="1.0" encoding="utf-8"?>
<ds:datastoreItem xmlns:ds="http://schemas.openxmlformats.org/officeDocument/2006/customXml" ds:itemID="{ED4FAB89-A5B3-4CAF-9F24-45D55944EBD8}">
  <ds:schemaRefs>
    <ds:schemaRef ds:uri="ESRI.ArcGIS.Mapping.OfficeIntegration.PowerPointInfo"/>
  </ds:schemaRefs>
</ds:datastoreItem>
</file>

<file path=customXml/itemProps236.xml><?xml version="1.0" encoding="utf-8"?>
<ds:datastoreItem xmlns:ds="http://schemas.openxmlformats.org/officeDocument/2006/customXml" ds:itemID="{7DF1E097-DC01-4A1A-BD67-3C39B47FE1F4}">
  <ds:schemaRefs>
    <ds:schemaRef ds:uri="ESRI.ArcGIS.Mapping.OfficeIntegration.PowerPointInfo"/>
  </ds:schemaRefs>
</ds:datastoreItem>
</file>

<file path=customXml/itemProps237.xml><?xml version="1.0" encoding="utf-8"?>
<ds:datastoreItem xmlns:ds="http://schemas.openxmlformats.org/officeDocument/2006/customXml" ds:itemID="{D2A16FB7-3486-4BF5-83E2-BBF04FDD31D5}">
  <ds:schemaRefs>
    <ds:schemaRef ds:uri="ESRI.ArcGIS.Mapping.OfficeIntegration.PowerPointInfo"/>
  </ds:schemaRefs>
</ds:datastoreItem>
</file>

<file path=customXml/itemProps238.xml><?xml version="1.0" encoding="utf-8"?>
<ds:datastoreItem xmlns:ds="http://schemas.openxmlformats.org/officeDocument/2006/customXml" ds:itemID="{5D15B6D6-19BC-430D-B1B0-C8194489BCDC}">
  <ds:schemaRefs>
    <ds:schemaRef ds:uri="ESRI.ArcGIS.Mapping.OfficeIntegration.PowerPointInfo"/>
  </ds:schemaRefs>
</ds:datastoreItem>
</file>

<file path=customXml/itemProps239.xml><?xml version="1.0" encoding="utf-8"?>
<ds:datastoreItem xmlns:ds="http://schemas.openxmlformats.org/officeDocument/2006/customXml" ds:itemID="{A1A38615-0B25-4EB7-A79F-C3BD8C2ED095}">
  <ds:schemaRefs>
    <ds:schemaRef ds:uri="ESRI.ArcGIS.Mapping.OfficeIntegration.PowerPointInfo"/>
  </ds:schemaRefs>
</ds:datastoreItem>
</file>

<file path=customXml/itemProps240.xml><?xml version="1.0" encoding="utf-8"?>
<ds:datastoreItem xmlns:ds="http://schemas.openxmlformats.org/officeDocument/2006/customXml" ds:itemID="{85BFA6A8-77A3-489A-B2C5-1D78D4989E9A}">
  <ds:schemaRefs>
    <ds:schemaRef ds:uri="ESRI.ArcGIS.Mapping.OfficeIntegration.PowerPointInfo"/>
  </ds:schemaRefs>
</ds:datastoreItem>
</file>

<file path=customXml/itemProps241.xml><?xml version="1.0" encoding="utf-8"?>
<ds:datastoreItem xmlns:ds="http://schemas.openxmlformats.org/officeDocument/2006/customXml" ds:itemID="{62B38269-F6E8-4306-9A59-97F1916B248A}">
  <ds:schemaRefs>
    <ds:schemaRef ds:uri="ESRI.ArcGIS.Mapping.OfficeIntegration.PowerPointInfo"/>
  </ds:schemaRefs>
</ds:datastoreItem>
</file>

<file path=customXml/itemProps242.xml><?xml version="1.0" encoding="utf-8"?>
<ds:datastoreItem xmlns:ds="http://schemas.openxmlformats.org/officeDocument/2006/customXml" ds:itemID="{3F21CDC4-539B-46FD-8F5C-F302DC66DEC1}">
  <ds:schemaRefs>
    <ds:schemaRef ds:uri="ESRI.ArcGIS.Mapping.OfficeIntegration.PowerPointInfo"/>
  </ds:schemaRefs>
</ds:datastoreItem>
</file>

<file path=customXml/itemProps243.xml><?xml version="1.0" encoding="utf-8"?>
<ds:datastoreItem xmlns:ds="http://schemas.openxmlformats.org/officeDocument/2006/customXml" ds:itemID="{69026E09-F773-4C6F-AC43-B772686D0BE0}">
  <ds:schemaRefs>
    <ds:schemaRef ds:uri="ESRI.ArcGIS.Mapping.OfficeIntegration.PowerPointInfo"/>
  </ds:schemaRefs>
</ds:datastoreItem>
</file>

<file path=customXml/itemProps244.xml><?xml version="1.0" encoding="utf-8"?>
<ds:datastoreItem xmlns:ds="http://schemas.openxmlformats.org/officeDocument/2006/customXml" ds:itemID="{4765E25E-D8D2-452B-9AD8-36C63937081B}">
  <ds:schemaRefs>
    <ds:schemaRef ds:uri="ESRI.ArcGIS.Mapping.OfficeIntegration.PowerPointInfo"/>
  </ds:schemaRefs>
</ds:datastoreItem>
</file>

<file path=customXml/itemProps245.xml><?xml version="1.0" encoding="utf-8"?>
<ds:datastoreItem xmlns:ds="http://schemas.openxmlformats.org/officeDocument/2006/customXml" ds:itemID="{859787F0-EFF9-454D-BE74-363D79D023D8}">
  <ds:schemaRefs>
    <ds:schemaRef ds:uri="ESRI.ArcGIS.Mapping.OfficeIntegration.PowerPointInfo"/>
  </ds:schemaRefs>
</ds:datastoreItem>
</file>

<file path=customXml/itemProps246.xml><?xml version="1.0" encoding="utf-8"?>
<ds:datastoreItem xmlns:ds="http://schemas.openxmlformats.org/officeDocument/2006/customXml" ds:itemID="{E8C18660-EB1D-4274-AF4A-EE1556E2947D}">
  <ds:schemaRefs>
    <ds:schemaRef ds:uri="ESRI.ArcGIS.Mapping.OfficeIntegration.PowerPointInfo"/>
  </ds:schemaRefs>
</ds:datastoreItem>
</file>

<file path=customXml/itemProps247.xml><?xml version="1.0" encoding="utf-8"?>
<ds:datastoreItem xmlns:ds="http://schemas.openxmlformats.org/officeDocument/2006/customXml" ds:itemID="{FED7AEBA-B223-40AE-BCA1-C140D1F967AF}">
  <ds:schemaRefs>
    <ds:schemaRef ds:uri="ESRI.ArcGIS.Mapping.OfficeIntegration.PowerPointInfo"/>
  </ds:schemaRefs>
</ds:datastoreItem>
</file>

<file path=customXml/itemProps248.xml><?xml version="1.0" encoding="utf-8"?>
<ds:datastoreItem xmlns:ds="http://schemas.openxmlformats.org/officeDocument/2006/customXml" ds:itemID="{4E9A660E-5808-45C5-9EEB-FB9888F60356}">
  <ds:schemaRefs>
    <ds:schemaRef ds:uri="ESRI.ArcGIS.Mapping.OfficeIntegration.PowerPointInfo"/>
  </ds:schemaRefs>
</ds:datastoreItem>
</file>

<file path=customXml/itemProps249.xml><?xml version="1.0" encoding="utf-8"?>
<ds:datastoreItem xmlns:ds="http://schemas.openxmlformats.org/officeDocument/2006/customXml" ds:itemID="{6EBB841C-F1F5-4DE4-A405-3AB81AF09482}">
  <ds:schemaRefs>
    <ds:schemaRef ds:uri="ESRI.ArcGIS.Mapping.OfficeIntegration.PowerPointInfo"/>
  </ds:schemaRefs>
</ds:datastoreItem>
</file>

<file path=customXml/itemProps250.xml><?xml version="1.0" encoding="utf-8"?>
<ds:datastoreItem xmlns:ds="http://schemas.openxmlformats.org/officeDocument/2006/customXml" ds:itemID="{80FB5AF0-01CF-496E-BA60-CC13849F6839}">
  <ds:schemaRefs>
    <ds:schemaRef ds:uri="ESRI.ArcGIS.Mapping.OfficeIntegration.PowerPointInfo"/>
  </ds:schemaRefs>
</ds:datastoreItem>
</file>

<file path=customXml/itemProps251.xml><?xml version="1.0" encoding="utf-8"?>
<ds:datastoreItem xmlns:ds="http://schemas.openxmlformats.org/officeDocument/2006/customXml" ds:itemID="{C5F5430C-D103-4876-9053-AEC0AD98ADC5}">
  <ds:schemaRefs>
    <ds:schemaRef ds:uri="ESRI.ArcGIS.Mapping.OfficeIntegration.PowerPointInfo"/>
  </ds:schemaRefs>
</ds:datastoreItem>
</file>

<file path=customXml/itemProps252.xml><?xml version="1.0" encoding="utf-8"?>
<ds:datastoreItem xmlns:ds="http://schemas.openxmlformats.org/officeDocument/2006/customXml" ds:itemID="{803F5085-9609-4047-AFDB-92F21D142F6A}">
  <ds:schemaRefs>
    <ds:schemaRef ds:uri="ESRI.ArcGIS.Mapping.OfficeIntegration.PowerPointInfo"/>
  </ds:schemaRefs>
</ds:datastoreItem>
</file>

<file path=customXml/itemProps253.xml><?xml version="1.0" encoding="utf-8"?>
<ds:datastoreItem xmlns:ds="http://schemas.openxmlformats.org/officeDocument/2006/customXml" ds:itemID="{D1FF3499-E2CB-4C75-BD87-D8B0428F0711}">
  <ds:schemaRefs>
    <ds:schemaRef ds:uri="ESRI.ArcGIS.Mapping.OfficeIntegration.PowerPointInfo"/>
  </ds:schemaRefs>
</ds:datastoreItem>
</file>

<file path=customXml/itemProps254.xml><?xml version="1.0" encoding="utf-8"?>
<ds:datastoreItem xmlns:ds="http://schemas.openxmlformats.org/officeDocument/2006/customXml" ds:itemID="{EDF7E932-BAE2-4F52-8AAC-2198E0A25D7C}">
  <ds:schemaRefs>
    <ds:schemaRef ds:uri="ESRI.ArcGIS.Mapping.OfficeIntegration.PowerPointInfo"/>
  </ds:schemaRefs>
</ds:datastoreItem>
</file>

<file path=customXml/itemProps255.xml><?xml version="1.0" encoding="utf-8"?>
<ds:datastoreItem xmlns:ds="http://schemas.openxmlformats.org/officeDocument/2006/customXml" ds:itemID="{7FA6542F-765E-4B4A-9916-3C3897233009}">
  <ds:schemaRefs>
    <ds:schemaRef ds:uri="ESRI.ArcGIS.Mapping.OfficeIntegration.PowerPointInfo"/>
  </ds:schemaRefs>
</ds:datastoreItem>
</file>

<file path=customXml/itemProps256.xml><?xml version="1.0" encoding="utf-8"?>
<ds:datastoreItem xmlns:ds="http://schemas.openxmlformats.org/officeDocument/2006/customXml" ds:itemID="{E97616A7-4A92-4C00-85D7-E3C612F970CA}">
  <ds:schemaRefs>
    <ds:schemaRef ds:uri="ESRI.ArcGIS.Mapping.OfficeIntegration.PowerPointInfo"/>
  </ds:schemaRefs>
</ds:datastoreItem>
</file>

<file path=customXml/itemProps257.xml><?xml version="1.0" encoding="utf-8"?>
<ds:datastoreItem xmlns:ds="http://schemas.openxmlformats.org/officeDocument/2006/customXml" ds:itemID="{524B8F56-F47C-4DF6-A428-7D22495EE2D4}">
  <ds:schemaRefs>
    <ds:schemaRef ds:uri="ESRI.ArcGIS.Mapping.OfficeIntegration.PowerPointInfo"/>
  </ds:schemaRefs>
</ds:datastoreItem>
</file>

<file path=customXml/itemProps258.xml><?xml version="1.0" encoding="utf-8"?>
<ds:datastoreItem xmlns:ds="http://schemas.openxmlformats.org/officeDocument/2006/customXml" ds:itemID="{1812F25B-0405-46B0-A13E-36792E3B8896}">
  <ds:schemaRefs>
    <ds:schemaRef ds:uri="ESRI.ArcGIS.Mapping.OfficeIntegration.PowerPointInfo"/>
  </ds:schemaRefs>
</ds:datastoreItem>
</file>

<file path=customXml/itemProps259.xml><?xml version="1.0" encoding="utf-8"?>
<ds:datastoreItem xmlns:ds="http://schemas.openxmlformats.org/officeDocument/2006/customXml" ds:itemID="{882A493E-EE0A-4FF8-804A-05EF589BEC0C}">
  <ds:schemaRefs>
    <ds:schemaRef ds:uri="ESRI.ArcGIS.Mapping.OfficeIntegration.PowerPointInfo"/>
  </ds:schemaRefs>
</ds:datastoreItem>
</file>

<file path=customXml/itemProps260.xml><?xml version="1.0" encoding="utf-8"?>
<ds:datastoreItem xmlns:ds="http://schemas.openxmlformats.org/officeDocument/2006/customXml" ds:itemID="{15B93A78-161E-4E64-92BA-C1F29FFD88D4}">
  <ds:schemaRefs>
    <ds:schemaRef ds:uri="ESRI.ArcGIS.Mapping.OfficeIntegration.PowerPointInfo"/>
  </ds:schemaRefs>
</ds:datastoreItem>
</file>

<file path=docProps/app.xml><?xml version="1.0" encoding="utf-8"?>
<Properties xmlns="http://schemas.openxmlformats.org/officeDocument/2006/extended-properties" xmlns:vt="http://schemas.openxmlformats.org/officeDocument/2006/docPropsVTypes">
  <Template/>
  <TotalTime>2029</TotalTime>
  <Words>2933</Words>
  <Application>Microsoft Office PowerPoint</Application>
  <PresentationFormat>Custom</PresentationFormat>
  <Paragraphs>633</Paragraphs>
  <Slides>35</Slides>
  <Notes>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35</vt:i4>
      </vt:variant>
    </vt:vector>
  </HeadingPairs>
  <TitlesOfParts>
    <vt:vector size="46" baseType="lpstr">
      <vt:lpstr>Aptos</vt:lpstr>
      <vt:lpstr>Aptos Display</vt:lpstr>
      <vt:lpstr>Aptos Narrow</vt:lpstr>
      <vt:lpstr>Arial</vt:lpstr>
      <vt:lpstr>Calibri</vt:lpstr>
      <vt:lpstr>Lato Black</vt:lpstr>
      <vt:lpstr>Roboto</vt:lpstr>
      <vt:lpstr>AB_report_template</vt:lpstr>
      <vt:lpstr>Custom Design</vt:lpstr>
      <vt:lpstr>1_AB_report_template</vt:lpstr>
      <vt:lpstr>2_AB_report_template</vt:lpstr>
      <vt:lpstr>XXXXX  2024 TruTrade  Report of Findings</vt:lpstr>
      <vt:lpstr>Report contents</vt:lpstr>
      <vt:lpstr>Executive Summary</vt:lpstr>
      <vt:lpstr>Mobile devices seen within the shaded (geo-fenced) area were analyzed to determine the where, who and what of actual visitors to XXXXX</vt:lpstr>
      <vt:lpstr>Summary of Key Findings</vt:lpstr>
      <vt:lpstr>Key Implications</vt:lpstr>
      <vt:lpstr>XXXXX Trade Area Overview</vt:lpstr>
      <vt:lpstr>XXXXX Actual Visitors Key Metrics</vt:lpstr>
      <vt:lpstr>PowerPoint Presentation</vt:lpstr>
      <vt:lpstr>CMPANALYSIS10</vt:lpstr>
      <vt:lpstr>MILANALYSIS11</vt:lpstr>
      <vt:lpstr>Visitor Profile Competitive Comparison</vt:lpstr>
      <vt:lpstr>XXXXX Trade Area Population – Regional View</vt:lpstr>
      <vt:lpstr>XXXXX Most Trips – Local View</vt:lpstr>
      <vt:lpstr>ZIPANALYSIS15</vt:lpstr>
      <vt:lpstr>On-Site Visitor Behavior</vt:lpstr>
      <vt:lpstr>XXXXX Zone Analysis</vt:lpstr>
      <vt:lpstr>Visitor Distance Traveled Analysis</vt:lpstr>
      <vt:lpstr>Visitor Behavior Analysis</vt:lpstr>
      <vt:lpstr>Competitive Landscape</vt:lpstr>
      <vt:lpstr>PowerPoint Presentation</vt:lpstr>
      <vt:lpstr>COMP Geographic Overlap</vt:lpstr>
      <vt:lpstr>Year-on-Year Comparison</vt:lpstr>
      <vt:lpstr>XXXXX Visitor: Where and Who FY 2023 vs. FY 2024</vt:lpstr>
      <vt:lpstr>PowerPoint Presentation</vt:lpstr>
      <vt:lpstr>Appendix</vt:lpstr>
      <vt:lpstr>TruTrade Dashboard Access</vt:lpstr>
      <vt:lpstr>PowerPoint Presentation</vt:lpstr>
      <vt:lpstr>PowerPoint Presentation</vt:lpstr>
      <vt:lpstr>DEFINITIONS</vt:lpstr>
      <vt:lpstr>DTANALYSIS37</vt:lpstr>
      <vt:lpstr>FREQANALYSIS38</vt:lpstr>
      <vt:lpstr>DURANALYSIS39</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VB</dc:creator>
  <cp:lastModifiedBy>Daniel Galang</cp:lastModifiedBy>
  <cp:revision>185</cp:revision>
  <cp:lastPrinted>2021-09-02T15:36:20Z</cp:lastPrinted>
  <dcterms:created xsi:type="dcterms:W3CDTF">2019-03-01T18:53:51Z</dcterms:created>
  <dcterms:modified xsi:type="dcterms:W3CDTF">2026-06-10T10:00:30Z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0x0101007193871696CE0D4E9777966764AC6492</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ies>
</file>